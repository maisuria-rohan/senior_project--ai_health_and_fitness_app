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6" r:id="rId3"/>
    <p:sldId id="258" r:id="rId4"/>
    <p:sldId id="259" r:id="rId5"/>
    <p:sldId id="260" r:id="rId6"/>
    <p:sldId id="261" r:id="rId7"/>
    <p:sldId id="262" r:id="rId8"/>
    <p:sldId id="263" r:id="rId9"/>
    <p:sldId id="267" r:id="rId10"/>
    <p:sldId id="268" r:id="rId11"/>
    <p:sldId id="270"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F59D"/>
    <a:srgbClr val="F08A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304ECA-0F69-0159-355B-CFEA109F91C9}" v="6" dt="2026-01-27T03:09:20.903"/>
    <p1510:client id="{2D661286-D251-E58D-22FD-29122B8C68BA}" v="1" dt="2026-01-27T20:03:49.196"/>
    <p1510:client id="{36A93DD7-C998-4755-099F-38288447E880}" v="315" dt="2026-01-26T00:31:50.783"/>
    <p1510:client id="{6FB81CD7-C93D-37C4-B547-3A5F28E230C2}" v="123" dt="2026-01-26T23:59:40.864"/>
    <p1510:client id="{8FDD028F-E9DB-F445-5AD5-E37FAC007B18}" v="69" dt="2026-01-27T02:27:45.852"/>
    <p1510:client id="{9F658BD9-9CCF-044E-68EB-524BE2D84EC3}" v="250" dt="2026-01-26T23:03:47.539"/>
    <p1510:client id="{AD476ACD-4AE0-C2C8-DDB7-6BCA39EB7CB5}" v="48" dt="2026-01-27T21:59:16.153"/>
    <p1510:client id="{DBA8A323-2E63-5DB8-2556-E78F049DD48C}" v="39" dt="2026-01-27T21:26:18.350"/>
    <p1510:client id="{DF4E0033-0E86-DBE4-600D-FFE751BF0190}" v="8" dt="2026-01-27T21:54:43.611"/>
    <p1510:client id="{E510D645-4F15-BC21-2238-719848114258}" v="157" dt="2026-01-26T17:43:57.348"/>
    <p1510:client id="{E680CE4D-41B7-2C35-6CCA-504D27442C9B}" v="6" dt="2026-01-27T20:32:52.321"/>
    <p1510:client id="{F4EDD710-1150-38D2-857A-78C55824B1F1}" v="23" dt="2026-01-27T16:31:00.083"/>
    <p1510:client id="{FB4B66A5-F258-F1EC-C2DE-06136BA295E1}" v="261" dt="2026-01-26T19:13:12.9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pata, Edsson Romario" userId="S::zapatae9574@uhcl.edu::5199caf6-7db2-42f0-91d5-2c028ed5d3d9" providerId="AD" clId="Web-{36A93DD7-C998-4755-099F-38288447E880}"/>
    <pc:docChg chg="addSld delSld modSld">
      <pc:chgData name="Zapata, Edsson Romario" userId="S::zapatae9574@uhcl.edu::5199caf6-7db2-42f0-91d5-2c028ed5d3d9" providerId="AD" clId="Web-{36A93DD7-C998-4755-099F-38288447E880}" dt="2026-01-26T00:34:31.148" v="330"/>
      <pc:docMkLst>
        <pc:docMk/>
      </pc:docMkLst>
      <pc:sldChg chg="addSp delSp modSp mod setBg">
        <pc:chgData name="Zapata, Edsson Romario" userId="S::zapatae9574@uhcl.edu::5199caf6-7db2-42f0-91d5-2c028ed5d3d9" providerId="AD" clId="Web-{36A93DD7-C998-4755-099F-38288447E880}" dt="2026-01-26T00:25:22.252" v="216"/>
        <pc:sldMkLst>
          <pc:docMk/>
          <pc:sldMk cId="109857222" sldId="256"/>
        </pc:sldMkLst>
        <pc:spChg chg="mod">
          <ac:chgData name="Zapata, Edsson Romario" userId="S::zapatae9574@uhcl.edu::5199caf6-7db2-42f0-91d5-2c028ed5d3d9" providerId="AD" clId="Web-{36A93DD7-C998-4755-099F-38288447E880}" dt="2026-01-26T00:25:22.252" v="216"/>
          <ac:spMkLst>
            <pc:docMk/>
            <pc:sldMk cId="109857222" sldId="256"/>
            <ac:spMk id="2" creationId="{00000000-0000-0000-0000-000000000000}"/>
          </ac:spMkLst>
        </pc:spChg>
        <pc:spChg chg="mod">
          <ac:chgData name="Zapata, Edsson Romario" userId="S::zapatae9574@uhcl.edu::5199caf6-7db2-42f0-91d5-2c028ed5d3d9" providerId="AD" clId="Web-{36A93DD7-C998-4755-099F-38288447E880}" dt="2026-01-26T00:25:22.252" v="216"/>
          <ac:spMkLst>
            <pc:docMk/>
            <pc:sldMk cId="109857222" sldId="256"/>
            <ac:spMk id="3" creationId="{00000000-0000-0000-0000-000000000000}"/>
          </ac:spMkLst>
        </pc:spChg>
        <pc:spChg chg="add del">
          <ac:chgData name="Zapata, Edsson Romario" userId="S::zapatae9574@uhcl.edu::5199caf6-7db2-42f0-91d5-2c028ed5d3d9" providerId="AD" clId="Web-{36A93DD7-C998-4755-099F-38288447E880}" dt="2026-01-26T00:25:06.533" v="209"/>
          <ac:spMkLst>
            <pc:docMk/>
            <pc:sldMk cId="109857222" sldId="256"/>
            <ac:spMk id="10" creationId="{75CC5FF6-C911-4883-B5F7-F5F3E29A8BDE}"/>
          </ac:spMkLst>
        </pc:spChg>
        <pc:spChg chg="add del">
          <ac:chgData name="Zapata, Edsson Romario" userId="S::zapatae9574@uhcl.edu::5199caf6-7db2-42f0-91d5-2c028ed5d3d9" providerId="AD" clId="Web-{36A93DD7-C998-4755-099F-38288447E880}" dt="2026-01-26T00:25:06.533" v="209"/>
          <ac:spMkLst>
            <pc:docMk/>
            <pc:sldMk cId="109857222" sldId="256"/>
            <ac:spMk id="12" creationId="{84E2200F-ED39-40A1-A6F7-65A45ED6D752}"/>
          </ac:spMkLst>
        </pc:spChg>
        <pc:spChg chg="add del">
          <ac:chgData name="Zapata, Edsson Romario" userId="S::zapatae9574@uhcl.edu::5199caf6-7db2-42f0-91d5-2c028ed5d3d9" providerId="AD" clId="Web-{36A93DD7-C998-4755-099F-38288447E880}" dt="2026-01-26T00:25:11.220" v="211"/>
          <ac:spMkLst>
            <pc:docMk/>
            <pc:sldMk cId="109857222" sldId="256"/>
            <ac:spMk id="16" creationId="{03C2051E-A88D-48E5-BACF-AAED17892722}"/>
          </ac:spMkLst>
        </pc:spChg>
        <pc:spChg chg="add del">
          <ac:chgData name="Zapata, Edsson Romario" userId="S::zapatae9574@uhcl.edu::5199caf6-7db2-42f0-91d5-2c028ed5d3d9" providerId="AD" clId="Web-{36A93DD7-C998-4755-099F-38288447E880}" dt="2026-01-26T00:25:11.220" v="211"/>
          <ac:spMkLst>
            <pc:docMk/>
            <pc:sldMk cId="109857222" sldId="256"/>
            <ac:spMk id="18" creationId="{7821A508-2985-4905-874A-527429BAABFA}"/>
          </ac:spMkLst>
        </pc:spChg>
        <pc:spChg chg="add del">
          <ac:chgData name="Zapata, Edsson Romario" userId="S::zapatae9574@uhcl.edu::5199caf6-7db2-42f0-91d5-2c028ed5d3d9" providerId="AD" clId="Web-{36A93DD7-C998-4755-099F-38288447E880}" dt="2026-01-26T00:25:11.220" v="211"/>
          <ac:spMkLst>
            <pc:docMk/>
            <pc:sldMk cId="109857222" sldId="256"/>
            <ac:spMk id="20" creationId="{D2929CB1-0E3C-4B2D-ADC5-0154FB33BA44}"/>
          </ac:spMkLst>
        </pc:spChg>
        <pc:spChg chg="add del">
          <ac:chgData name="Zapata, Edsson Romario" userId="S::zapatae9574@uhcl.edu::5199caf6-7db2-42f0-91d5-2c028ed5d3d9" providerId="AD" clId="Web-{36A93DD7-C998-4755-099F-38288447E880}" dt="2026-01-26T00:25:06.533" v="209"/>
          <ac:spMkLst>
            <pc:docMk/>
            <pc:sldMk cId="109857222" sldId="256"/>
            <ac:spMk id="22" creationId="{B163B796-84D7-4069-93D0-7A496A03AA19}"/>
          </ac:spMkLst>
        </pc:spChg>
        <pc:spChg chg="add del">
          <ac:chgData name="Zapata, Edsson Romario" userId="S::zapatae9574@uhcl.edu::5199caf6-7db2-42f0-91d5-2c028ed5d3d9" providerId="AD" clId="Web-{36A93DD7-C998-4755-099F-38288447E880}" dt="2026-01-26T00:25:06.533" v="209"/>
          <ac:spMkLst>
            <pc:docMk/>
            <pc:sldMk cId="109857222" sldId="256"/>
            <ac:spMk id="30" creationId="{A4AE5E3E-9489-4D5A-A458-72C3E481CB83}"/>
          </ac:spMkLst>
        </pc:spChg>
        <pc:spChg chg="add del">
          <ac:chgData name="Zapata, Edsson Romario" userId="S::zapatae9574@uhcl.edu::5199caf6-7db2-42f0-91d5-2c028ed5d3d9" providerId="AD" clId="Web-{36A93DD7-C998-4755-099F-38288447E880}" dt="2026-01-26T00:25:11.220" v="211"/>
          <ac:spMkLst>
            <pc:docMk/>
            <pc:sldMk cId="109857222" sldId="256"/>
            <ac:spMk id="44" creationId="{362D44EE-C852-4460-B8B5-C4F2BC20510C}"/>
          </ac:spMkLst>
        </pc:spChg>
        <pc:spChg chg="add del">
          <ac:chgData name="Zapata, Edsson Romario" userId="S::zapatae9574@uhcl.edu::5199caf6-7db2-42f0-91d5-2c028ed5d3d9" providerId="AD" clId="Web-{36A93DD7-C998-4755-099F-38288447E880}" dt="2026-01-26T00:25:11.220" v="211"/>
          <ac:spMkLst>
            <pc:docMk/>
            <pc:sldMk cId="109857222" sldId="256"/>
            <ac:spMk id="45" creationId="{658970D8-8D1D-4B5C-894B-E871CC86543D}"/>
          </ac:spMkLst>
        </pc:spChg>
        <pc:spChg chg="add del">
          <ac:chgData name="Zapata, Edsson Romario" userId="S::zapatae9574@uhcl.edu::5199caf6-7db2-42f0-91d5-2c028ed5d3d9" providerId="AD" clId="Web-{36A93DD7-C998-4755-099F-38288447E880}" dt="2026-01-26T00:25:11.220" v="211"/>
          <ac:spMkLst>
            <pc:docMk/>
            <pc:sldMk cId="109857222" sldId="256"/>
            <ac:spMk id="46" creationId="{F227E5B6-9132-43CA-B503-37A18562ADF2}"/>
          </ac:spMkLst>
        </pc:spChg>
        <pc:spChg chg="add del">
          <ac:chgData name="Zapata, Edsson Romario" userId="S::zapatae9574@uhcl.edu::5199caf6-7db2-42f0-91d5-2c028ed5d3d9" providerId="AD" clId="Web-{36A93DD7-C998-4755-099F-38288447E880}" dt="2026-01-26T00:25:11.220" v="211"/>
          <ac:spMkLst>
            <pc:docMk/>
            <pc:sldMk cId="109857222" sldId="256"/>
            <ac:spMk id="47" creationId="{5F2F0C84-BE8C-4DC2-A6D3-30349A801D5C}"/>
          </ac:spMkLst>
        </pc:spChg>
        <pc:spChg chg="add del">
          <ac:chgData name="Zapata, Edsson Romario" userId="S::zapatae9574@uhcl.edu::5199caf6-7db2-42f0-91d5-2c028ed5d3d9" providerId="AD" clId="Web-{36A93DD7-C998-4755-099F-38288447E880}" dt="2026-01-26T00:25:14.252" v="213"/>
          <ac:spMkLst>
            <pc:docMk/>
            <pc:sldMk cId="109857222" sldId="256"/>
            <ac:spMk id="49" creationId="{8538EBC2-0B11-4732-8715-799409C4A914}"/>
          </ac:spMkLst>
        </pc:spChg>
        <pc:spChg chg="add del">
          <ac:chgData name="Zapata, Edsson Romario" userId="S::zapatae9574@uhcl.edu::5199caf6-7db2-42f0-91d5-2c028ed5d3d9" providerId="AD" clId="Web-{36A93DD7-C998-4755-099F-38288447E880}" dt="2026-01-26T00:25:14.252" v="213"/>
          <ac:spMkLst>
            <pc:docMk/>
            <pc:sldMk cId="109857222" sldId="256"/>
            <ac:spMk id="50" creationId="{CE3C5560-7A9C-489F-9148-18C5E1D0F0B2}"/>
          </ac:spMkLst>
        </pc:spChg>
        <pc:spChg chg="add del">
          <ac:chgData name="Zapata, Edsson Romario" userId="S::zapatae9574@uhcl.edu::5199caf6-7db2-42f0-91d5-2c028ed5d3d9" providerId="AD" clId="Web-{36A93DD7-C998-4755-099F-38288447E880}" dt="2026-01-26T00:25:14.252" v="213"/>
          <ac:spMkLst>
            <pc:docMk/>
            <pc:sldMk cId="109857222" sldId="256"/>
            <ac:spMk id="52" creationId="{508BEF50-7B1E-49A4-BC19-5F4F1D755E64}"/>
          </ac:spMkLst>
        </pc:spChg>
        <pc:spChg chg="add del">
          <ac:chgData name="Zapata, Edsson Romario" userId="S::zapatae9574@uhcl.edu::5199caf6-7db2-42f0-91d5-2c028ed5d3d9" providerId="AD" clId="Web-{36A93DD7-C998-4755-099F-38288447E880}" dt="2026-01-26T00:25:14.252" v="213"/>
          <ac:spMkLst>
            <pc:docMk/>
            <pc:sldMk cId="109857222" sldId="256"/>
            <ac:spMk id="53" creationId="{3FBAD350-5664-4811-A208-657FB882D350}"/>
          </ac:spMkLst>
        </pc:spChg>
        <pc:spChg chg="add del">
          <ac:chgData name="Zapata, Edsson Romario" userId="S::zapatae9574@uhcl.edu::5199caf6-7db2-42f0-91d5-2c028ed5d3d9" providerId="AD" clId="Web-{36A93DD7-C998-4755-099F-38288447E880}" dt="2026-01-26T00:25:14.252" v="213"/>
          <ac:spMkLst>
            <pc:docMk/>
            <pc:sldMk cId="109857222" sldId="256"/>
            <ac:spMk id="54" creationId="{C39ADB8F-D187-49D7-BDCF-C1B6DC727068}"/>
          </ac:spMkLst>
        </pc:spChg>
        <pc:spChg chg="add del">
          <ac:chgData name="Zapata, Edsson Romario" userId="S::zapatae9574@uhcl.edu::5199caf6-7db2-42f0-91d5-2c028ed5d3d9" providerId="AD" clId="Web-{36A93DD7-C998-4755-099F-38288447E880}" dt="2026-01-26T00:25:22.236" v="215"/>
          <ac:spMkLst>
            <pc:docMk/>
            <pc:sldMk cId="109857222" sldId="256"/>
            <ac:spMk id="56" creationId="{46187E64-7A77-4D13-A5F4-9AEC282BBB9E}"/>
          </ac:spMkLst>
        </pc:spChg>
        <pc:spChg chg="add del">
          <ac:chgData name="Zapata, Edsson Romario" userId="S::zapatae9574@uhcl.edu::5199caf6-7db2-42f0-91d5-2c028ed5d3d9" providerId="AD" clId="Web-{36A93DD7-C998-4755-099F-38288447E880}" dt="2026-01-26T00:25:22.236" v="215"/>
          <ac:spMkLst>
            <pc:docMk/>
            <pc:sldMk cId="109857222" sldId="256"/>
            <ac:spMk id="57" creationId="{E2B33195-5BCA-4BB7-A82D-6739522687DD}"/>
          </ac:spMkLst>
        </pc:spChg>
        <pc:spChg chg="add del">
          <ac:chgData name="Zapata, Edsson Romario" userId="S::zapatae9574@uhcl.edu::5199caf6-7db2-42f0-91d5-2c028ed5d3d9" providerId="AD" clId="Web-{36A93DD7-C998-4755-099F-38288447E880}" dt="2026-01-26T00:25:22.236" v="215"/>
          <ac:spMkLst>
            <pc:docMk/>
            <pc:sldMk cId="109857222" sldId="256"/>
            <ac:spMk id="58" creationId="{CF8AD9F3-9AF6-494F-83A3-2F677563935C}"/>
          </ac:spMkLst>
        </pc:spChg>
        <pc:spChg chg="add del">
          <ac:chgData name="Zapata, Edsson Romario" userId="S::zapatae9574@uhcl.edu::5199caf6-7db2-42f0-91d5-2c028ed5d3d9" providerId="AD" clId="Web-{36A93DD7-C998-4755-099F-38288447E880}" dt="2026-01-26T00:25:22.236" v="215"/>
          <ac:spMkLst>
            <pc:docMk/>
            <pc:sldMk cId="109857222" sldId="256"/>
            <ac:spMk id="59" creationId="{0DA5DB8B-7E5C-4ABC-8069-A9A8806F3976}"/>
          </ac:spMkLst>
        </pc:spChg>
        <pc:spChg chg="add">
          <ac:chgData name="Zapata, Edsson Romario" userId="S::zapatae9574@uhcl.edu::5199caf6-7db2-42f0-91d5-2c028ed5d3d9" providerId="AD" clId="Web-{36A93DD7-C998-4755-099F-38288447E880}" dt="2026-01-26T00:25:22.252" v="216"/>
          <ac:spMkLst>
            <pc:docMk/>
            <pc:sldMk cId="109857222" sldId="256"/>
            <ac:spMk id="61" creationId="{8555C5B3-193A-4749-9AFD-682E53CDDE8F}"/>
          </ac:spMkLst>
        </pc:spChg>
        <pc:spChg chg="add">
          <ac:chgData name="Zapata, Edsson Romario" userId="S::zapatae9574@uhcl.edu::5199caf6-7db2-42f0-91d5-2c028ed5d3d9" providerId="AD" clId="Web-{36A93DD7-C998-4755-099F-38288447E880}" dt="2026-01-26T00:25:22.252" v="216"/>
          <ac:spMkLst>
            <pc:docMk/>
            <pc:sldMk cId="109857222" sldId="256"/>
            <ac:spMk id="62" creationId="{2EAE06A6-F76A-41C9-827A-C561B004485C}"/>
          </ac:spMkLst>
        </pc:spChg>
        <pc:spChg chg="add">
          <ac:chgData name="Zapata, Edsson Romario" userId="S::zapatae9574@uhcl.edu::5199caf6-7db2-42f0-91d5-2c028ed5d3d9" providerId="AD" clId="Web-{36A93DD7-C998-4755-099F-38288447E880}" dt="2026-01-26T00:25:22.252" v="216"/>
          <ac:spMkLst>
            <pc:docMk/>
            <pc:sldMk cId="109857222" sldId="256"/>
            <ac:spMk id="63" creationId="{89F9D4E8-0639-444B-949B-9518585061AF}"/>
          </ac:spMkLst>
        </pc:spChg>
        <pc:spChg chg="add">
          <ac:chgData name="Zapata, Edsson Romario" userId="S::zapatae9574@uhcl.edu::5199caf6-7db2-42f0-91d5-2c028ed5d3d9" providerId="AD" clId="Web-{36A93DD7-C998-4755-099F-38288447E880}" dt="2026-01-26T00:25:22.252" v="216"/>
          <ac:spMkLst>
            <pc:docMk/>
            <pc:sldMk cId="109857222" sldId="256"/>
            <ac:spMk id="64" creationId="{7E3DA7A2-ED70-4BBA-AB72-00AD461FA405}"/>
          </ac:spMkLst>
        </pc:spChg>
        <pc:spChg chg="add">
          <ac:chgData name="Zapata, Edsson Romario" userId="S::zapatae9574@uhcl.edu::5199caf6-7db2-42f0-91d5-2c028ed5d3d9" providerId="AD" clId="Web-{36A93DD7-C998-4755-099F-38288447E880}" dt="2026-01-26T00:25:22.252" v="216"/>
          <ac:spMkLst>
            <pc:docMk/>
            <pc:sldMk cId="109857222" sldId="256"/>
            <ac:spMk id="65" creationId="{FC485432-3647-4218-B5D3-15D3FA222B13}"/>
          </ac:spMkLst>
        </pc:spChg>
        <pc:spChg chg="add">
          <ac:chgData name="Zapata, Edsson Romario" userId="S::zapatae9574@uhcl.edu::5199caf6-7db2-42f0-91d5-2c028ed5d3d9" providerId="AD" clId="Web-{36A93DD7-C998-4755-099F-38288447E880}" dt="2026-01-26T00:25:22.252" v="216"/>
          <ac:spMkLst>
            <pc:docMk/>
            <pc:sldMk cId="109857222" sldId="256"/>
            <ac:spMk id="66" creationId="{F4AFDDCA-6ABA-4D23-8A5C-1BF0F4308148}"/>
          </ac:spMkLst>
        </pc:spChg>
        <pc:grpChg chg="add del">
          <ac:chgData name="Zapata, Edsson Romario" userId="S::zapatae9574@uhcl.edu::5199caf6-7db2-42f0-91d5-2c028ed5d3d9" providerId="AD" clId="Web-{36A93DD7-C998-4755-099F-38288447E880}" dt="2026-01-26T00:25:06.533" v="209"/>
          <ac:grpSpMkLst>
            <pc:docMk/>
            <pc:sldMk cId="109857222" sldId="256"/>
            <ac:grpSpMk id="14" creationId="{A4DC59FE-95C7-4792-8613-8387631B1D38}"/>
          </ac:grpSpMkLst>
        </pc:grpChg>
        <pc:grpChg chg="add">
          <ac:chgData name="Zapata, Edsson Romario" userId="S::zapatae9574@uhcl.edu::5199caf6-7db2-42f0-91d5-2c028ed5d3d9" providerId="AD" clId="Web-{36A93DD7-C998-4755-099F-38288447E880}" dt="2026-01-26T00:25:03.814" v="208"/>
          <ac:grpSpMkLst>
            <pc:docMk/>
            <pc:sldMk cId="109857222" sldId="256"/>
            <ac:grpSpMk id="24" creationId="{87A77F8F-E829-4314-9F44-36169F7548CE}"/>
          </ac:grpSpMkLst>
        </pc:grpChg>
        <pc:grpChg chg="del">
          <ac:chgData name="Zapata, Edsson Romario" userId="S::zapatae9574@uhcl.edu::5199caf6-7db2-42f0-91d5-2c028ed5d3d9" providerId="AD" clId="Web-{36A93DD7-C998-4755-099F-38288447E880}" dt="2026-01-26T00:25:06.533" v="209"/>
          <ac:grpSpMkLst>
            <pc:docMk/>
            <pc:sldMk cId="109857222" sldId="256"/>
            <ac:grpSpMk id="32" creationId="{0E88FC08-D56F-45D4-AC54-B89F64697BE4}"/>
          </ac:grpSpMkLst>
        </pc:grpChg>
        <pc:grpChg chg="add del">
          <ac:chgData name="Zapata, Edsson Romario" userId="S::zapatae9574@uhcl.edu::5199caf6-7db2-42f0-91d5-2c028ed5d3d9" providerId="AD" clId="Web-{36A93DD7-C998-4755-099F-38288447E880}" dt="2026-01-26T00:25:06.533" v="209"/>
          <ac:grpSpMkLst>
            <pc:docMk/>
            <pc:sldMk cId="109857222" sldId="256"/>
            <ac:grpSpMk id="38" creationId="{B138BDDD-D054-4F0A-BB1F-9D016848D623}"/>
          </ac:grpSpMkLst>
        </pc:grpChg>
        <pc:picChg chg="add del mod">
          <ac:chgData name="Zapata, Edsson Romario" userId="S::zapatae9574@uhcl.edu::5199caf6-7db2-42f0-91d5-2c028ed5d3d9" providerId="AD" clId="Web-{36A93DD7-C998-4755-099F-38288447E880}" dt="2026-01-26T00:20:24.392" v="101"/>
          <ac:picMkLst>
            <pc:docMk/>
            <pc:sldMk cId="109857222" sldId="256"/>
            <ac:picMk id="4" creationId="{CCBD856D-C9E3-A7E3-28F2-A9E0A1791CE3}"/>
          </ac:picMkLst>
        </pc:picChg>
        <pc:picChg chg="add mod">
          <ac:chgData name="Zapata, Edsson Romario" userId="S::zapatae9574@uhcl.edu::5199caf6-7db2-42f0-91d5-2c028ed5d3d9" providerId="AD" clId="Web-{36A93DD7-C998-4755-099F-38288447E880}" dt="2026-01-26T00:25:22.252" v="216"/>
          <ac:picMkLst>
            <pc:docMk/>
            <pc:sldMk cId="109857222" sldId="256"/>
            <ac:picMk id="5" creationId="{A9B7D704-BE97-16F8-0B13-FF00561AEECE}"/>
          </ac:picMkLst>
        </pc:picChg>
        <pc:cxnChg chg="add del">
          <ac:chgData name="Zapata, Edsson Romario" userId="S::zapatae9574@uhcl.edu::5199caf6-7db2-42f0-91d5-2c028ed5d3d9" providerId="AD" clId="Web-{36A93DD7-C998-4755-099F-38288447E880}" dt="2026-01-26T00:25:14.252" v="213"/>
          <ac:cxnSpMkLst>
            <pc:docMk/>
            <pc:sldMk cId="109857222" sldId="256"/>
            <ac:cxnSpMk id="51" creationId="{56020367-4FD5-4596-8E10-C5F095CD8DBF}"/>
          </ac:cxnSpMkLst>
        </pc:cxnChg>
      </pc:sldChg>
      <pc:sldChg chg="addSp delSp modSp new del mod setBg">
        <pc:chgData name="Zapata, Edsson Romario" userId="S::zapatae9574@uhcl.edu::5199caf6-7db2-42f0-91d5-2c028ed5d3d9" providerId="AD" clId="Web-{36A93DD7-C998-4755-099F-38288447E880}" dt="2026-01-26T00:28:18.642" v="229"/>
        <pc:sldMkLst>
          <pc:docMk/>
          <pc:sldMk cId="495805785" sldId="257"/>
        </pc:sldMkLst>
        <pc:spChg chg="mod">
          <ac:chgData name="Zapata, Edsson Romario" userId="S::zapatae9574@uhcl.edu::5199caf6-7db2-42f0-91d5-2c028ed5d3d9" providerId="AD" clId="Web-{36A93DD7-C998-4755-099F-38288447E880}" dt="2026-01-26T00:25:56.392" v="219" actId="1076"/>
          <ac:spMkLst>
            <pc:docMk/>
            <pc:sldMk cId="495805785" sldId="257"/>
            <ac:spMk id="2" creationId="{1F640FDE-DD69-FD95-FD71-44ABD368B8E4}"/>
          </ac:spMkLst>
        </pc:spChg>
        <pc:spChg chg="del">
          <ac:chgData name="Zapata, Edsson Romario" userId="S::zapatae9574@uhcl.edu::5199caf6-7db2-42f0-91d5-2c028ed5d3d9" providerId="AD" clId="Web-{36A93DD7-C998-4755-099F-38288447E880}" dt="2026-01-26T00:25:42.517" v="217"/>
          <ac:spMkLst>
            <pc:docMk/>
            <pc:sldMk cId="495805785" sldId="257"/>
            <ac:spMk id="3" creationId="{41B2122C-E0D7-B0F0-09F2-4F32DA94CDF4}"/>
          </ac:spMkLst>
        </pc:spChg>
        <pc:spChg chg="add">
          <ac:chgData name="Zapata, Edsson Romario" userId="S::zapatae9574@uhcl.edu::5199caf6-7db2-42f0-91d5-2c028ed5d3d9" providerId="AD" clId="Web-{36A93DD7-C998-4755-099F-38288447E880}" dt="2026-01-26T00:25:42.517" v="217"/>
          <ac:spMkLst>
            <pc:docMk/>
            <pc:sldMk cId="495805785" sldId="257"/>
            <ac:spMk id="8" creationId="{577D6B2E-37A3-429E-A37C-F30ED6487282}"/>
          </ac:spMkLst>
        </pc:spChg>
        <pc:spChg chg="add">
          <ac:chgData name="Zapata, Edsson Romario" userId="S::zapatae9574@uhcl.edu::5199caf6-7db2-42f0-91d5-2c028ed5d3d9" providerId="AD" clId="Web-{36A93DD7-C998-4755-099F-38288447E880}" dt="2026-01-26T00:25:42.517" v="217"/>
          <ac:spMkLst>
            <pc:docMk/>
            <pc:sldMk cId="495805785" sldId="257"/>
            <ac:spMk id="10" creationId="{5CEAD642-85CF-4750-8432-7C80C901F001}"/>
          </ac:spMkLst>
        </pc:spChg>
        <pc:spChg chg="add">
          <ac:chgData name="Zapata, Edsson Romario" userId="S::zapatae9574@uhcl.edu::5199caf6-7db2-42f0-91d5-2c028ed5d3d9" providerId="AD" clId="Web-{36A93DD7-C998-4755-099F-38288447E880}" dt="2026-01-26T00:25:42.517" v="217"/>
          <ac:spMkLst>
            <pc:docMk/>
            <pc:sldMk cId="495805785" sldId="257"/>
            <ac:spMk id="12" creationId="{FA33EEAE-15D5-4119-8C1E-89D943F911EF}"/>
          </ac:spMkLst>
        </pc:spChg>
        <pc:spChg chg="add">
          <ac:chgData name="Zapata, Edsson Romario" userId="S::zapatae9574@uhcl.edu::5199caf6-7db2-42f0-91d5-2c028ed5d3d9" providerId="AD" clId="Web-{36A93DD7-C998-4755-099F-38288447E880}" dt="2026-01-26T00:25:42.517" v="217"/>
          <ac:spMkLst>
            <pc:docMk/>
            <pc:sldMk cId="495805785" sldId="257"/>
            <ac:spMk id="14" creationId="{730D8B3B-9B80-4025-B934-26DC7D7CD231}"/>
          </ac:spMkLst>
        </pc:spChg>
        <pc:spChg chg="add">
          <ac:chgData name="Zapata, Edsson Romario" userId="S::zapatae9574@uhcl.edu::5199caf6-7db2-42f0-91d5-2c028ed5d3d9" providerId="AD" clId="Web-{36A93DD7-C998-4755-099F-38288447E880}" dt="2026-01-26T00:25:42.517" v="217"/>
          <ac:spMkLst>
            <pc:docMk/>
            <pc:sldMk cId="495805785" sldId="257"/>
            <ac:spMk id="16" creationId="{1064D5D5-227B-4F66-9AEA-46F570E793BD}"/>
          </ac:spMkLst>
        </pc:spChg>
        <pc:spChg chg="add">
          <ac:chgData name="Zapata, Edsson Romario" userId="S::zapatae9574@uhcl.edu::5199caf6-7db2-42f0-91d5-2c028ed5d3d9" providerId="AD" clId="Web-{36A93DD7-C998-4755-099F-38288447E880}" dt="2026-01-26T00:25:42.517" v="217"/>
          <ac:spMkLst>
            <pc:docMk/>
            <pc:sldMk cId="495805785" sldId="257"/>
            <ac:spMk id="18" creationId="{646B67A4-D328-4747-A82B-65E84FA46368}"/>
          </ac:spMkLst>
        </pc:spChg>
        <pc:spChg chg="add">
          <ac:chgData name="Zapata, Edsson Romario" userId="S::zapatae9574@uhcl.edu::5199caf6-7db2-42f0-91d5-2c028ed5d3d9" providerId="AD" clId="Web-{36A93DD7-C998-4755-099F-38288447E880}" dt="2026-01-26T00:25:42.517" v="217"/>
          <ac:spMkLst>
            <pc:docMk/>
            <pc:sldMk cId="495805785" sldId="257"/>
            <ac:spMk id="20" creationId="{B5A1B09C-1565-46F8-B70F-621C5EB48A09}"/>
          </ac:spMkLst>
        </pc:spChg>
        <pc:spChg chg="add">
          <ac:chgData name="Zapata, Edsson Romario" userId="S::zapatae9574@uhcl.edu::5199caf6-7db2-42f0-91d5-2c028ed5d3d9" providerId="AD" clId="Web-{36A93DD7-C998-4755-099F-38288447E880}" dt="2026-01-26T00:25:42.517" v="217"/>
          <ac:spMkLst>
            <pc:docMk/>
            <pc:sldMk cId="495805785" sldId="257"/>
            <ac:spMk id="22" creationId="{8C516CC8-80AC-446C-A56E-9F54B7210402}"/>
          </ac:spMkLst>
        </pc:spChg>
      </pc:sldChg>
      <pc:sldChg chg="addSp modSp new mod setBg">
        <pc:chgData name="Zapata, Edsson Romario" userId="S::zapatae9574@uhcl.edu::5199caf6-7db2-42f0-91d5-2c028ed5d3d9" providerId="AD" clId="Web-{36A93DD7-C998-4755-099F-38288447E880}" dt="2026-01-26T00:26:09.595" v="220"/>
        <pc:sldMkLst>
          <pc:docMk/>
          <pc:sldMk cId="1798708926" sldId="258"/>
        </pc:sldMkLst>
        <pc:spChg chg="mod">
          <ac:chgData name="Zapata, Edsson Romario" userId="S::zapatae9574@uhcl.edu::5199caf6-7db2-42f0-91d5-2c028ed5d3d9" providerId="AD" clId="Web-{36A93DD7-C998-4755-099F-38288447E880}" dt="2026-01-26T00:26:09.595" v="220"/>
          <ac:spMkLst>
            <pc:docMk/>
            <pc:sldMk cId="1798708926" sldId="258"/>
            <ac:spMk id="2" creationId="{8370AE13-FD2D-9AB8-ACF1-A51AC126A283}"/>
          </ac:spMkLst>
        </pc:spChg>
        <pc:spChg chg="mod">
          <ac:chgData name="Zapata, Edsson Romario" userId="S::zapatae9574@uhcl.edu::5199caf6-7db2-42f0-91d5-2c028ed5d3d9" providerId="AD" clId="Web-{36A93DD7-C998-4755-099F-38288447E880}" dt="2026-01-26T00:26:09.595" v="220"/>
          <ac:spMkLst>
            <pc:docMk/>
            <pc:sldMk cId="1798708926" sldId="258"/>
            <ac:spMk id="3" creationId="{6694F193-3355-3479-1A00-DF8A3AFEAC98}"/>
          </ac:spMkLst>
        </pc:spChg>
        <pc:spChg chg="add">
          <ac:chgData name="Zapata, Edsson Romario" userId="S::zapatae9574@uhcl.edu::5199caf6-7db2-42f0-91d5-2c028ed5d3d9" providerId="AD" clId="Web-{36A93DD7-C998-4755-099F-38288447E880}" dt="2026-01-26T00:26:09.595" v="220"/>
          <ac:spMkLst>
            <pc:docMk/>
            <pc:sldMk cId="1798708926" sldId="258"/>
            <ac:spMk id="8" creationId="{1B15ED52-F352-441B-82BF-E0EA34836D08}"/>
          </ac:spMkLst>
        </pc:spChg>
        <pc:spChg chg="add">
          <ac:chgData name="Zapata, Edsson Romario" userId="S::zapatae9574@uhcl.edu::5199caf6-7db2-42f0-91d5-2c028ed5d3d9" providerId="AD" clId="Web-{36A93DD7-C998-4755-099F-38288447E880}" dt="2026-01-26T00:26:09.595" v="220"/>
          <ac:spMkLst>
            <pc:docMk/>
            <pc:sldMk cId="1798708926" sldId="258"/>
            <ac:spMk id="10" creationId="{3B2E3793-BFE6-45A2-9B7B-E18844431C99}"/>
          </ac:spMkLst>
        </pc:spChg>
        <pc:spChg chg="add">
          <ac:chgData name="Zapata, Edsson Romario" userId="S::zapatae9574@uhcl.edu::5199caf6-7db2-42f0-91d5-2c028ed5d3d9" providerId="AD" clId="Web-{36A93DD7-C998-4755-099F-38288447E880}" dt="2026-01-26T00:26:09.595" v="220"/>
          <ac:spMkLst>
            <pc:docMk/>
            <pc:sldMk cId="1798708926" sldId="258"/>
            <ac:spMk id="12" creationId="{BC4C4868-CB8F-4AF9-9CDB-8108F2C19B67}"/>
          </ac:spMkLst>
        </pc:spChg>
        <pc:spChg chg="add">
          <ac:chgData name="Zapata, Edsson Romario" userId="S::zapatae9574@uhcl.edu::5199caf6-7db2-42f0-91d5-2c028ed5d3d9" providerId="AD" clId="Web-{36A93DD7-C998-4755-099F-38288447E880}" dt="2026-01-26T00:26:09.595" v="220"/>
          <ac:spMkLst>
            <pc:docMk/>
            <pc:sldMk cId="1798708926" sldId="258"/>
            <ac:spMk id="14" creationId="{375E0459-6403-40CD-989D-56A4407CA12E}"/>
          </ac:spMkLst>
        </pc:spChg>
        <pc:spChg chg="add">
          <ac:chgData name="Zapata, Edsson Romario" userId="S::zapatae9574@uhcl.edu::5199caf6-7db2-42f0-91d5-2c028ed5d3d9" providerId="AD" clId="Web-{36A93DD7-C998-4755-099F-38288447E880}" dt="2026-01-26T00:26:09.595" v="220"/>
          <ac:spMkLst>
            <pc:docMk/>
            <pc:sldMk cId="1798708926" sldId="258"/>
            <ac:spMk id="16" creationId="{53E5B1A8-3AC9-4BD1-9BBC-78CA94F2D1BA}"/>
          </ac:spMkLst>
        </pc:spChg>
      </pc:sldChg>
      <pc:sldChg chg="addSp modSp new mod setBg">
        <pc:chgData name="Zapata, Edsson Romario" userId="S::zapatae9574@uhcl.edu::5199caf6-7db2-42f0-91d5-2c028ed5d3d9" providerId="AD" clId="Web-{36A93DD7-C998-4755-099F-38288447E880}" dt="2026-01-26T00:26:21.033" v="221"/>
        <pc:sldMkLst>
          <pc:docMk/>
          <pc:sldMk cId="1330026710" sldId="259"/>
        </pc:sldMkLst>
        <pc:spChg chg="mod">
          <ac:chgData name="Zapata, Edsson Romario" userId="S::zapatae9574@uhcl.edu::5199caf6-7db2-42f0-91d5-2c028ed5d3d9" providerId="AD" clId="Web-{36A93DD7-C998-4755-099F-38288447E880}" dt="2026-01-26T00:26:21.033" v="221"/>
          <ac:spMkLst>
            <pc:docMk/>
            <pc:sldMk cId="1330026710" sldId="259"/>
            <ac:spMk id="2" creationId="{459BCF80-E124-D400-E23B-FCB623161FDD}"/>
          </ac:spMkLst>
        </pc:spChg>
        <pc:spChg chg="mod">
          <ac:chgData name="Zapata, Edsson Romario" userId="S::zapatae9574@uhcl.edu::5199caf6-7db2-42f0-91d5-2c028ed5d3d9" providerId="AD" clId="Web-{36A93DD7-C998-4755-099F-38288447E880}" dt="2026-01-26T00:26:21.033" v="221"/>
          <ac:spMkLst>
            <pc:docMk/>
            <pc:sldMk cId="1330026710" sldId="259"/>
            <ac:spMk id="3" creationId="{11A330F1-6600-0332-AB2F-D625FDB8A7A3}"/>
          </ac:spMkLst>
        </pc:spChg>
        <pc:spChg chg="add">
          <ac:chgData name="Zapata, Edsson Romario" userId="S::zapatae9574@uhcl.edu::5199caf6-7db2-42f0-91d5-2c028ed5d3d9" providerId="AD" clId="Web-{36A93DD7-C998-4755-099F-38288447E880}" dt="2026-01-26T00:26:21.033" v="221"/>
          <ac:spMkLst>
            <pc:docMk/>
            <pc:sldMk cId="1330026710" sldId="259"/>
            <ac:spMk id="8" creationId="{1B15ED52-F352-441B-82BF-E0EA34836D08}"/>
          </ac:spMkLst>
        </pc:spChg>
        <pc:spChg chg="add">
          <ac:chgData name="Zapata, Edsson Romario" userId="S::zapatae9574@uhcl.edu::5199caf6-7db2-42f0-91d5-2c028ed5d3d9" providerId="AD" clId="Web-{36A93DD7-C998-4755-099F-38288447E880}" dt="2026-01-26T00:26:21.033" v="221"/>
          <ac:spMkLst>
            <pc:docMk/>
            <pc:sldMk cId="1330026710" sldId="259"/>
            <ac:spMk id="10" creationId="{3B2E3793-BFE6-45A2-9B7B-E18844431C99}"/>
          </ac:spMkLst>
        </pc:spChg>
        <pc:spChg chg="add">
          <ac:chgData name="Zapata, Edsson Romario" userId="S::zapatae9574@uhcl.edu::5199caf6-7db2-42f0-91d5-2c028ed5d3d9" providerId="AD" clId="Web-{36A93DD7-C998-4755-099F-38288447E880}" dt="2026-01-26T00:26:21.033" v="221"/>
          <ac:spMkLst>
            <pc:docMk/>
            <pc:sldMk cId="1330026710" sldId="259"/>
            <ac:spMk id="12" creationId="{BC4C4868-CB8F-4AF9-9CDB-8108F2C19B67}"/>
          </ac:spMkLst>
        </pc:spChg>
        <pc:spChg chg="add">
          <ac:chgData name="Zapata, Edsson Romario" userId="S::zapatae9574@uhcl.edu::5199caf6-7db2-42f0-91d5-2c028ed5d3d9" providerId="AD" clId="Web-{36A93DD7-C998-4755-099F-38288447E880}" dt="2026-01-26T00:26:21.033" v="221"/>
          <ac:spMkLst>
            <pc:docMk/>
            <pc:sldMk cId="1330026710" sldId="259"/>
            <ac:spMk id="14" creationId="{375E0459-6403-40CD-989D-56A4407CA12E}"/>
          </ac:spMkLst>
        </pc:spChg>
        <pc:spChg chg="add">
          <ac:chgData name="Zapata, Edsson Romario" userId="S::zapatae9574@uhcl.edu::5199caf6-7db2-42f0-91d5-2c028ed5d3d9" providerId="AD" clId="Web-{36A93DD7-C998-4755-099F-38288447E880}" dt="2026-01-26T00:26:21.033" v="221"/>
          <ac:spMkLst>
            <pc:docMk/>
            <pc:sldMk cId="1330026710" sldId="259"/>
            <ac:spMk id="16" creationId="{53E5B1A8-3AC9-4BD1-9BBC-78CA94F2D1BA}"/>
          </ac:spMkLst>
        </pc:spChg>
      </pc:sldChg>
      <pc:sldChg chg="addSp modSp new mod setBg">
        <pc:chgData name="Zapata, Edsson Romario" userId="S::zapatae9574@uhcl.edu::5199caf6-7db2-42f0-91d5-2c028ed5d3d9" providerId="AD" clId="Web-{36A93DD7-C998-4755-099F-38288447E880}" dt="2026-01-26T00:26:31.298" v="222"/>
        <pc:sldMkLst>
          <pc:docMk/>
          <pc:sldMk cId="2353034965" sldId="260"/>
        </pc:sldMkLst>
        <pc:spChg chg="mod">
          <ac:chgData name="Zapata, Edsson Romario" userId="S::zapatae9574@uhcl.edu::5199caf6-7db2-42f0-91d5-2c028ed5d3d9" providerId="AD" clId="Web-{36A93DD7-C998-4755-099F-38288447E880}" dt="2026-01-26T00:26:31.298" v="222"/>
          <ac:spMkLst>
            <pc:docMk/>
            <pc:sldMk cId="2353034965" sldId="260"/>
            <ac:spMk id="2" creationId="{7D6634F7-F205-1AFB-DA82-D96CF12D7CC8}"/>
          </ac:spMkLst>
        </pc:spChg>
        <pc:spChg chg="mod">
          <ac:chgData name="Zapata, Edsson Romario" userId="S::zapatae9574@uhcl.edu::5199caf6-7db2-42f0-91d5-2c028ed5d3d9" providerId="AD" clId="Web-{36A93DD7-C998-4755-099F-38288447E880}" dt="2026-01-26T00:26:31.298" v="222"/>
          <ac:spMkLst>
            <pc:docMk/>
            <pc:sldMk cId="2353034965" sldId="260"/>
            <ac:spMk id="3" creationId="{F1B6220D-A059-8ECD-AE6D-978FF31D2D47}"/>
          </ac:spMkLst>
        </pc:spChg>
        <pc:spChg chg="add">
          <ac:chgData name="Zapata, Edsson Romario" userId="S::zapatae9574@uhcl.edu::5199caf6-7db2-42f0-91d5-2c028ed5d3d9" providerId="AD" clId="Web-{36A93DD7-C998-4755-099F-38288447E880}" dt="2026-01-26T00:26:31.298" v="222"/>
          <ac:spMkLst>
            <pc:docMk/>
            <pc:sldMk cId="2353034965" sldId="260"/>
            <ac:spMk id="8" creationId="{1B15ED52-F352-441B-82BF-E0EA34836D08}"/>
          </ac:spMkLst>
        </pc:spChg>
        <pc:spChg chg="add">
          <ac:chgData name="Zapata, Edsson Romario" userId="S::zapatae9574@uhcl.edu::5199caf6-7db2-42f0-91d5-2c028ed5d3d9" providerId="AD" clId="Web-{36A93DD7-C998-4755-099F-38288447E880}" dt="2026-01-26T00:26:31.298" v="222"/>
          <ac:spMkLst>
            <pc:docMk/>
            <pc:sldMk cId="2353034965" sldId="260"/>
            <ac:spMk id="10" creationId="{3B2E3793-BFE6-45A2-9B7B-E18844431C99}"/>
          </ac:spMkLst>
        </pc:spChg>
        <pc:spChg chg="add">
          <ac:chgData name="Zapata, Edsson Romario" userId="S::zapatae9574@uhcl.edu::5199caf6-7db2-42f0-91d5-2c028ed5d3d9" providerId="AD" clId="Web-{36A93DD7-C998-4755-099F-38288447E880}" dt="2026-01-26T00:26:31.298" v="222"/>
          <ac:spMkLst>
            <pc:docMk/>
            <pc:sldMk cId="2353034965" sldId="260"/>
            <ac:spMk id="12" creationId="{BC4C4868-CB8F-4AF9-9CDB-8108F2C19B67}"/>
          </ac:spMkLst>
        </pc:spChg>
        <pc:spChg chg="add">
          <ac:chgData name="Zapata, Edsson Romario" userId="S::zapatae9574@uhcl.edu::5199caf6-7db2-42f0-91d5-2c028ed5d3d9" providerId="AD" clId="Web-{36A93DD7-C998-4755-099F-38288447E880}" dt="2026-01-26T00:26:31.298" v="222"/>
          <ac:spMkLst>
            <pc:docMk/>
            <pc:sldMk cId="2353034965" sldId="260"/>
            <ac:spMk id="14" creationId="{375E0459-6403-40CD-989D-56A4407CA12E}"/>
          </ac:spMkLst>
        </pc:spChg>
        <pc:spChg chg="add">
          <ac:chgData name="Zapata, Edsson Romario" userId="S::zapatae9574@uhcl.edu::5199caf6-7db2-42f0-91d5-2c028ed5d3d9" providerId="AD" clId="Web-{36A93DD7-C998-4755-099F-38288447E880}" dt="2026-01-26T00:26:31.298" v="222"/>
          <ac:spMkLst>
            <pc:docMk/>
            <pc:sldMk cId="2353034965" sldId="260"/>
            <ac:spMk id="16" creationId="{53E5B1A8-3AC9-4BD1-9BBC-78CA94F2D1BA}"/>
          </ac:spMkLst>
        </pc:spChg>
      </pc:sldChg>
      <pc:sldChg chg="addSp modSp new mod setBg">
        <pc:chgData name="Zapata, Edsson Romario" userId="S::zapatae9574@uhcl.edu::5199caf6-7db2-42f0-91d5-2c028ed5d3d9" providerId="AD" clId="Web-{36A93DD7-C998-4755-099F-38288447E880}" dt="2026-01-26T00:26:36.314" v="223"/>
        <pc:sldMkLst>
          <pc:docMk/>
          <pc:sldMk cId="2827602059" sldId="261"/>
        </pc:sldMkLst>
        <pc:spChg chg="mod">
          <ac:chgData name="Zapata, Edsson Romario" userId="S::zapatae9574@uhcl.edu::5199caf6-7db2-42f0-91d5-2c028ed5d3d9" providerId="AD" clId="Web-{36A93DD7-C998-4755-099F-38288447E880}" dt="2026-01-26T00:26:36.314" v="223"/>
          <ac:spMkLst>
            <pc:docMk/>
            <pc:sldMk cId="2827602059" sldId="261"/>
            <ac:spMk id="2" creationId="{DA5D2632-9C60-3D54-F73E-7731B3CE8539}"/>
          </ac:spMkLst>
        </pc:spChg>
        <pc:spChg chg="mod">
          <ac:chgData name="Zapata, Edsson Romario" userId="S::zapatae9574@uhcl.edu::5199caf6-7db2-42f0-91d5-2c028ed5d3d9" providerId="AD" clId="Web-{36A93DD7-C998-4755-099F-38288447E880}" dt="2026-01-26T00:26:36.314" v="223"/>
          <ac:spMkLst>
            <pc:docMk/>
            <pc:sldMk cId="2827602059" sldId="261"/>
            <ac:spMk id="3" creationId="{D9B34C08-E3B2-96AA-C682-DA20BDC53C99}"/>
          </ac:spMkLst>
        </pc:spChg>
        <pc:spChg chg="add">
          <ac:chgData name="Zapata, Edsson Romario" userId="S::zapatae9574@uhcl.edu::5199caf6-7db2-42f0-91d5-2c028ed5d3d9" providerId="AD" clId="Web-{36A93DD7-C998-4755-099F-38288447E880}" dt="2026-01-26T00:26:36.314" v="223"/>
          <ac:spMkLst>
            <pc:docMk/>
            <pc:sldMk cId="2827602059" sldId="261"/>
            <ac:spMk id="8" creationId="{1B15ED52-F352-441B-82BF-E0EA34836D08}"/>
          </ac:spMkLst>
        </pc:spChg>
        <pc:spChg chg="add">
          <ac:chgData name="Zapata, Edsson Romario" userId="S::zapatae9574@uhcl.edu::5199caf6-7db2-42f0-91d5-2c028ed5d3d9" providerId="AD" clId="Web-{36A93DD7-C998-4755-099F-38288447E880}" dt="2026-01-26T00:26:36.314" v="223"/>
          <ac:spMkLst>
            <pc:docMk/>
            <pc:sldMk cId="2827602059" sldId="261"/>
            <ac:spMk id="10" creationId="{3B2E3793-BFE6-45A2-9B7B-E18844431C99}"/>
          </ac:spMkLst>
        </pc:spChg>
        <pc:spChg chg="add">
          <ac:chgData name="Zapata, Edsson Romario" userId="S::zapatae9574@uhcl.edu::5199caf6-7db2-42f0-91d5-2c028ed5d3d9" providerId="AD" clId="Web-{36A93DD7-C998-4755-099F-38288447E880}" dt="2026-01-26T00:26:36.314" v="223"/>
          <ac:spMkLst>
            <pc:docMk/>
            <pc:sldMk cId="2827602059" sldId="261"/>
            <ac:spMk id="12" creationId="{BC4C4868-CB8F-4AF9-9CDB-8108F2C19B67}"/>
          </ac:spMkLst>
        </pc:spChg>
        <pc:spChg chg="add">
          <ac:chgData name="Zapata, Edsson Romario" userId="S::zapatae9574@uhcl.edu::5199caf6-7db2-42f0-91d5-2c028ed5d3d9" providerId="AD" clId="Web-{36A93DD7-C998-4755-099F-38288447E880}" dt="2026-01-26T00:26:36.314" v="223"/>
          <ac:spMkLst>
            <pc:docMk/>
            <pc:sldMk cId="2827602059" sldId="261"/>
            <ac:spMk id="14" creationId="{375E0459-6403-40CD-989D-56A4407CA12E}"/>
          </ac:spMkLst>
        </pc:spChg>
        <pc:spChg chg="add">
          <ac:chgData name="Zapata, Edsson Romario" userId="S::zapatae9574@uhcl.edu::5199caf6-7db2-42f0-91d5-2c028ed5d3d9" providerId="AD" clId="Web-{36A93DD7-C998-4755-099F-38288447E880}" dt="2026-01-26T00:26:36.314" v="223"/>
          <ac:spMkLst>
            <pc:docMk/>
            <pc:sldMk cId="2827602059" sldId="261"/>
            <ac:spMk id="16" creationId="{53E5B1A8-3AC9-4BD1-9BBC-78CA94F2D1BA}"/>
          </ac:spMkLst>
        </pc:spChg>
      </pc:sldChg>
      <pc:sldChg chg="addSp modSp new mod setBg">
        <pc:chgData name="Zapata, Edsson Romario" userId="S::zapatae9574@uhcl.edu::5199caf6-7db2-42f0-91d5-2c028ed5d3d9" providerId="AD" clId="Web-{36A93DD7-C998-4755-099F-38288447E880}" dt="2026-01-26T00:26:45.252" v="224"/>
        <pc:sldMkLst>
          <pc:docMk/>
          <pc:sldMk cId="3966086104" sldId="262"/>
        </pc:sldMkLst>
        <pc:spChg chg="mod">
          <ac:chgData name="Zapata, Edsson Romario" userId="S::zapatae9574@uhcl.edu::5199caf6-7db2-42f0-91d5-2c028ed5d3d9" providerId="AD" clId="Web-{36A93DD7-C998-4755-099F-38288447E880}" dt="2026-01-26T00:26:45.252" v="224"/>
          <ac:spMkLst>
            <pc:docMk/>
            <pc:sldMk cId="3966086104" sldId="262"/>
            <ac:spMk id="2" creationId="{67A7F52E-422E-FDF0-7A88-E785F1C6B17B}"/>
          </ac:spMkLst>
        </pc:spChg>
        <pc:spChg chg="mod">
          <ac:chgData name="Zapata, Edsson Romario" userId="S::zapatae9574@uhcl.edu::5199caf6-7db2-42f0-91d5-2c028ed5d3d9" providerId="AD" clId="Web-{36A93DD7-C998-4755-099F-38288447E880}" dt="2026-01-26T00:26:45.252" v="224"/>
          <ac:spMkLst>
            <pc:docMk/>
            <pc:sldMk cId="3966086104" sldId="262"/>
            <ac:spMk id="3" creationId="{98724B18-1802-A6D3-BDBA-E3E34B15F0CD}"/>
          </ac:spMkLst>
        </pc:spChg>
        <pc:spChg chg="add">
          <ac:chgData name="Zapata, Edsson Romario" userId="S::zapatae9574@uhcl.edu::5199caf6-7db2-42f0-91d5-2c028ed5d3d9" providerId="AD" clId="Web-{36A93DD7-C998-4755-099F-38288447E880}" dt="2026-01-26T00:26:45.252" v="224"/>
          <ac:spMkLst>
            <pc:docMk/>
            <pc:sldMk cId="3966086104" sldId="262"/>
            <ac:spMk id="8" creationId="{1B15ED52-F352-441B-82BF-E0EA34836D08}"/>
          </ac:spMkLst>
        </pc:spChg>
        <pc:spChg chg="add">
          <ac:chgData name="Zapata, Edsson Romario" userId="S::zapatae9574@uhcl.edu::5199caf6-7db2-42f0-91d5-2c028ed5d3d9" providerId="AD" clId="Web-{36A93DD7-C998-4755-099F-38288447E880}" dt="2026-01-26T00:26:45.252" v="224"/>
          <ac:spMkLst>
            <pc:docMk/>
            <pc:sldMk cId="3966086104" sldId="262"/>
            <ac:spMk id="10" creationId="{3B2E3793-BFE6-45A2-9B7B-E18844431C99}"/>
          </ac:spMkLst>
        </pc:spChg>
        <pc:spChg chg="add">
          <ac:chgData name="Zapata, Edsson Romario" userId="S::zapatae9574@uhcl.edu::5199caf6-7db2-42f0-91d5-2c028ed5d3d9" providerId="AD" clId="Web-{36A93DD7-C998-4755-099F-38288447E880}" dt="2026-01-26T00:26:45.252" v="224"/>
          <ac:spMkLst>
            <pc:docMk/>
            <pc:sldMk cId="3966086104" sldId="262"/>
            <ac:spMk id="12" creationId="{BC4C4868-CB8F-4AF9-9CDB-8108F2C19B67}"/>
          </ac:spMkLst>
        </pc:spChg>
        <pc:spChg chg="add">
          <ac:chgData name="Zapata, Edsson Romario" userId="S::zapatae9574@uhcl.edu::5199caf6-7db2-42f0-91d5-2c028ed5d3d9" providerId="AD" clId="Web-{36A93DD7-C998-4755-099F-38288447E880}" dt="2026-01-26T00:26:45.252" v="224"/>
          <ac:spMkLst>
            <pc:docMk/>
            <pc:sldMk cId="3966086104" sldId="262"/>
            <ac:spMk id="14" creationId="{375E0459-6403-40CD-989D-56A4407CA12E}"/>
          </ac:spMkLst>
        </pc:spChg>
        <pc:spChg chg="add">
          <ac:chgData name="Zapata, Edsson Romario" userId="S::zapatae9574@uhcl.edu::5199caf6-7db2-42f0-91d5-2c028ed5d3d9" providerId="AD" clId="Web-{36A93DD7-C998-4755-099F-38288447E880}" dt="2026-01-26T00:26:45.252" v="224"/>
          <ac:spMkLst>
            <pc:docMk/>
            <pc:sldMk cId="3966086104" sldId="262"/>
            <ac:spMk id="16" creationId="{53E5B1A8-3AC9-4BD1-9BBC-78CA94F2D1BA}"/>
          </ac:spMkLst>
        </pc:spChg>
      </pc:sldChg>
      <pc:sldChg chg="addSp modSp new mod setBg">
        <pc:chgData name="Zapata, Edsson Romario" userId="S::zapatae9574@uhcl.edu::5199caf6-7db2-42f0-91d5-2c028ed5d3d9" providerId="AD" clId="Web-{36A93DD7-C998-4755-099F-38288447E880}" dt="2026-01-26T00:26:50.252" v="225"/>
        <pc:sldMkLst>
          <pc:docMk/>
          <pc:sldMk cId="4016963773" sldId="263"/>
        </pc:sldMkLst>
        <pc:spChg chg="mod">
          <ac:chgData name="Zapata, Edsson Romario" userId="S::zapatae9574@uhcl.edu::5199caf6-7db2-42f0-91d5-2c028ed5d3d9" providerId="AD" clId="Web-{36A93DD7-C998-4755-099F-38288447E880}" dt="2026-01-26T00:26:50.252" v="225"/>
          <ac:spMkLst>
            <pc:docMk/>
            <pc:sldMk cId="4016963773" sldId="263"/>
            <ac:spMk id="2" creationId="{71BD0592-D7E6-980A-5546-71F04C7D2FC2}"/>
          </ac:spMkLst>
        </pc:spChg>
        <pc:spChg chg="mod">
          <ac:chgData name="Zapata, Edsson Romario" userId="S::zapatae9574@uhcl.edu::5199caf6-7db2-42f0-91d5-2c028ed5d3d9" providerId="AD" clId="Web-{36A93DD7-C998-4755-099F-38288447E880}" dt="2026-01-26T00:26:50.252" v="225"/>
          <ac:spMkLst>
            <pc:docMk/>
            <pc:sldMk cId="4016963773" sldId="263"/>
            <ac:spMk id="3" creationId="{60563F37-0548-0D46-949C-AB1150E027F3}"/>
          </ac:spMkLst>
        </pc:spChg>
        <pc:spChg chg="add">
          <ac:chgData name="Zapata, Edsson Romario" userId="S::zapatae9574@uhcl.edu::5199caf6-7db2-42f0-91d5-2c028ed5d3d9" providerId="AD" clId="Web-{36A93DD7-C998-4755-099F-38288447E880}" dt="2026-01-26T00:26:50.252" v="225"/>
          <ac:spMkLst>
            <pc:docMk/>
            <pc:sldMk cId="4016963773" sldId="263"/>
            <ac:spMk id="8" creationId="{1B15ED52-F352-441B-82BF-E0EA34836D08}"/>
          </ac:spMkLst>
        </pc:spChg>
        <pc:spChg chg="add">
          <ac:chgData name="Zapata, Edsson Romario" userId="S::zapatae9574@uhcl.edu::5199caf6-7db2-42f0-91d5-2c028ed5d3d9" providerId="AD" clId="Web-{36A93DD7-C998-4755-099F-38288447E880}" dt="2026-01-26T00:26:50.252" v="225"/>
          <ac:spMkLst>
            <pc:docMk/>
            <pc:sldMk cId="4016963773" sldId="263"/>
            <ac:spMk id="10" creationId="{3B2E3793-BFE6-45A2-9B7B-E18844431C99}"/>
          </ac:spMkLst>
        </pc:spChg>
        <pc:spChg chg="add">
          <ac:chgData name="Zapata, Edsson Romario" userId="S::zapatae9574@uhcl.edu::5199caf6-7db2-42f0-91d5-2c028ed5d3d9" providerId="AD" clId="Web-{36A93DD7-C998-4755-099F-38288447E880}" dt="2026-01-26T00:26:50.252" v="225"/>
          <ac:spMkLst>
            <pc:docMk/>
            <pc:sldMk cId="4016963773" sldId="263"/>
            <ac:spMk id="12" creationId="{BC4C4868-CB8F-4AF9-9CDB-8108F2C19B67}"/>
          </ac:spMkLst>
        </pc:spChg>
        <pc:spChg chg="add">
          <ac:chgData name="Zapata, Edsson Romario" userId="S::zapatae9574@uhcl.edu::5199caf6-7db2-42f0-91d5-2c028ed5d3d9" providerId="AD" clId="Web-{36A93DD7-C998-4755-099F-38288447E880}" dt="2026-01-26T00:26:50.252" v="225"/>
          <ac:spMkLst>
            <pc:docMk/>
            <pc:sldMk cId="4016963773" sldId="263"/>
            <ac:spMk id="14" creationId="{375E0459-6403-40CD-989D-56A4407CA12E}"/>
          </ac:spMkLst>
        </pc:spChg>
        <pc:spChg chg="add">
          <ac:chgData name="Zapata, Edsson Romario" userId="S::zapatae9574@uhcl.edu::5199caf6-7db2-42f0-91d5-2c028ed5d3d9" providerId="AD" clId="Web-{36A93DD7-C998-4755-099F-38288447E880}" dt="2026-01-26T00:26:50.252" v="225"/>
          <ac:spMkLst>
            <pc:docMk/>
            <pc:sldMk cId="4016963773" sldId="263"/>
            <ac:spMk id="16" creationId="{53E5B1A8-3AC9-4BD1-9BBC-78CA94F2D1BA}"/>
          </ac:spMkLst>
        </pc:spChg>
      </pc:sldChg>
      <pc:sldChg chg="addSp delSp modSp new mod setBg">
        <pc:chgData name="Zapata, Edsson Romario" userId="S::zapatae9574@uhcl.edu::5199caf6-7db2-42f0-91d5-2c028ed5d3d9" providerId="AD" clId="Web-{36A93DD7-C998-4755-099F-38288447E880}" dt="2026-01-26T00:34:31.148" v="330"/>
        <pc:sldMkLst>
          <pc:docMk/>
          <pc:sldMk cId="971131265" sldId="264"/>
        </pc:sldMkLst>
        <pc:spChg chg="mod">
          <ac:chgData name="Zapata, Edsson Romario" userId="S::zapatae9574@uhcl.edu::5199caf6-7db2-42f0-91d5-2c028ed5d3d9" providerId="AD" clId="Web-{36A93DD7-C998-4755-099F-38288447E880}" dt="2026-01-26T00:34:31.148" v="330"/>
          <ac:spMkLst>
            <pc:docMk/>
            <pc:sldMk cId="971131265" sldId="264"/>
            <ac:spMk id="2" creationId="{937BA022-A3A6-710D-D8BE-078F5A801838}"/>
          </ac:spMkLst>
        </pc:spChg>
        <pc:spChg chg="mod">
          <ac:chgData name="Zapata, Edsson Romario" userId="S::zapatae9574@uhcl.edu::5199caf6-7db2-42f0-91d5-2c028ed5d3d9" providerId="AD" clId="Web-{36A93DD7-C998-4755-099F-38288447E880}" dt="2026-01-26T00:34:31.148" v="330"/>
          <ac:spMkLst>
            <pc:docMk/>
            <pc:sldMk cId="971131265" sldId="264"/>
            <ac:spMk id="3" creationId="{50A22E40-CF10-28AD-99F8-1268554B6BDC}"/>
          </ac:spMkLst>
        </pc:spChg>
        <pc:spChg chg="add del">
          <ac:chgData name="Zapata, Edsson Romario" userId="S::zapatae9574@uhcl.edu::5199caf6-7db2-42f0-91d5-2c028ed5d3d9" providerId="AD" clId="Web-{36A93DD7-C998-4755-099F-38288447E880}" dt="2026-01-26T00:34:31.148" v="330"/>
          <ac:spMkLst>
            <pc:docMk/>
            <pc:sldMk cId="971131265" sldId="264"/>
            <ac:spMk id="8" creationId="{70DFC902-7D23-471A-B557-B6B6917D7A0D}"/>
          </ac:spMkLst>
        </pc:spChg>
        <pc:spChg chg="add del">
          <ac:chgData name="Zapata, Edsson Romario" userId="S::zapatae9574@uhcl.edu::5199caf6-7db2-42f0-91d5-2c028ed5d3d9" providerId="AD" clId="Web-{36A93DD7-C998-4755-099F-38288447E880}" dt="2026-01-26T00:34:31.148" v="330"/>
          <ac:spMkLst>
            <pc:docMk/>
            <pc:sldMk cId="971131265" sldId="264"/>
            <ac:spMk id="10" creationId="{A55D5633-D557-4DCA-982C-FF36EB7A1C00}"/>
          </ac:spMkLst>
        </pc:spChg>
        <pc:spChg chg="add del">
          <ac:chgData name="Zapata, Edsson Romario" userId="S::zapatae9574@uhcl.edu::5199caf6-7db2-42f0-91d5-2c028ed5d3d9" providerId="AD" clId="Web-{36A93DD7-C998-4755-099F-38288447E880}" dt="2026-01-26T00:34:31.148" v="330"/>
          <ac:spMkLst>
            <pc:docMk/>
            <pc:sldMk cId="971131265" sldId="264"/>
            <ac:spMk id="12" creationId="{450D3AD2-FA80-415F-A9CE-54D884561CD7}"/>
          </ac:spMkLst>
        </pc:spChg>
        <pc:spChg chg="add">
          <ac:chgData name="Zapata, Edsson Romario" userId="S::zapatae9574@uhcl.edu::5199caf6-7db2-42f0-91d5-2c028ed5d3d9" providerId="AD" clId="Web-{36A93DD7-C998-4755-099F-38288447E880}" dt="2026-01-26T00:34:31.148" v="330"/>
          <ac:spMkLst>
            <pc:docMk/>
            <pc:sldMk cId="971131265" sldId="264"/>
            <ac:spMk id="17" creationId="{1B15ED52-F352-441B-82BF-E0EA34836D08}"/>
          </ac:spMkLst>
        </pc:spChg>
        <pc:spChg chg="add">
          <ac:chgData name="Zapata, Edsson Romario" userId="S::zapatae9574@uhcl.edu::5199caf6-7db2-42f0-91d5-2c028ed5d3d9" providerId="AD" clId="Web-{36A93DD7-C998-4755-099F-38288447E880}" dt="2026-01-26T00:34:31.148" v="330"/>
          <ac:spMkLst>
            <pc:docMk/>
            <pc:sldMk cId="971131265" sldId="264"/>
            <ac:spMk id="19" creationId="{3B2E3793-BFE6-45A2-9B7B-E18844431C99}"/>
          </ac:spMkLst>
        </pc:spChg>
        <pc:spChg chg="add">
          <ac:chgData name="Zapata, Edsson Romario" userId="S::zapatae9574@uhcl.edu::5199caf6-7db2-42f0-91d5-2c028ed5d3d9" providerId="AD" clId="Web-{36A93DD7-C998-4755-099F-38288447E880}" dt="2026-01-26T00:34:31.148" v="330"/>
          <ac:spMkLst>
            <pc:docMk/>
            <pc:sldMk cId="971131265" sldId="264"/>
            <ac:spMk id="21" creationId="{BC4C4868-CB8F-4AF9-9CDB-8108F2C19B67}"/>
          </ac:spMkLst>
        </pc:spChg>
        <pc:spChg chg="add">
          <ac:chgData name="Zapata, Edsson Romario" userId="S::zapatae9574@uhcl.edu::5199caf6-7db2-42f0-91d5-2c028ed5d3d9" providerId="AD" clId="Web-{36A93DD7-C998-4755-099F-38288447E880}" dt="2026-01-26T00:34:31.148" v="330"/>
          <ac:spMkLst>
            <pc:docMk/>
            <pc:sldMk cId="971131265" sldId="264"/>
            <ac:spMk id="23" creationId="{375E0459-6403-40CD-989D-56A4407CA12E}"/>
          </ac:spMkLst>
        </pc:spChg>
        <pc:spChg chg="add">
          <ac:chgData name="Zapata, Edsson Romario" userId="S::zapatae9574@uhcl.edu::5199caf6-7db2-42f0-91d5-2c028ed5d3d9" providerId="AD" clId="Web-{36A93DD7-C998-4755-099F-38288447E880}" dt="2026-01-26T00:34:31.148" v="330"/>
          <ac:spMkLst>
            <pc:docMk/>
            <pc:sldMk cId="971131265" sldId="264"/>
            <ac:spMk id="25" creationId="{53E5B1A8-3AC9-4BD1-9BBC-78CA94F2D1BA}"/>
          </ac:spMkLst>
        </pc:spChg>
      </pc:sldChg>
      <pc:sldChg chg="addSp modSp new mod setBg">
        <pc:chgData name="Zapata, Edsson Romario" userId="S::zapatae9574@uhcl.edu::5199caf6-7db2-42f0-91d5-2c028ed5d3d9" providerId="AD" clId="Web-{36A93DD7-C998-4755-099F-38288447E880}" dt="2026-01-26T00:27:09.064" v="227"/>
        <pc:sldMkLst>
          <pc:docMk/>
          <pc:sldMk cId="3836833597" sldId="265"/>
        </pc:sldMkLst>
        <pc:spChg chg="mod">
          <ac:chgData name="Zapata, Edsson Romario" userId="S::zapatae9574@uhcl.edu::5199caf6-7db2-42f0-91d5-2c028ed5d3d9" providerId="AD" clId="Web-{36A93DD7-C998-4755-099F-38288447E880}" dt="2026-01-26T00:27:09.064" v="227"/>
          <ac:spMkLst>
            <pc:docMk/>
            <pc:sldMk cId="3836833597" sldId="265"/>
            <ac:spMk id="2" creationId="{727A8126-D0A5-9F7A-9BD4-2ACB9F92CF15}"/>
          </ac:spMkLst>
        </pc:spChg>
        <pc:spChg chg="mod">
          <ac:chgData name="Zapata, Edsson Romario" userId="S::zapatae9574@uhcl.edu::5199caf6-7db2-42f0-91d5-2c028ed5d3d9" providerId="AD" clId="Web-{36A93DD7-C998-4755-099F-38288447E880}" dt="2026-01-26T00:27:09.064" v="227"/>
          <ac:spMkLst>
            <pc:docMk/>
            <pc:sldMk cId="3836833597" sldId="265"/>
            <ac:spMk id="3" creationId="{6A585A18-22A6-FB3F-7C3E-9408A1631268}"/>
          </ac:spMkLst>
        </pc:spChg>
        <pc:spChg chg="add">
          <ac:chgData name="Zapata, Edsson Romario" userId="S::zapatae9574@uhcl.edu::5199caf6-7db2-42f0-91d5-2c028ed5d3d9" providerId="AD" clId="Web-{36A93DD7-C998-4755-099F-38288447E880}" dt="2026-01-26T00:27:09.064" v="227"/>
          <ac:spMkLst>
            <pc:docMk/>
            <pc:sldMk cId="3836833597" sldId="265"/>
            <ac:spMk id="8" creationId="{1B15ED52-F352-441B-82BF-E0EA34836D08}"/>
          </ac:spMkLst>
        </pc:spChg>
        <pc:spChg chg="add">
          <ac:chgData name="Zapata, Edsson Romario" userId="S::zapatae9574@uhcl.edu::5199caf6-7db2-42f0-91d5-2c028ed5d3d9" providerId="AD" clId="Web-{36A93DD7-C998-4755-099F-38288447E880}" dt="2026-01-26T00:27:09.064" v="227"/>
          <ac:spMkLst>
            <pc:docMk/>
            <pc:sldMk cId="3836833597" sldId="265"/>
            <ac:spMk id="10" creationId="{3B2E3793-BFE6-45A2-9B7B-E18844431C99}"/>
          </ac:spMkLst>
        </pc:spChg>
        <pc:spChg chg="add">
          <ac:chgData name="Zapata, Edsson Romario" userId="S::zapatae9574@uhcl.edu::5199caf6-7db2-42f0-91d5-2c028ed5d3d9" providerId="AD" clId="Web-{36A93DD7-C998-4755-099F-38288447E880}" dt="2026-01-26T00:27:09.064" v="227"/>
          <ac:spMkLst>
            <pc:docMk/>
            <pc:sldMk cId="3836833597" sldId="265"/>
            <ac:spMk id="12" creationId="{BC4C4868-CB8F-4AF9-9CDB-8108F2C19B67}"/>
          </ac:spMkLst>
        </pc:spChg>
        <pc:spChg chg="add">
          <ac:chgData name="Zapata, Edsson Romario" userId="S::zapatae9574@uhcl.edu::5199caf6-7db2-42f0-91d5-2c028ed5d3d9" providerId="AD" clId="Web-{36A93DD7-C998-4755-099F-38288447E880}" dt="2026-01-26T00:27:09.064" v="227"/>
          <ac:spMkLst>
            <pc:docMk/>
            <pc:sldMk cId="3836833597" sldId="265"/>
            <ac:spMk id="14" creationId="{375E0459-6403-40CD-989D-56A4407CA12E}"/>
          </ac:spMkLst>
        </pc:spChg>
        <pc:spChg chg="add">
          <ac:chgData name="Zapata, Edsson Romario" userId="S::zapatae9574@uhcl.edu::5199caf6-7db2-42f0-91d5-2c028ed5d3d9" providerId="AD" clId="Web-{36A93DD7-C998-4755-099F-38288447E880}" dt="2026-01-26T00:27:09.064" v="227"/>
          <ac:spMkLst>
            <pc:docMk/>
            <pc:sldMk cId="3836833597" sldId="265"/>
            <ac:spMk id="16" creationId="{53E5B1A8-3AC9-4BD1-9BBC-78CA94F2D1BA}"/>
          </ac:spMkLst>
        </pc:spChg>
      </pc:sldChg>
      <pc:sldChg chg="addSp delSp modSp add replId">
        <pc:chgData name="Zapata, Edsson Romario" userId="S::zapatae9574@uhcl.edu::5199caf6-7db2-42f0-91d5-2c028ed5d3d9" providerId="AD" clId="Web-{36A93DD7-C998-4755-099F-38288447E880}" dt="2026-01-26T00:31:50.783" v="329"/>
        <pc:sldMkLst>
          <pc:docMk/>
          <pc:sldMk cId="1796363659" sldId="266"/>
        </pc:sldMkLst>
        <pc:spChg chg="mod">
          <ac:chgData name="Zapata, Edsson Romario" userId="S::zapatae9574@uhcl.edu::5199caf6-7db2-42f0-91d5-2c028ed5d3d9" providerId="AD" clId="Web-{36A93DD7-C998-4755-099F-38288447E880}" dt="2026-01-26T00:28:52.970" v="263" actId="20577"/>
          <ac:spMkLst>
            <pc:docMk/>
            <pc:sldMk cId="1796363659" sldId="266"/>
            <ac:spMk id="2" creationId="{5DFD7062-2EF7-E411-5B21-ECE5D9BF1A19}"/>
          </ac:spMkLst>
        </pc:spChg>
        <pc:spChg chg="add del mod">
          <ac:chgData name="Zapata, Edsson Romario" userId="S::zapatae9574@uhcl.edu::5199caf6-7db2-42f0-91d5-2c028ed5d3d9" providerId="AD" clId="Web-{36A93DD7-C998-4755-099F-38288447E880}" dt="2026-01-26T00:31:50.783" v="329"/>
          <ac:spMkLst>
            <pc:docMk/>
            <pc:sldMk cId="1796363659" sldId="266"/>
            <ac:spMk id="3" creationId="{EB94C2EE-3593-3C6D-3E46-02706DF086F5}"/>
          </ac:spMkLst>
        </pc:spChg>
        <pc:graphicFrameChg chg="add del">
          <ac:chgData name="Zapata, Edsson Romario" userId="S::zapatae9574@uhcl.edu::5199caf6-7db2-42f0-91d5-2c028ed5d3d9" providerId="AD" clId="Web-{36A93DD7-C998-4755-099F-38288447E880}" dt="2026-01-26T00:31:50.783" v="329"/>
          <ac:graphicFrameMkLst>
            <pc:docMk/>
            <pc:sldMk cId="1796363659" sldId="266"/>
            <ac:graphicFrameMk id="18" creationId="{29F47F0D-D86E-0CAD-5BF7-41C8D0E410D3}"/>
          </ac:graphicFrameMkLst>
        </pc:graphicFrameChg>
        <pc:picChg chg="add mod">
          <ac:chgData name="Zapata, Edsson Romario" userId="S::zapatae9574@uhcl.edu::5199caf6-7db2-42f0-91d5-2c028ed5d3d9" providerId="AD" clId="Web-{36A93DD7-C998-4755-099F-38288447E880}" dt="2026-01-26T00:31:50.549" v="328" actId="1076"/>
          <ac:picMkLst>
            <pc:docMk/>
            <pc:sldMk cId="1796363659" sldId="266"/>
            <ac:picMk id="4" creationId="{0160A8D2-CDEC-4894-159A-44E003CA4116}"/>
          </ac:picMkLst>
        </pc:picChg>
      </pc:sldChg>
    </pc:docChg>
  </pc:docChgLst>
  <pc:docChgLst>
    <pc:chgData name="Zapata, Edsson Romario" userId="S::zapatae9574@uhcl.edu::5199caf6-7db2-42f0-91d5-2c028ed5d3d9" providerId="AD" clId="Web-{6FB81CD7-C93D-37C4-B547-3A5F28E230C2}"/>
    <pc:docChg chg="modSld">
      <pc:chgData name="Zapata, Edsson Romario" userId="S::zapatae9574@uhcl.edu::5199caf6-7db2-42f0-91d5-2c028ed5d3d9" providerId="AD" clId="Web-{6FB81CD7-C93D-37C4-B547-3A5F28E230C2}" dt="2026-01-26T23:22:59.855" v="120" actId="20577"/>
      <pc:docMkLst>
        <pc:docMk/>
      </pc:docMkLst>
      <pc:sldChg chg="modSp">
        <pc:chgData name="Zapata, Edsson Romario" userId="S::zapatae9574@uhcl.edu::5199caf6-7db2-42f0-91d5-2c028ed5d3d9" providerId="AD" clId="Web-{6FB81CD7-C93D-37C4-B547-3A5F28E230C2}" dt="2026-01-26T23:16:26.301" v="61" actId="20577"/>
        <pc:sldMkLst>
          <pc:docMk/>
          <pc:sldMk cId="1330026710" sldId="259"/>
        </pc:sldMkLst>
        <pc:spChg chg="mod">
          <ac:chgData name="Zapata, Edsson Romario" userId="S::zapatae9574@uhcl.edu::5199caf6-7db2-42f0-91d5-2c028ed5d3d9" providerId="AD" clId="Web-{6FB81CD7-C93D-37C4-B547-3A5F28E230C2}" dt="2026-01-26T23:16:26.301" v="61" actId="20577"/>
          <ac:spMkLst>
            <pc:docMk/>
            <pc:sldMk cId="1330026710" sldId="259"/>
            <ac:spMk id="3" creationId="{11A330F1-6600-0332-AB2F-D625FDB8A7A3}"/>
          </ac:spMkLst>
        </pc:spChg>
      </pc:sldChg>
      <pc:sldChg chg="modSp">
        <pc:chgData name="Zapata, Edsson Romario" userId="S::zapatae9574@uhcl.edu::5199caf6-7db2-42f0-91d5-2c028ed5d3d9" providerId="AD" clId="Web-{6FB81CD7-C93D-37C4-B547-3A5F28E230C2}" dt="2026-01-26T23:17:47.538" v="79" actId="1076"/>
        <pc:sldMkLst>
          <pc:docMk/>
          <pc:sldMk cId="2353034965" sldId="260"/>
        </pc:sldMkLst>
        <pc:spChg chg="mod">
          <ac:chgData name="Zapata, Edsson Romario" userId="S::zapatae9574@uhcl.edu::5199caf6-7db2-42f0-91d5-2c028ed5d3d9" providerId="AD" clId="Web-{6FB81CD7-C93D-37C4-B547-3A5F28E230C2}" dt="2026-01-26T23:17:47.538" v="79" actId="1076"/>
          <ac:spMkLst>
            <pc:docMk/>
            <pc:sldMk cId="2353034965" sldId="260"/>
            <ac:spMk id="2" creationId="{7D6634F7-F205-1AFB-DA82-D96CF12D7CC8}"/>
          </ac:spMkLst>
        </pc:spChg>
        <pc:spChg chg="mod">
          <ac:chgData name="Zapata, Edsson Romario" userId="S::zapatae9574@uhcl.edu::5199caf6-7db2-42f0-91d5-2c028ed5d3d9" providerId="AD" clId="Web-{6FB81CD7-C93D-37C4-B547-3A5F28E230C2}" dt="2026-01-26T23:17:41.053" v="78" actId="1076"/>
          <ac:spMkLst>
            <pc:docMk/>
            <pc:sldMk cId="2353034965" sldId="260"/>
            <ac:spMk id="3" creationId="{F1B6220D-A059-8ECD-AE6D-978FF31D2D47}"/>
          </ac:spMkLst>
        </pc:spChg>
        <pc:picChg chg="mod">
          <ac:chgData name="Zapata, Edsson Romario" userId="S::zapatae9574@uhcl.edu::5199caf6-7db2-42f0-91d5-2c028ed5d3d9" providerId="AD" clId="Web-{6FB81CD7-C93D-37C4-B547-3A5F28E230C2}" dt="2026-01-26T23:17:18.178" v="73" actId="1076"/>
          <ac:picMkLst>
            <pc:docMk/>
            <pc:sldMk cId="2353034965" sldId="260"/>
            <ac:picMk id="4" creationId="{E67F3169-C7D4-4D21-5398-14570AAF2E7C}"/>
          </ac:picMkLst>
        </pc:picChg>
      </pc:sldChg>
      <pc:sldChg chg="addSp modSp">
        <pc:chgData name="Zapata, Edsson Romario" userId="S::zapatae9574@uhcl.edu::5199caf6-7db2-42f0-91d5-2c028ed5d3d9" providerId="AD" clId="Web-{6FB81CD7-C93D-37C4-B547-3A5F28E230C2}" dt="2026-01-26T23:10:59.983" v="24"/>
        <pc:sldMkLst>
          <pc:docMk/>
          <pc:sldMk cId="2827602059" sldId="261"/>
        </pc:sldMkLst>
        <pc:graphicFrameChg chg="mod modGraphic">
          <ac:chgData name="Zapata, Edsson Romario" userId="S::zapatae9574@uhcl.edu::5199caf6-7db2-42f0-91d5-2c028ed5d3d9" providerId="AD" clId="Web-{6FB81CD7-C93D-37C4-B547-3A5F28E230C2}" dt="2026-01-26T23:10:59.983" v="24"/>
          <ac:graphicFrameMkLst>
            <pc:docMk/>
            <pc:sldMk cId="2827602059" sldId="261"/>
            <ac:graphicFrameMk id="5" creationId="{096EAD72-45EC-4D6E-9819-03B0F3F0FD02}"/>
          </ac:graphicFrameMkLst>
        </pc:graphicFrameChg>
        <pc:picChg chg="add mod">
          <ac:chgData name="Zapata, Edsson Romario" userId="S::zapatae9574@uhcl.edu::5199caf6-7db2-42f0-91d5-2c028ed5d3d9" providerId="AD" clId="Web-{6FB81CD7-C93D-37C4-B547-3A5F28E230C2}" dt="2026-01-26T23:10:36.796" v="23" actId="14100"/>
          <ac:picMkLst>
            <pc:docMk/>
            <pc:sldMk cId="2827602059" sldId="261"/>
            <ac:picMk id="3" creationId="{AAFBB0B3-F7BF-6091-4FDB-8CB3CCB36CC8}"/>
          </ac:picMkLst>
        </pc:picChg>
      </pc:sldChg>
      <pc:sldChg chg="modSp">
        <pc:chgData name="Zapata, Edsson Romario" userId="S::zapatae9574@uhcl.edu::5199caf6-7db2-42f0-91d5-2c028ed5d3d9" providerId="AD" clId="Web-{6FB81CD7-C93D-37C4-B547-3A5F28E230C2}" dt="2026-01-26T23:18:00.663" v="80" actId="1076"/>
        <pc:sldMkLst>
          <pc:docMk/>
          <pc:sldMk cId="3966086104" sldId="262"/>
        </pc:sldMkLst>
        <pc:spChg chg="mod">
          <ac:chgData name="Zapata, Edsson Romario" userId="S::zapatae9574@uhcl.edu::5199caf6-7db2-42f0-91d5-2c028ed5d3d9" providerId="AD" clId="Web-{6FB81CD7-C93D-37C4-B547-3A5F28E230C2}" dt="2026-01-26T23:06:21.477" v="1" actId="1076"/>
          <ac:spMkLst>
            <pc:docMk/>
            <pc:sldMk cId="3966086104" sldId="262"/>
            <ac:spMk id="2" creationId="{67A7F52E-422E-FDF0-7A88-E785F1C6B17B}"/>
          </ac:spMkLst>
        </pc:spChg>
        <pc:spChg chg="mod">
          <ac:chgData name="Zapata, Edsson Romario" userId="S::zapatae9574@uhcl.edu::5199caf6-7db2-42f0-91d5-2c028ed5d3d9" providerId="AD" clId="Web-{6FB81CD7-C93D-37C4-B547-3A5F28E230C2}" dt="2026-01-26T23:13:40.861" v="41" actId="14100"/>
          <ac:spMkLst>
            <pc:docMk/>
            <pc:sldMk cId="3966086104" sldId="262"/>
            <ac:spMk id="3" creationId="{98724B18-1802-A6D3-BDBA-E3E34B15F0CD}"/>
          </ac:spMkLst>
        </pc:spChg>
        <pc:picChg chg="mod">
          <ac:chgData name="Zapata, Edsson Romario" userId="S::zapatae9574@uhcl.edu::5199caf6-7db2-42f0-91d5-2c028ed5d3d9" providerId="AD" clId="Web-{6FB81CD7-C93D-37C4-B547-3A5F28E230C2}" dt="2026-01-26T23:18:00.663" v="80" actId="1076"/>
          <ac:picMkLst>
            <pc:docMk/>
            <pc:sldMk cId="3966086104" sldId="262"/>
            <ac:picMk id="4" creationId="{A3729F83-F509-C122-97B6-4301F7F87B29}"/>
          </ac:picMkLst>
        </pc:picChg>
      </pc:sldChg>
      <pc:sldChg chg="modSp">
        <pc:chgData name="Zapata, Edsson Romario" userId="S::zapatae9574@uhcl.edu::5199caf6-7db2-42f0-91d5-2c028ed5d3d9" providerId="AD" clId="Web-{6FB81CD7-C93D-37C4-B547-3A5F28E230C2}" dt="2026-01-26T23:19:43.759" v="90" actId="1076"/>
        <pc:sldMkLst>
          <pc:docMk/>
          <pc:sldMk cId="4016963773" sldId="263"/>
        </pc:sldMkLst>
        <pc:spChg chg="mod">
          <ac:chgData name="Zapata, Edsson Romario" userId="S::zapatae9574@uhcl.edu::5199caf6-7db2-42f0-91d5-2c028ed5d3d9" providerId="AD" clId="Web-{6FB81CD7-C93D-37C4-B547-3A5F28E230C2}" dt="2026-01-26T23:19:15.915" v="83" actId="1076"/>
          <ac:spMkLst>
            <pc:docMk/>
            <pc:sldMk cId="4016963773" sldId="263"/>
            <ac:spMk id="2" creationId="{71BD0592-D7E6-980A-5546-71F04C7D2FC2}"/>
          </ac:spMkLst>
        </pc:spChg>
        <pc:spChg chg="mod">
          <ac:chgData name="Zapata, Edsson Romario" userId="S::zapatae9574@uhcl.edu::5199caf6-7db2-42f0-91d5-2c028ed5d3d9" providerId="AD" clId="Web-{6FB81CD7-C93D-37C4-B547-3A5F28E230C2}" dt="2026-01-26T23:19:40.884" v="89" actId="1076"/>
          <ac:spMkLst>
            <pc:docMk/>
            <pc:sldMk cId="4016963773" sldId="263"/>
            <ac:spMk id="3" creationId="{60563F37-0548-0D46-949C-AB1150E027F3}"/>
          </ac:spMkLst>
        </pc:spChg>
        <pc:picChg chg="mod">
          <ac:chgData name="Zapata, Edsson Romario" userId="S::zapatae9574@uhcl.edu::5199caf6-7db2-42f0-91d5-2c028ed5d3d9" providerId="AD" clId="Web-{6FB81CD7-C93D-37C4-B547-3A5F28E230C2}" dt="2026-01-26T23:19:43.759" v="90" actId="1076"/>
          <ac:picMkLst>
            <pc:docMk/>
            <pc:sldMk cId="4016963773" sldId="263"/>
            <ac:picMk id="4" creationId="{D52CEFF8-8D66-5EFC-9E28-D5FDEB2EA9C4}"/>
          </ac:picMkLst>
        </pc:picChg>
      </pc:sldChg>
      <pc:sldChg chg="modSp">
        <pc:chgData name="Zapata, Edsson Romario" userId="S::zapatae9574@uhcl.edu::5199caf6-7db2-42f0-91d5-2c028ed5d3d9" providerId="AD" clId="Web-{6FB81CD7-C93D-37C4-B547-3A5F28E230C2}" dt="2026-01-26T23:21:47.182" v="111" actId="14100"/>
        <pc:sldMkLst>
          <pc:docMk/>
          <pc:sldMk cId="971131265" sldId="264"/>
        </pc:sldMkLst>
        <pc:spChg chg="mod">
          <ac:chgData name="Zapata, Edsson Romario" userId="S::zapatae9574@uhcl.edu::5199caf6-7db2-42f0-91d5-2c028ed5d3d9" providerId="AD" clId="Web-{6FB81CD7-C93D-37C4-B547-3A5F28E230C2}" dt="2026-01-26T23:21:33.573" v="108" actId="1076"/>
          <ac:spMkLst>
            <pc:docMk/>
            <pc:sldMk cId="971131265" sldId="264"/>
            <ac:spMk id="2" creationId="{937BA022-A3A6-710D-D8BE-078F5A801838}"/>
          </ac:spMkLst>
        </pc:spChg>
        <pc:spChg chg="mod">
          <ac:chgData name="Zapata, Edsson Romario" userId="S::zapatae9574@uhcl.edu::5199caf6-7db2-42f0-91d5-2c028ed5d3d9" providerId="AD" clId="Web-{6FB81CD7-C93D-37C4-B547-3A5F28E230C2}" dt="2026-01-26T23:21:47.182" v="111" actId="14100"/>
          <ac:spMkLst>
            <pc:docMk/>
            <pc:sldMk cId="971131265" sldId="264"/>
            <ac:spMk id="3" creationId="{50A22E40-CF10-28AD-99F8-1268554B6BDC}"/>
          </ac:spMkLst>
        </pc:spChg>
        <pc:picChg chg="mod">
          <ac:chgData name="Zapata, Edsson Romario" userId="S::zapatae9574@uhcl.edu::5199caf6-7db2-42f0-91d5-2c028ed5d3d9" providerId="AD" clId="Web-{6FB81CD7-C93D-37C4-B547-3A5F28E230C2}" dt="2026-01-26T23:21:36.870" v="109" actId="1076"/>
          <ac:picMkLst>
            <pc:docMk/>
            <pc:sldMk cId="971131265" sldId="264"/>
            <ac:picMk id="4" creationId="{77F002B8-C13F-1B07-6F29-2806EF5778D0}"/>
          </ac:picMkLst>
        </pc:picChg>
      </pc:sldChg>
      <pc:sldChg chg="modSp">
        <pc:chgData name="Zapata, Edsson Romario" userId="S::zapatae9574@uhcl.edu::5199caf6-7db2-42f0-91d5-2c028ed5d3d9" providerId="AD" clId="Web-{6FB81CD7-C93D-37C4-B547-3A5F28E230C2}" dt="2026-01-26T23:22:59.855" v="120" actId="20577"/>
        <pc:sldMkLst>
          <pc:docMk/>
          <pc:sldMk cId="1796363659" sldId="266"/>
        </pc:sldMkLst>
        <pc:spChg chg="mod">
          <ac:chgData name="Zapata, Edsson Romario" userId="S::zapatae9574@uhcl.edu::5199caf6-7db2-42f0-91d5-2c028ed5d3d9" providerId="AD" clId="Web-{6FB81CD7-C93D-37C4-B547-3A5F28E230C2}" dt="2026-01-26T23:22:33.824" v="118" actId="20577"/>
          <ac:spMkLst>
            <pc:docMk/>
            <pc:sldMk cId="1796363659" sldId="266"/>
            <ac:spMk id="2" creationId="{5DFD7062-2EF7-E411-5B21-ECE5D9BF1A19}"/>
          </ac:spMkLst>
        </pc:spChg>
        <pc:graphicFrameChg chg="mod modGraphic">
          <ac:chgData name="Zapata, Edsson Romario" userId="S::zapatae9574@uhcl.edu::5199caf6-7db2-42f0-91d5-2c028ed5d3d9" providerId="AD" clId="Web-{6FB81CD7-C93D-37C4-B547-3A5F28E230C2}" dt="2026-01-26T23:22:59.855" v="120" actId="20577"/>
          <ac:graphicFrameMkLst>
            <pc:docMk/>
            <pc:sldMk cId="1796363659" sldId="266"/>
            <ac:graphicFrameMk id="19" creationId="{E508498F-0319-0FB9-3BA8-4941EF7F08BB}"/>
          </ac:graphicFrameMkLst>
        </pc:graphicFrameChg>
      </pc:sldChg>
      <pc:sldChg chg="modSp">
        <pc:chgData name="Zapata, Edsson Romario" userId="S::zapatae9574@uhcl.edu::5199caf6-7db2-42f0-91d5-2c028ed5d3d9" providerId="AD" clId="Web-{6FB81CD7-C93D-37C4-B547-3A5F28E230C2}" dt="2026-01-26T23:20:08.275" v="95" actId="1076"/>
        <pc:sldMkLst>
          <pc:docMk/>
          <pc:sldMk cId="507274041" sldId="267"/>
        </pc:sldMkLst>
        <pc:spChg chg="mod">
          <ac:chgData name="Zapata, Edsson Romario" userId="S::zapatae9574@uhcl.edu::5199caf6-7db2-42f0-91d5-2c028ed5d3d9" providerId="AD" clId="Web-{6FB81CD7-C93D-37C4-B547-3A5F28E230C2}" dt="2026-01-26T23:20:05.212" v="94" actId="1076"/>
          <ac:spMkLst>
            <pc:docMk/>
            <pc:sldMk cId="507274041" sldId="267"/>
            <ac:spMk id="2" creationId="{3EBD7943-0C29-E3F6-FAB4-89746938A64F}"/>
          </ac:spMkLst>
        </pc:spChg>
        <pc:spChg chg="mod">
          <ac:chgData name="Zapata, Edsson Romario" userId="S::zapatae9574@uhcl.edu::5199caf6-7db2-42f0-91d5-2c028ed5d3d9" providerId="AD" clId="Web-{6FB81CD7-C93D-37C4-B547-3A5F28E230C2}" dt="2026-01-26T23:20:00.478" v="93" actId="1076"/>
          <ac:spMkLst>
            <pc:docMk/>
            <pc:sldMk cId="507274041" sldId="267"/>
            <ac:spMk id="3" creationId="{2CBBF9BD-4DC1-C1A8-4368-5274B831AAC1}"/>
          </ac:spMkLst>
        </pc:spChg>
        <pc:picChg chg="mod">
          <ac:chgData name="Zapata, Edsson Romario" userId="S::zapatae9574@uhcl.edu::5199caf6-7db2-42f0-91d5-2c028ed5d3d9" providerId="AD" clId="Web-{6FB81CD7-C93D-37C4-B547-3A5F28E230C2}" dt="2026-01-26T23:20:08.275" v="95" actId="1076"/>
          <ac:picMkLst>
            <pc:docMk/>
            <pc:sldMk cId="507274041" sldId="267"/>
            <ac:picMk id="20" creationId="{AE6A64CC-4EB1-61F6-B43A-0EFA89913BF7}"/>
          </ac:picMkLst>
        </pc:picChg>
      </pc:sldChg>
      <pc:sldChg chg="modSp">
        <pc:chgData name="Zapata, Edsson Romario" userId="S::zapatae9574@uhcl.edu::5199caf6-7db2-42f0-91d5-2c028ed5d3d9" providerId="AD" clId="Web-{6FB81CD7-C93D-37C4-B547-3A5F28E230C2}" dt="2026-01-26T23:20:36.853" v="100" actId="20577"/>
        <pc:sldMkLst>
          <pc:docMk/>
          <pc:sldMk cId="1489086045" sldId="268"/>
        </pc:sldMkLst>
        <pc:spChg chg="mod">
          <ac:chgData name="Zapata, Edsson Romario" userId="S::zapatae9574@uhcl.edu::5199caf6-7db2-42f0-91d5-2c028ed5d3d9" providerId="AD" clId="Web-{6FB81CD7-C93D-37C4-B547-3A5F28E230C2}" dt="2026-01-26T23:20:17.838" v="97" actId="1076"/>
          <ac:spMkLst>
            <pc:docMk/>
            <pc:sldMk cId="1489086045" sldId="268"/>
            <ac:spMk id="2" creationId="{48AA644E-233E-BEFD-7390-CE53276895AA}"/>
          </ac:spMkLst>
        </pc:spChg>
        <pc:spChg chg="mod">
          <ac:chgData name="Zapata, Edsson Romario" userId="S::zapatae9574@uhcl.edu::5199caf6-7db2-42f0-91d5-2c028ed5d3d9" providerId="AD" clId="Web-{6FB81CD7-C93D-37C4-B547-3A5F28E230C2}" dt="2026-01-26T23:20:36.853" v="100" actId="20577"/>
          <ac:spMkLst>
            <pc:docMk/>
            <pc:sldMk cId="1489086045" sldId="268"/>
            <ac:spMk id="3" creationId="{83124C61-AB0C-2F70-285C-7C1F1B35E2CB}"/>
          </ac:spMkLst>
        </pc:spChg>
      </pc:sldChg>
      <pc:sldChg chg="modSp">
        <pc:chgData name="Zapata, Edsson Romario" userId="S::zapatae9574@uhcl.edu::5199caf6-7db2-42f0-91d5-2c028ed5d3d9" providerId="AD" clId="Web-{6FB81CD7-C93D-37C4-B547-3A5F28E230C2}" dt="2026-01-26T23:21:24.213" v="107" actId="20577"/>
        <pc:sldMkLst>
          <pc:docMk/>
          <pc:sldMk cId="2268310636" sldId="269"/>
        </pc:sldMkLst>
        <pc:spChg chg="mod">
          <ac:chgData name="Zapata, Edsson Romario" userId="S::zapatae9574@uhcl.edu::5199caf6-7db2-42f0-91d5-2c028ed5d3d9" providerId="AD" clId="Web-{6FB81CD7-C93D-37C4-B547-3A5F28E230C2}" dt="2026-01-26T23:21:24.213" v="107" actId="20577"/>
          <ac:spMkLst>
            <pc:docMk/>
            <pc:sldMk cId="2268310636" sldId="269"/>
            <ac:spMk id="6" creationId="{97A697AA-87B4-0C64-C490-98B715A31B3A}"/>
          </ac:spMkLst>
        </pc:spChg>
      </pc:sldChg>
    </pc:docChg>
  </pc:docChgLst>
  <pc:docChgLst>
    <pc:chgData name="Varela, Trinity A" userId="S::varelat1472@uhcl.edu::8e774b34-1373-4562-a2c8-7841e1a65b4d" providerId="AD" clId="Web-{9F658BD9-9CCF-044E-68EB-524BE2D84EC3}"/>
    <pc:docChg chg="addSld delSld modSld">
      <pc:chgData name="Varela, Trinity A" userId="S::varelat1472@uhcl.edu::8e774b34-1373-4562-a2c8-7841e1a65b4d" providerId="AD" clId="Web-{9F658BD9-9CCF-044E-68EB-524BE2D84EC3}" dt="2026-01-26T23:03:47.539" v="251" actId="20577"/>
      <pc:docMkLst>
        <pc:docMk/>
      </pc:docMkLst>
      <pc:sldChg chg="addSp delSp modSp mod setClrOvrMap">
        <pc:chgData name="Varela, Trinity A" userId="S::varelat1472@uhcl.edu::8e774b34-1373-4562-a2c8-7841e1a65b4d" providerId="AD" clId="Web-{9F658BD9-9CCF-044E-68EB-524BE2D84EC3}" dt="2026-01-26T23:03:47.539" v="251" actId="20577"/>
        <pc:sldMkLst>
          <pc:docMk/>
          <pc:sldMk cId="1798708926" sldId="258"/>
        </pc:sldMkLst>
        <pc:spChg chg="mod">
          <ac:chgData name="Varela, Trinity A" userId="S::varelat1472@uhcl.edu::8e774b34-1373-4562-a2c8-7841e1a65b4d" providerId="AD" clId="Web-{9F658BD9-9CCF-044E-68EB-524BE2D84EC3}" dt="2026-01-26T23:03:47.539" v="251" actId="20577"/>
          <ac:spMkLst>
            <pc:docMk/>
            <pc:sldMk cId="1798708926" sldId="258"/>
            <ac:spMk id="2" creationId="{8370AE13-FD2D-9AB8-ACF1-A51AC126A283}"/>
          </ac:spMkLst>
        </pc:spChg>
        <pc:spChg chg="mod">
          <ac:chgData name="Varela, Trinity A" userId="S::varelat1472@uhcl.edu::8e774b34-1373-4562-a2c8-7841e1a65b4d" providerId="AD" clId="Web-{9F658BD9-9CCF-044E-68EB-524BE2D84EC3}" dt="2026-01-26T23:03:45.273" v="250" actId="20577"/>
          <ac:spMkLst>
            <pc:docMk/>
            <pc:sldMk cId="1798708926" sldId="258"/>
            <ac:spMk id="3" creationId="{6694F193-3355-3479-1A00-DF8A3AFEAC98}"/>
          </ac:spMkLst>
        </pc:spChg>
        <pc:spChg chg="add del">
          <ac:chgData name="Varela, Trinity A" userId="S::varelat1472@uhcl.edu::8e774b34-1373-4562-a2c8-7841e1a65b4d" providerId="AD" clId="Web-{9F658BD9-9CCF-044E-68EB-524BE2D84EC3}" dt="2026-01-26T22:55:43.914" v="206"/>
          <ac:spMkLst>
            <pc:docMk/>
            <pc:sldMk cId="1798708926" sldId="258"/>
            <ac:spMk id="21" creationId="{979E27D9-03C7-44E2-9FF8-15D0C8506AF7}"/>
          </ac:spMkLst>
        </pc:spChg>
        <pc:spChg chg="add del">
          <ac:chgData name="Varela, Trinity A" userId="S::varelat1472@uhcl.edu::8e774b34-1373-4562-a2c8-7841e1a65b4d" providerId="AD" clId="Web-{9F658BD9-9CCF-044E-68EB-524BE2D84EC3}" dt="2026-01-26T22:55:43.914" v="206"/>
          <ac:spMkLst>
            <pc:docMk/>
            <pc:sldMk cId="1798708926" sldId="258"/>
            <ac:spMk id="23" creationId="{EEBF1590-3B36-48EE-A89D-3B6F3CB256AB}"/>
          </ac:spMkLst>
        </pc:spChg>
        <pc:spChg chg="add del">
          <ac:chgData name="Varela, Trinity A" userId="S::varelat1472@uhcl.edu::8e774b34-1373-4562-a2c8-7841e1a65b4d" providerId="AD" clId="Web-{9F658BD9-9CCF-044E-68EB-524BE2D84EC3}" dt="2026-01-26T22:55:43.914" v="206"/>
          <ac:spMkLst>
            <pc:docMk/>
            <pc:sldMk cId="1798708926" sldId="258"/>
            <ac:spMk id="25" creationId="{AC8F6C8C-AB5A-4548-942D-E3FD40ACBC49}"/>
          </ac:spMkLst>
        </pc:spChg>
        <pc:spChg chg="add del">
          <ac:chgData name="Varela, Trinity A" userId="S::varelat1472@uhcl.edu::8e774b34-1373-4562-a2c8-7841e1a65b4d" providerId="AD" clId="Web-{9F658BD9-9CCF-044E-68EB-524BE2D84EC3}" dt="2026-01-26T22:55:43.899" v="205"/>
          <ac:spMkLst>
            <pc:docMk/>
            <pc:sldMk cId="1798708926" sldId="258"/>
            <ac:spMk id="30" creationId="{C5E6CFF1-2F42-4E10-9A97-F116F46F53FE}"/>
          </ac:spMkLst>
        </pc:spChg>
        <pc:spChg chg="add del">
          <ac:chgData name="Varela, Trinity A" userId="S::varelat1472@uhcl.edu::8e774b34-1373-4562-a2c8-7841e1a65b4d" providerId="AD" clId="Web-{9F658BD9-9CCF-044E-68EB-524BE2D84EC3}" dt="2026-01-26T22:56:03.508" v="209"/>
          <ac:spMkLst>
            <pc:docMk/>
            <pc:sldMk cId="1798708926" sldId="258"/>
            <ac:spMk id="34" creationId="{C0763A76-9F1C-4FC5-82B7-DD475DA461B2}"/>
          </ac:spMkLst>
        </pc:spChg>
        <pc:spChg chg="add del">
          <ac:chgData name="Varela, Trinity A" userId="S::varelat1472@uhcl.edu::8e774b34-1373-4562-a2c8-7841e1a65b4d" providerId="AD" clId="Web-{9F658BD9-9CCF-044E-68EB-524BE2D84EC3}" dt="2026-01-26T22:56:03.508" v="209"/>
          <ac:spMkLst>
            <pc:docMk/>
            <pc:sldMk cId="1798708926" sldId="258"/>
            <ac:spMk id="35" creationId="{E81BF4F6-F2CF-4984-9D14-D6966D92F99F}"/>
          </ac:spMkLst>
        </pc:spChg>
        <pc:spChg chg="add del">
          <ac:chgData name="Varela, Trinity A" userId="S::varelat1472@uhcl.edu::8e774b34-1373-4562-a2c8-7841e1a65b4d" providerId="AD" clId="Web-{9F658BD9-9CCF-044E-68EB-524BE2D84EC3}" dt="2026-01-26T23:01:58.467" v="239"/>
          <ac:spMkLst>
            <pc:docMk/>
            <pc:sldMk cId="1798708926" sldId="258"/>
            <ac:spMk id="40" creationId="{04812C46-200A-4DEB-A05E-3ED6C68C2387}"/>
          </ac:spMkLst>
        </pc:spChg>
        <pc:spChg chg="add del">
          <ac:chgData name="Varela, Trinity A" userId="S::varelat1472@uhcl.edu::8e774b34-1373-4562-a2c8-7841e1a65b4d" providerId="AD" clId="Web-{9F658BD9-9CCF-044E-68EB-524BE2D84EC3}" dt="2026-01-26T23:01:58.467" v="239"/>
          <ac:spMkLst>
            <pc:docMk/>
            <pc:sldMk cId="1798708926" sldId="258"/>
            <ac:spMk id="42" creationId="{D1EA859B-E555-4109-94F3-6700E046E008}"/>
          </ac:spMkLst>
        </pc:spChg>
        <pc:spChg chg="add">
          <ac:chgData name="Varela, Trinity A" userId="S::varelat1472@uhcl.edu::8e774b34-1373-4562-a2c8-7841e1a65b4d" providerId="AD" clId="Web-{9F658BD9-9CCF-044E-68EB-524BE2D84EC3}" dt="2026-01-26T23:01:58.467" v="239"/>
          <ac:spMkLst>
            <pc:docMk/>
            <pc:sldMk cId="1798708926" sldId="258"/>
            <ac:spMk id="47" creationId="{D1D34770-47A8-402C-AF23-2B653F2D88C1}"/>
          </ac:spMkLst>
        </pc:spChg>
        <pc:picChg chg="del">
          <ac:chgData name="Varela, Trinity A" userId="S::varelat1472@uhcl.edu::8e774b34-1373-4562-a2c8-7841e1a65b4d" providerId="AD" clId="Web-{9F658BD9-9CCF-044E-68EB-524BE2D84EC3}" dt="2026-01-26T22:53:52.005" v="202"/>
          <ac:picMkLst>
            <pc:docMk/>
            <pc:sldMk cId="1798708926" sldId="258"/>
            <ac:picMk id="4" creationId="{36FAD105-7354-603A-FDB9-C3B1C2B5A059}"/>
          </ac:picMkLst>
        </pc:picChg>
        <pc:picChg chg="add del mod ord modCrop">
          <ac:chgData name="Varela, Trinity A" userId="S::varelat1472@uhcl.edu::8e774b34-1373-4562-a2c8-7841e1a65b4d" providerId="AD" clId="Web-{9F658BD9-9CCF-044E-68EB-524BE2D84EC3}" dt="2026-01-26T22:58:20.527" v="232"/>
          <ac:picMkLst>
            <pc:docMk/>
            <pc:sldMk cId="1798708926" sldId="258"/>
            <ac:picMk id="5" creationId="{C821A0E1-9555-0F83-9D49-FE7E0F9986A6}"/>
          </ac:picMkLst>
        </pc:picChg>
        <pc:picChg chg="add del mod">
          <ac:chgData name="Varela, Trinity A" userId="S::varelat1472@uhcl.edu::8e774b34-1373-4562-a2c8-7841e1a65b4d" providerId="AD" clId="Web-{9F658BD9-9CCF-044E-68EB-524BE2D84EC3}" dt="2026-01-26T23:00:36.404" v="234"/>
          <ac:picMkLst>
            <pc:docMk/>
            <pc:sldMk cId="1798708926" sldId="258"/>
            <ac:picMk id="6" creationId="{33AA0179-C86C-D4DE-2BE2-F7AF54726FC5}"/>
          </ac:picMkLst>
        </pc:picChg>
        <pc:picChg chg="add mod">
          <ac:chgData name="Varela, Trinity A" userId="S::varelat1472@uhcl.edu::8e774b34-1373-4562-a2c8-7841e1a65b4d" providerId="AD" clId="Web-{9F658BD9-9CCF-044E-68EB-524BE2D84EC3}" dt="2026-01-26T23:01:58.467" v="239"/>
          <ac:picMkLst>
            <pc:docMk/>
            <pc:sldMk cId="1798708926" sldId="258"/>
            <ac:picMk id="7" creationId="{BB3E2DC2-4C99-3EF9-82B0-4F071B39105C}"/>
          </ac:picMkLst>
        </pc:picChg>
        <pc:cxnChg chg="add del">
          <ac:chgData name="Varela, Trinity A" userId="S::varelat1472@uhcl.edu::8e774b34-1373-4562-a2c8-7841e1a65b4d" providerId="AD" clId="Web-{9F658BD9-9CCF-044E-68EB-524BE2D84EC3}" dt="2026-01-26T22:55:43.899" v="205"/>
          <ac:cxnSpMkLst>
            <pc:docMk/>
            <pc:sldMk cId="1798708926" sldId="258"/>
            <ac:cxnSpMk id="32" creationId="{96A8629B-8289-498B-939B-1CA0C106182C}"/>
          </ac:cxnSpMkLst>
        </pc:cxnChg>
      </pc:sldChg>
      <pc:sldChg chg="modSp">
        <pc:chgData name="Varela, Trinity A" userId="S::varelat1472@uhcl.edu::8e774b34-1373-4562-a2c8-7841e1a65b4d" providerId="AD" clId="Web-{9F658BD9-9CCF-044E-68EB-524BE2D84EC3}" dt="2026-01-26T22:42:38.799" v="10" actId="20577"/>
        <pc:sldMkLst>
          <pc:docMk/>
          <pc:sldMk cId="1489086045" sldId="268"/>
        </pc:sldMkLst>
        <pc:spChg chg="mod">
          <ac:chgData name="Varela, Trinity A" userId="S::varelat1472@uhcl.edu::8e774b34-1373-4562-a2c8-7841e1a65b4d" providerId="AD" clId="Web-{9F658BD9-9CCF-044E-68EB-524BE2D84EC3}" dt="2026-01-26T22:42:36.174" v="9" actId="20577"/>
          <ac:spMkLst>
            <pc:docMk/>
            <pc:sldMk cId="1489086045" sldId="268"/>
            <ac:spMk id="2" creationId="{48AA644E-233E-BEFD-7390-CE53276895AA}"/>
          </ac:spMkLst>
        </pc:spChg>
        <pc:spChg chg="mod">
          <ac:chgData name="Varela, Trinity A" userId="S::varelat1472@uhcl.edu::8e774b34-1373-4562-a2c8-7841e1a65b4d" providerId="AD" clId="Web-{9F658BD9-9CCF-044E-68EB-524BE2D84EC3}" dt="2026-01-26T22:42:38.799" v="10" actId="20577"/>
          <ac:spMkLst>
            <pc:docMk/>
            <pc:sldMk cId="1489086045" sldId="268"/>
            <ac:spMk id="3" creationId="{83124C61-AB0C-2F70-285C-7C1F1B35E2CB}"/>
          </ac:spMkLst>
        </pc:spChg>
      </pc:sldChg>
      <pc:sldChg chg="addSp delSp modSp add replId">
        <pc:chgData name="Varela, Trinity A" userId="S::varelat1472@uhcl.edu::8e774b34-1373-4562-a2c8-7841e1a65b4d" providerId="AD" clId="Web-{9F658BD9-9CCF-044E-68EB-524BE2D84EC3}" dt="2026-01-26T22:53:30.317" v="201"/>
        <pc:sldMkLst>
          <pc:docMk/>
          <pc:sldMk cId="377735926" sldId="270"/>
        </pc:sldMkLst>
        <pc:spChg chg="mod">
          <ac:chgData name="Varela, Trinity A" userId="S::varelat1472@uhcl.edu::8e774b34-1373-4562-a2c8-7841e1a65b4d" providerId="AD" clId="Web-{9F658BD9-9CCF-044E-68EB-524BE2D84EC3}" dt="2026-01-26T22:53:13.457" v="199" actId="1076"/>
          <ac:spMkLst>
            <pc:docMk/>
            <pc:sldMk cId="377735926" sldId="270"/>
            <ac:spMk id="2" creationId="{1A843A5F-F62C-A852-4315-9638D89EB699}"/>
          </ac:spMkLst>
        </pc:spChg>
        <pc:spChg chg="del mod">
          <ac:chgData name="Varela, Trinity A" userId="S::varelat1472@uhcl.edu::8e774b34-1373-4562-a2c8-7841e1a65b4d" providerId="AD" clId="Web-{9F658BD9-9CCF-044E-68EB-524BE2D84EC3}" dt="2026-01-26T22:43:00.378" v="16"/>
          <ac:spMkLst>
            <pc:docMk/>
            <pc:sldMk cId="377735926" sldId="270"/>
            <ac:spMk id="3" creationId="{DA212F5D-F78A-BD69-7618-5301939FAD53}"/>
          </ac:spMkLst>
        </pc:spChg>
        <pc:spChg chg="add mod">
          <ac:chgData name="Varela, Trinity A" userId="S::varelat1472@uhcl.edu::8e774b34-1373-4562-a2c8-7841e1a65b4d" providerId="AD" clId="Web-{9F658BD9-9CCF-044E-68EB-524BE2D84EC3}" dt="2026-01-26T22:52:57.379" v="197" actId="1076"/>
          <ac:spMkLst>
            <pc:docMk/>
            <pc:sldMk cId="377735926" sldId="270"/>
            <ac:spMk id="5" creationId="{54F0DA14-AB59-56FC-5393-1BF150BA9B2D}"/>
          </ac:spMkLst>
        </pc:spChg>
        <pc:picChg chg="add mod modCrop">
          <ac:chgData name="Varela, Trinity A" userId="S::varelat1472@uhcl.edu::8e774b34-1373-4562-a2c8-7841e1a65b4d" providerId="AD" clId="Web-{9F658BD9-9CCF-044E-68EB-524BE2D84EC3}" dt="2026-01-26T22:53:30.317" v="201"/>
          <ac:picMkLst>
            <pc:docMk/>
            <pc:sldMk cId="377735926" sldId="270"/>
            <ac:picMk id="6" creationId="{9173F305-E896-F6D2-8F4E-AF1E0FD4FAA0}"/>
          </ac:picMkLst>
        </pc:picChg>
        <pc:picChg chg="del">
          <ac:chgData name="Varela, Trinity A" userId="S::varelat1472@uhcl.edu::8e774b34-1373-4562-a2c8-7841e1a65b4d" providerId="AD" clId="Web-{9F658BD9-9CCF-044E-68EB-524BE2D84EC3}" dt="2026-01-26T22:42:44.674" v="11"/>
          <ac:picMkLst>
            <pc:docMk/>
            <pc:sldMk cId="377735926" sldId="270"/>
            <ac:picMk id="20" creationId="{D041AAA1-F8AD-BDC9-842D-C2B682A10478}"/>
          </ac:picMkLst>
        </pc:picChg>
      </pc:sldChg>
      <pc:sldChg chg="new del">
        <pc:chgData name="Varela, Trinity A" userId="S::varelat1472@uhcl.edu::8e774b34-1373-4562-a2c8-7841e1a65b4d" providerId="AD" clId="Web-{9F658BD9-9CCF-044E-68EB-524BE2D84EC3}" dt="2026-01-26T22:42:19.565" v="4"/>
        <pc:sldMkLst>
          <pc:docMk/>
          <pc:sldMk cId="2251807183" sldId="270"/>
        </pc:sldMkLst>
      </pc:sldChg>
    </pc:docChg>
  </pc:docChgLst>
  <pc:docChgLst>
    <pc:chgData name="Zapata, Edsson Romario" userId="S::zapatae9574@uhcl.edu::5199caf6-7db2-42f0-91d5-2c028ed5d3d9" providerId="AD" clId="Web-{FB4B66A5-F258-F1EC-C2DE-06136BA295E1}"/>
    <pc:docChg chg="modSld">
      <pc:chgData name="Zapata, Edsson Romario" userId="S::zapatae9574@uhcl.edu::5199caf6-7db2-42f0-91d5-2c028ed5d3d9" providerId="AD" clId="Web-{FB4B66A5-F258-F1EC-C2DE-06136BA295E1}" dt="2026-01-26T19:13:12.947" v="263"/>
      <pc:docMkLst>
        <pc:docMk/>
      </pc:docMkLst>
      <pc:sldChg chg="addSp delSp modSp mod setBg setClrOvrMap">
        <pc:chgData name="Zapata, Edsson Romario" userId="S::zapatae9574@uhcl.edu::5199caf6-7db2-42f0-91d5-2c028ed5d3d9" providerId="AD" clId="Web-{FB4B66A5-F258-F1EC-C2DE-06136BA295E1}" dt="2026-01-26T18:38:42.839" v="240" actId="20577"/>
        <pc:sldMkLst>
          <pc:docMk/>
          <pc:sldMk cId="109857222" sldId="256"/>
        </pc:sldMkLst>
        <pc:spChg chg="mod">
          <ac:chgData name="Zapata, Edsson Romario" userId="S::zapatae9574@uhcl.edu::5199caf6-7db2-42f0-91d5-2c028ed5d3d9" providerId="AD" clId="Web-{FB4B66A5-F258-F1EC-C2DE-06136BA295E1}" dt="2026-01-26T18:38:42.839" v="240" actId="20577"/>
          <ac:spMkLst>
            <pc:docMk/>
            <pc:sldMk cId="109857222" sldId="256"/>
            <ac:spMk id="2" creationId="{00000000-0000-0000-0000-000000000000}"/>
          </ac:spMkLst>
        </pc:spChg>
        <pc:spChg chg="mod">
          <ac:chgData name="Zapata, Edsson Romario" userId="S::zapatae9574@uhcl.edu::5199caf6-7db2-42f0-91d5-2c028ed5d3d9" providerId="AD" clId="Web-{FB4B66A5-F258-F1EC-C2DE-06136BA295E1}" dt="2026-01-26T17:50:34.271" v="0"/>
          <ac:spMkLst>
            <pc:docMk/>
            <pc:sldMk cId="109857222" sldId="256"/>
            <ac:spMk id="3" creationId="{00000000-0000-0000-0000-000000000000}"/>
          </ac:spMkLst>
        </pc:spChg>
        <pc:spChg chg="del">
          <ac:chgData name="Zapata, Edsson Romario" userId="S::zapatae9574@uhcl.edu::5199caf6-7db2-42f0-91d5-2c028ed5d3d9" providerId="AD" clId="Web-{FB4B66A5-F258-F1EC-C2DE-06136BA295E1}" dt="2026-01-26T17:50:34.271" v="0"/>
          <ac:spMkLst>
            <pc:docMk/>
            <pc:sldMk cId="109857222" sldId="256"/>
            <ac:spMk id="272" creationId="{6F5A5072-7B47-4D32-B52A-4EBBF590B8A5}"/>
          </ac:spMkLst>
        </pc:spChg>
        <pc:spChg chg="del">
          <ac:chgData name="Zapata, Edsson Romario" userId="S::zapatae9574@uhcl.edu::5199caf6-7db2-42f0-91d5-2c028ed5d3d9" providerId="AD" clId="Web-{FB4B66A5-F258-F1EC-C2DE-06136BA295E1}" dt="2026-01-26T17:50:34.271" v="0"/>
          <ac:spMkLst>
            <pc:docMk/>
            <pc:sldMk cId="109857222" sldId="256"/>
            <ac:spMk id="273" creationId="{9715DAF0-AE1B-46C9-8A6B-DB2AA05AB91D}"/>
          </ac:spMkLst>
        </pc:spChg>
        <pc:spChg chg="del">
          <ac:chgData name="Zapata, Edsson Romario" userId="S::zapatae9574@uhcl.edu::5199caf6-7db2-42f0-91d5-2c028ed5d3d9" providerId="AD" clId="Web-{FB4B66A5-F258-F1EC-C2DE-06136BA295E1}" dt="2026-01-26T17:50:34.271" v="0"/>
          <ac:spMkLst>
            <pc:docMk/>
            <pc:sldMk cId="109857222" sldId="256"/>
            <ac:spMk id="274" creationId="{6016219D-510E-4184-9090-6D5578A87BD1}"/>
          </ac:spMkLst>
        </pc:spChg>
        <pc:spChg chg="del">
          <ac:chgData name="Zapata, Edsson Romario" userId="S::zapatae9574@uhcl.edu::5199caf6-7db2-42f0-91d5-2c028ed5d3d9" providerId="AD" clId="Web-{FB4B66A5-F258-F1EC-C2DE-06136BA295E1}" dt="2026-01-26T17:50:34.271" v="0"/>
          <ac:spMkLst>
            <pc:docMk/>
            <pc:sldMk cId="109857222" sldId="256"/>
            <ac:spMk id="275" creationId="{AFF4A713-7B75-4B21-90D7-5AB19547C728}"/>
          </ac:spMkLst>
        </pc:spChg>
        <pc:spChg chg="del">
          <ac:chgData name="Zapata, Edsson Romario" userId="S::zapatae9574@uhcl.edu::5199caf6-7db2-42f0-91d5-2c028ed5d3d9" providerId="AD" clId="Web-{FB4B66A5-F258-F1EC-C2DE-06136BA295E1}" dt="2026-01-26T17:50:34.271" v="0"/>
          <ac:spMkLst>
            <pc:docMk/>
            <pc:sldMk cId="109857222" sldId="256"/>
            <ac:spMk id="276" creationId="{DC631C0B-6DA6-4E57-8231-CE32B3434A7E}"/>
          </ac:spMkLst>
        </pc:spChg>
        <pc:spChg chg="del">
          <ac:chgData name="Zapata, Edsson Romario" userId="S::zapatae9574@uhcl.edu::5199caf6-7db2-42f0-91d5-2c028ed5d3d9" providerId="AD" clId="Web-{FB4B66A5-F258-F1EC-C2DE-06136BA295E1}" dt="2026-01-26T17:50:34.271" v="0"/>
          <ac:spMkLst>
            <pc:docMk/>
            <pc:sldMk cId="109857222" sldId="256"/>
            <ac:spMk id="277" creationId="{C29501E6-A978-4A61-9689-9085AF97A53A}"/>
          </ac:spMkLst>
        </pc:spChg>
        <pc:spChg chg="add">
          <ac:chgData name="Zapata, Edsson Romario" userId="S::zapatae9574@uhcl.edu::5199caf6-7db2-42f0-91d5-2c028ed5d3d9" providerId="AD" clId="Web-{FB4B66A5-F258-F1EC-C2DE-06136BA295E1}" dt="2026-01-26T17:50:34.271" v="0"/>
          <ac:spMkLst>
            <pc:docMk/>
            <pc:sldMk cId="109857222" sldId="256"/>
            <ac:spMk id="287" creationId="{053FB2EE-284F-4C87-AB3D-BBF87A9FAB97}"/>
          </ac:spMkLst>
        </pc:spChg>
        <pc:grpChg chg="add">
          <ac:chgData name="Zapata, Edsson Romario" userId="S::zapatae9574@uhcl.edu::5199caf6-7db2-42f0-91d5-2c028ed5d3d9" providerId="AD" clId="Web-{FB4B66A5-F258-F1EC-C2DE-06136BA295E1}" dt="2026-01-26T17:50:34.271" v="0"/>
          <ac:grpSpMkLst>
            <pc:docMk/>
            <pc:sldMk cId="109857222" sldId="256"/>
            <ac:grpSpMk id="282" creationId="{D2C4BFA1-2075-4901-9E24-E41D1FDD51FD}"/>
          </ac:grpSpMkLst>
        </pc:grpChg>
      </pc:sldChg>
      <pc:sldChg chg="addSp delSp modSp">
        <pc:chgData name="Zapata, Edsson Romario" userId="S::zapatae9574@uhcl.edu::5199caf6-7db2-42f0-91d5-2c028ed5d3d9" providerId="AD" clId="Web-{FB4B66A5-F258-F1EC-C2DE-06136BA295E1}" dt="2026-01-26T18:37:48.120" v="238" actId="20577"/>
        <pc:sldMkLst>
          <pc:docMk/>
          <pc:sldMk cId="1798708926" sldId="258"/>
        </pc:sldMkLst>
        <pc:spChg chg="mod">
          <ac:chgData name="Zapata, Edsson Romario" userId="S::zapatae9574@uhcl.edu::5199caf6-7db2-42f0-91d5-2c028ed5d3d9" providerId="AD" clId="Web-{FB4B66A5-F258-F1EC-C2DE-06136BA295E1}" dt="2026-01-26T18:37:48.120" v="238" actId="20577"/>
          <ac:spMkLst>
            <pc:docMk/>
            <pc:sldMk cId="1798708926" sldId="258"/>
            <ac:spMk id="2" creationId="{8370AE13-FD2D-9AB8-ACF1-A51AC126A283}"/>
          </ac:spMkLst>
        </pc:spChg>
        <pc:spChg chg="mod">
          <ac:chgData name="Zapata, Edsson Romario" userId="S::zapatae9574@uhcl.edu::5199caf6-7db2-42f0-91d5-2c028ed5d3d9" providerId="AD" clId="Web-{FB4B66A5-F258-F1EC-C2DE-06136BA295E1}" dt="2026-01-26T17:56:08.437" v="20"/>
          <ac:spMkLst>
            <pc:docMk/>
            <pc:sldMk cId="1798708926" sldId="258"/>
            <ac:spMk id="3" creationId="{6694F193-3355-3479-1A00-DF8A3AFEAC98}"/>
          </ac:spMkLst>
        </pc:spChg>
        <pc:spChg chg="del">
          <ac:chgData name="Zapata, Edsson Romario" userId="S::zapatae9574@uhcl.edu::5199caf6-7db2-42f0-91d5-2c028ed5d3d9" providerId="AD" clId="Web-{FB4B66A5-F258-F1EC-C2DE-06136BA295E1}" dt="2026-01-26T17:56:08.437" v="20"/>
          <ac:spMkLst>
            <pc:docMk/>
            <pc:sldMk cId="1798708926" sldId="258"/>
            <ac:spMk id="8" creationId="{1B15ED52-F352-441B-82BF-E0EA34836D08}"/>
          </ac:spMkLst>
        </pc:spChg>
        <pc:spChg chg="del">
          <ac:chgData name="Zapata, Edsson Romario" userId="S::zapatae9574@uhcl.edu::5199caf6-7db2-42f0-91d5-2c028ed5d3d9" providerId="AD" clId="Web-{FB4B66A5-F258-F1EC-C2DE-06136BA295E1}" dt="2026-01-26T17:56:08.437" v="20"/>
          <ac:spMkLst>
            <pc:docMk/>
            <pc:sldMk cId="1798708926" sldId="258"/>
            <ac:spMk id="10" creationId="{3B2E3793-BFE6-45A2-9B7B-E18844431C99}"/>
          </ac:spMkLst>
        </pc:spChg>
        <pc:spChg chg="del">
          <ac:chgData name="Zapata, Edsson Romario" userId="S::zapatae9574@uhcl.edu::5199caf6-7db2-42f0-91d5-2c028ed5d3d9" providerId="AD" clId="Web-{FB4B66A5-F258-F1EC-C2DE-06136BA295E1}" dt="2026-01-26T17:56:08.437" v="20"/>
          <ac:spMkLst>
            <pc:docMk/>
            <pc:sldMk cId="1798708926" sldId="258"/>
            <ac:spMk id="12" creationId="{BC4C4868-CB8F-4AF9-9CDB-8108F2C19B67}"/>
          </ac:spMkLst>
        </pc:spChg>
        <pc:spChg chg="del">
          <ac:chgData name="Zapata, Edsson Romario" userId="S::zapatae9574@uhcl.edu::5199caf6-7db2-42f0-91d5-2c028ed5d3d9" providerId="AD" clId="Web-{FB4B66A5-F258-F1EC-C2DE-06136BA295E1}" dt="2026-01-26T17:56:08.437" v="20"/>
          <ac:spMkLst>
            <pc:docMk/>
            <pc:sldMk cId="1798708926" sldId="258"/>
            <ac:spMk id="14" creationId="{375E0459-6403-40CD-989D-56A4407CA12E}"/>
          </ac:spMkLst>
        </pc:spChg>
        <pc:spChg chg="del">
          <ac:chgData name="Zapata, Edsson Romario" userId="S::zapatae9574@uhcl.edu::5199caf6-7db2-42f0-91d5-2c028ed5d3d9" providerId="AD" clId="Web-{FB4B66A5-F258-F1EC-C2DE-06136BA295E1}" dt="2026-01-26T17:56:08.437" v="20"/>
          <ac:spMkLst>
            <pc:docMk/>
            <pc:sldMk cId="1798708926" sldId="258"/>
            <ac:spMk id="16" creationId="{53E5B1A8-3AC9-4BD1-9BBC-78CA94F2D1BA}"/>
          </ac:spMkLst>
        </pc:spChg>
        <pc:spChg chg="add">
          <ac:chgData name="Zapata, Edsson Romario" userId="S::zapatae9574@uhcl.edu::5199caf6-7db2-42f0-91d5-2c028ed5d3d9" providerId="AD" clId="Web-{FB4B66A5-F258-F1EC-C2DE-06136BA295E1}" dt="2026-01-26T17:56:08.437" v="20"/>
          <ac:spMkLst>
            <pc:docMk/>
            <pc:sldMk cId="1798708926" sldId="258"/>
            <ac:spMk id="21" creationId="{979E27D9-03C7-44E2-9FF8-15D0C8506AF7}"/>
          </ac:spMkLst>
        </pc:spChg>
        <pc:spChg chg="add">
          <ac:chgData name="Zapata, Edsson Romario" userId="S::zapatae9574@uhcl.edu::5199caf6-7db2-42f0-91d5-2c028ed5d3d9" providerId="AD" clId="Web-{FB4B66A5-F258-F1EC-C2DE-06136BA295E1}" dt="2026-01-26T17:56:08.437" v="20"/>
          <ac:spMkLst>
            <pc:docMk/>
            <pc:sldMk cId="1798708926" sldId="258"/>
            <ac:spMk id="23" creationId="{EEBF1590-3B36-48EE-A89D-3B6F3CB256AB}"/>
          </ac:spMkLst>
        </pc:spChg>
        <pc:spChg chg="add">
          <ac:chgData name="Zapata, Edsson Romario" userId="S::zapatae9574@uhcl.edu::5199caf6-7db2-42f0-91d5-2c028ed5d3d9" providerId="AD" clId="Web-{FB4B66A5-F258-F1EC-C2DE-06136BA295E1}" dt="2026-01-26T17:56:08.437" v="20"/>
          <ac:spMkLst>
            <pc:docMk/>
            <pc:sldMk cId="1798708926" sldId="258"/>
            <ac:spMk id="25" creationId="{AC8F6C8C-AB5A-4548-942D-E3FD40ACBC49}"/>
          </ac:spMkLst>
        </pc:spChg>
        <pc:picChg chg="add del mod">
          <ac:chgData name="Zapata, Edsson Romario" userId="S::zapatae9574@uhcl.edu::5199caf6-7db2-42f0-91d5-2c028ed5d3d9" providerId="AD" clId="Web-{FB4B66A5-F258-F1EC-C2DE-06136BA295E1}" dt="2026-01-26T17:58:18.080" v="30"/>
          <ac:picMkLst>
            <pc:docMk/>
            <pc:sldMk cId="1798708926" sldId="258"/>
            <ac:picMk id="4" creationId="{36FAD105-7354-603A-FDB9-C3B1C2B5A059}"/>
          </ac:picMkLst>
        </pc:picChg>
      </pc:sldChg>
      <pc:sldChg chg="addSp delSp modSp">
        <pc:chgData name="Zapata, Edsson Romario" userId="S::zapatae9574@uhcl.edu::5199caf6-7db2-42f0-91d5-2c028ed5d3d9" providerId="AD" clId="Web-{FB4B66A5-F258-F1EC-C2DE-06136BA295E1}" dt="2026-01-26T19:09:05.252" v="252" actId="20577"/>
        <pc:sldMkLst>
          <pc:docMk/>
          <pc:sldMk cId="1330026710" sldId="259"/>
        </pc:sldMkLst>
        <pc:spChg chg="mod">
          <ac:chgData name="Zapata, Edsson Romario" userId="S::zapatae9574@uhcl.edu::5199caf6-7db2-42f0-91d5-2c028ed5d3d9" providerId="AD" clId="Web-{FB4B66A5-F258-F1EC-C2DE-06136BA295E1}" dt="2026-01-26T19:09:05.252" v="252" actId="20577"/>
          <ac:spMkLst>
            <pc:docMk/>
            <pc:sldMk cId="1330026710" sldId="259"/>
            <ac:spMk id="2" creationId="{459BCF80-E124-D400-E23B-FCB623161FDD}"/>
          </ac:spMkLst>
        </pc:spChg>
        <pc:spChg chg="mod ord">
          <ac:chgData name="Zapata, Edsson Romario" userId="S::zapatae9574@uhcl.edu::5199caf6-7db2-42f0-91d5-2c028ed5d3d9" providerId="AD" clId="Web-{FB4B66A5-F258-F1EC-C2DE-06136BA295E1}" dt="2026-01-26T17:56:58.157" v="22"/>
          <ac:spMkLst>
            <pc:docMk/>
            <pc:sldMk cId="1330026710" sldId="259"/>
            <ac:spMk id="3" creationId="{11A330F1-6600-0332-AB2F-D625FDB8A7A3}"/>
          </ac:spMkLst>
        </pc:spChg>
        <pc:spChg chg="del">
          <ac:chgData name="Zapata, Edsson Romario" userId="S::zapatae9574@uhcl.edu::5199caf6-7db2-42f0-91d5-2c028ed5d3d9" providerId="AD" clId="Web-{FB4B66A5-F258-F1EC-C2DE-06136BA295E1}" dt="2026-01-26T17:56:58.157" v="22"/>
          <ac:spMkLst>
            <pc:docMk/>
            <pc:sldMk cId="1330026710" sldId="259"/>
            <ac:spMk id="8" creationId="{1B15ED52-F352-441B-82BF-E0EA34836D08}"/>
          </ac:spMkLst>
        </pc:spChg>
        <pc:spChg chg="del">
          <ac:chgData name="Zapata, Edsson Romario" userId="S::zapatae9574@uhcl.edu::5199caf6-7db2-42f0-91d5-2c028ed5d3d9" providerId="AD" clId="Web-{FB4B66A5-F258-F1EC-C2DE-06136BA295E1}" dt="2026-01-26T17:56:58.157" v="22"/>
          <ac:spMkLst>
            <pc:docMk/>
            <pc:sldMk cId="1330026710" sldId="259"/>
            <ac:spMk id="10" creationId="{3B2E3793-BFE6-45A2-9B7B-E18844431C99}"/>
          </ac:spMkLst>
        </pc:spChg>
        <pc:spChg chg="del">
          <ac:chgData name="Zapata, Edsson Romario" userId="S::zapatae9574@uhcl.edu::5199caf6-7db2-42f0-91d5-2c028ed5d3d9" providerId="AD" clId="Web-{FB4B66A5-F258-F1EC-C2DE-06136BA295E1}" dt="2026-01-26T17:56:58.157" v="22"/>
          <ac:spMkLst>
            <pc:docMk/>
            <pc:sldMk cId="1330026710" sldId="259"/>
            <ac:spMk id="12" creationId="{BC4C4868-CB8F-4AF9-9CDB-8108F2C19B67}"/>
          </ac:spMkLst>
        </pc:spChg>
        <pc:spChg chg="del">
          <ac:chgData name="Zapata, Edsson Romario" userId="S::zapatae9574@uhcl.edu::5199caf6-7db2-42f0-91d5-2c028ed5d3d9" providerId="AD" clId="Web-{FB4B66A5-F258-F1EC-C2DE-06136BA295E1}" dt="2026-01-26T17:56:58.157" v="22"/>
          <ac:spMkLst>
            <pc:docMk/>
            <pc:sldMk cId="1330026710" sldId="259"/>
            <ac:spMk id="14" creationId="{375E0459-6403-40CD-989D-56A4407CA12E}"/>
          </ac:spMkLst>
        </pc:spChg>
        <pc:spChg chg="del">
          <ac:chgData name="Zapata, Edsson Romario" userId="S::zapatae9574@uhcl.edu::5199caf6-7db2-42f0-91d5-2c028ed5d3d9" providerId="AD" clId="Web-{FB4B66A5-F258-F1EC-C2DE-06136BA295E1}" dt="2026-01-26T17:56:58.157" v="22"/>
          <ac:spMkLst>
            <pc:docMk/>
            <pc:sldMk cId="1330026710" sldId="259"/>
            <ac:spMk id="16" creationId="{53E5B1A8-3AC9-4BD1-9BBC-78CA94F2D1BA}"/>
          </ac:spMkLst>
        </pc:spChg>
        <pc:spChg chg="add">
          <ac:chgData name="Zapata, Edsson Romario" userId="S::zapatae9574@uhcl.edu::5199caf6-7db2-42f0-91d5-2c028ed5d3d9" providerId="AD" clId="Web-{FB4B66A5-F258-F1EC-C2DE-06136BA295E1}" dt="2026-01-26T17:56:58.157" v="22"/>
          <ac:spMkLst>
            <pc:docMk/>
            <pc:sldMk cId="1330026710" sldId="259"/>
            <ac:spMk id="21" creationId="{3346177D-ADC4-4968-B747-5CFCD390B5B9}"/>
          </ac:spMkLst>
        </pc:spChg>
        <pc:spChg chg="add">
          <ac:chgData name="Zapata, Edsson Romario" userId="S::zapatae9574@uhcl.edu::5199caf6-7db2-42f0-91d5-2c028ed5d3d9" providerId="AD" clId="Web-{FB4B66A5-F258-F1EC-C2DE-06136BA295E1}" dt="2026-01-26T17:56:58.157" v="22"/>
          <ac:spMkLst>
            <pc:docMk/>
            <pc:sldMk cId="1330026710" sldId="259"/>
            <ac:spMk id="23" creationId="{0844A943-BF79-4FEA-ABB1-3BD54D236606}"/>
          </ac:spMkLst>
        </pc:spChg>
        <pc:spChg chg="add">
          <ac:chgData name="Zapata, Edsson Romario" userId="S::zapatae9574@uhcl.edu::5199caf6-7db2-42f0-91d5-2c028ed5d3d9" providerId="AD" clId="Web-{FB4B66A5-F258-F1EC-C2DE-06136BA295E1}" dt="2026-01-26T17:56:58.157" v="22"/>
          <ac:spMkLst>
            <pc:docMk/>
            <pc:sldMk cId="1330026710" sldId="259"/>
            <ac:spMk id="25" creationId="{6437CC72-F4A8-4DC3-AFAB-D22C482C8100}"/>
          </ac:spMkLst>
        </pc:spChg>
        <pc:picChg chg="add mod">
          <ac:chgData name="Zapata, Edsson Romario" userId="S::zapatae9574@uhcl.edu::5199caf6-7db2-42f0-91d5-2c028ed5d3d9" providerId="AD" clId="Web-{FB4B66A5-F258-F1EC-C2DE-06136BA295E1}" dt="2026-01-26T19:08:57.221" v="251"/>
          <ac:picMkLst>
            <pc:docMk/>
            <pc:sldMk cId="1330026710" sldId="259"/>
            <ac:picMk id="4" creationId="{B4E5FD75-EA2E-F807-0472-AAD4BC3D6D90}"/>
          </ac:picMkLst>
        </pc:picChg>
      </pc:sldChg>
      <pc:sldChg chg="addSp delSp modSp">
        <pc:chgData name="Zapata, Edsson Romario" userId="S::zapatae9574@uhcl.edu::5199caf6-7db2-42f0-91d5-2c028ed5d3d9" providerId="AD" clId="Web-{FB4B66A5-F258-F1EC-C2DE-06136BA295E1}" dt="2026-01-26T18:37:25.276" v="235" actId="20577"/>
        <pc:sldMkLst>
          <pc:docMk/>
          <pc:sldMk cId="2353034965" sldId="260"/>
        </pc:sldMkLst>
        <pc:spChg chg="mod">
          <ac:chgData name="Zapata, Edsson Romario" userId="S::zapatae9574@uhcl.edu::5199caf6-7db2-42f0-91d5-2c028ed5d3d9" providerId="AD" clId="Web-{FB4B66A5-F258-F1EC-C2DE-06136BA295E1}" dt="2026-01-26T18:37:25.276" v="235" actId="20577"/>
          <ac:spMkLst>
            <pc:docMk/>
            <pc:sldMk cId="2353034965" sldId="260"/>
            <ac:spMk id="2" creationId="{7D6634F7-F205-1AFB-DA82-D96CF12D7CC8}"/>
          </ac:spMkLst>
        </pc:spChg>
        <pc:spChg chg="mod ord">
          <ac:chgData name="Zapata, Edsson Romario" userId="S::zapatae9574@uhcl.edu::5199caf6-7db2-42f0-91d5-2c028ed5d3d9" providerId="AD" clId="Web-{FB4B66A5-F258-F1EC-C2DE-06136BA295E1}" dt="2026-01-26T18:01:59.208" v="52" actId="20577"/>
          <ac:spMkLst>
            <pc:docMk/>
            <pc:sldMk cId="2353034965" sldId="260"/>
            <ac:spMk id="3" creationId="{F1B6220D-A059-8ECD-AE6D-978FF31D2D47}"/>
          </ac:spMkLst>
        </pc:spChg>
        <pc:spChg chg="del">
          <ac:chgData name="Zapata, Edsson Romario" userId="S::zapatae9574@uhcl.edu::5199caf6-7db2-42f0-91d5-2c028ed5d3d9" providerId="AD" clId="Web-{FB4B66A5-F258-F1EC-C2DE-06136BA295E1}" dt="2026-01-26T17:57:39.611" v="24"/>
          <ac:spMkLst>
            <pc:docMk/>
            <pc:sldMk cId="2353034965" sldId="260"/>
            <ac:spMk id="8" creationId="{1B15ED52-F352-441B-82BF-E0EA34836D08}"/>
          </ac:spMkLst>
        </pc:spChg>
        <pc:spChg chg="del">
          <ac:chgData name="Zapata, Edsson Romario" userId="S::zapatae9574@uhcl.edu::5199caf6-7db2-42f0-91d5-2c028ed5d3d9" providerId="AD" clId="Web-{FB4B66A5-F258-F1EC-C2DE-06136BA295E1}" dt="2026-01-26T17:57:39.611" v="24"/>
          <ac:spMkLst>
            <pc:docMk/>
            <pc:sldMk cId="2353034965" sldId="260"/>
            <ac:spMk id="10" creationId="{3B2E3793-BFE6-45A2-9B7B-E18844431C99}"/>
          </ac:spMkLst>
        </pc:spChg>
        <pc:spChg chg="del">
          <ac:chgData name="Zapata, Edsson Romario" userId="S::zapatae9574@uhcl.edu::5199caf6-7db2-42f0-91d5-2c028ed5d3d9" providerId="AD" clId="Web-{FB4B66A5-F258-F1EC-C2DE-06136BA295E1}" dt="2026-01-26T17:57:39.611" v="24"/>
          <ac:spMkLst>
            <pc:docMk/>
            <pc:sldMk cId="2353034965" sldId="260"/>
            <ac:spMk id="12" creationId="{BC4C4868-CB8F-4AF9-9CDB-8108F2C19B67}"/>
          </ac:spMkLst>
        </pc:spChg>
        <pc:spChg chg="del">
          <ac:chgData name="Zapata, Edsson Romario" userId="S::zapatae9574@uhcl.edu::5199caf6-7db2-42f0-91d5-2c028ed5d3d9" providerId="AD" clId="Web-{FB4B66A5-F258-F1EC-C2DE-06136BA295E1}" dt="2026-01-26T17:57:39.611" v="24"/>
          <ac:spMkLst>
            <pc:docMk/>
            <pc:sldMk cId="2353034965" sldId="260"/>
            <ac:spMk id="14" creationId="{375E0459-6403-40CD-989D-56A4407CA12E}"/>
          </ac:spMkLst>
        </pc:spChg>
        <pc:spChg chg="del">
          <ac:chgData name="Zapata, Edsson Romario" userId="S::zapatae9574@uhcl.edu::5199caf6-7db2-42f0-91d5-2c028ed5d3d9" providerId="AD" clId="Web-{FB4B66A5-F258-F1EC-C2DE-06136BA295E1}" dt="2026-01-26T17:57:39.611" v="24"/>
          <ac:spMkLst>
            <pc:docMk/>
            <pc:sldMk cId="2353034965" sldId="260"/>
            <ac:spMk id="16" creationId="{53E5B1A8-3AC9-4BD1-9BBC-78CA94F2D1BA}"/>
          </ac:spMkLst>
        </pc:spChg>
        <pc:spChg chg="add">
          <ac:chgData name="Zapata, Edsson Romario" userId="S::zapatae9574@uhcl.edu::5199caf6-7db2-42f0-91d5-2c028ed5d3d9" providerId="AD" clId="Web-{FB4B66A5-F258-F1EC-C2DE-06136BA295E1}" dt="2026-01-26T17:57:39.611" v="24"/>
          <ac:spMkLst>
            <pc:docMk/>
            <pc:sldMk cId="2353034965" sldId="260"/>
            <ac:spMk id="21" creationId="{3346177D-ADC4-4968-B747-5CFCD390B5B9}"/>
          </ac:spMkLst>
        </pc:spChg>
        <pc:spChg chg="add">
          <ac:chgData name="Zapata, Edsson Romario" userId="S::zapatae9574@uhcl.edu::5199caf6-7db2-42f0-91d5-2c028ed5d3d9" providerId="AD" clId="Web-{FB4B66A5-F258-F1EC-C2DE-06136BA295E1}" dt="2026-01-26T17:57:39.611" v="24"/>
          <ac:spMkLst>
            <pc:docMk/>
            <pc:sldMk cId="2353034965" sldId="260"/>
            <ac:spMk id="23" creationId="{0844A943-BF79-4FEA-ABB1-3BD54D236606}"/>
          </ac:spMkLst>
        </pc:spChg>
        <pc:spChg chg="add">
          <ac:chgData name="Zapata, Edsson Romario" userId="S::zapatae9574@uhcl.edu::5199caf6-7db2-42f0-91d5-2c028ed5d3d9" providerId="AD" clId="Web-{FB4B66A5-F258-F1EC-C2DE-06136BA295E1}" dt="2026-01-26T17:57:39.611" v="24"/>
          <ac:spMkLst>
            <pc:docMk/>
            <pc:sldMk cId="2353034965" sldId="260"/>
            <ac:spMk id="25" creationId="{6437CC72-F4A8-4DC3-AFAB-D22C482C8100}"/>
          </ac:spMkLst>
        </pc:spChg>
        <pc:picChg chg="add mod">
          <ac:chgData name="Zapata, Edsson Romario" userId="S::zapatae9574@uhcl.edu::5199caf6-7db2-42f0-91d5-2c028ed5d3d9" providerId="AD" clId="Web-{FB4B66A5-F258-F1EC-C2DE-06136BA295E1}" dt="2026-01-26T17:57:51.361" v="26"/>
          <ac:picMkLst>
            <pc:docMk/>
            <pc:sldMk cId="2353034965" sldId="260"/>
            <ac:picMk id="4" creationId="{E67F3169-C7D4-4D21-5398-14570AAF2E7C}"/>
          </ac:picMkLst>
        </pc:picChg>
      </pc:sldChg>
      <pc:sldChg chg="addSp delSp modSp">
        <pc:chgData name="Zapata, Edsson Romario" userId="S::zapatae9574@uhcl.edu::5199caf6-7db2-42f0-91d5-2c028ed5d3d9" providerId="AD" clId="Web-{FB4B66A5-F258-F1EC-C2DE-06136BA295E1}" dt="2026-01-26T18:39:12.464" v="241" actId="20577"/>
        <pc:sldMkLst>
          <pc:docMk/>
          <pc:sldMk cId="2827602059" sldId="261"/>
        </pc:sldMkLst>
        <pc:spChg chg="mod">
          <ac:chgData name="Zapata, Edsson Romario" userId="S::zapatae9574@uhcl.edu::5199caf6-7db2-42f0-91d5-2c028ed5d3d9" providerId="AD" clId="Web-{FB4B66A5-F258-F1EC-C2DE-06136BA295E1}" dt="2026-01-26T18:39:12.464" v="241" actId="20577"/>
          <ac:spMkLst>
            <pc:docMk/>
            <pc:sldMk cId="2827602059" sldId="261"/>
            <ac:spMk id="2" creationId="{DA5D2632-9C60-3D54-F73E-7731B3CE8539}"/>
          </ac:spMkLst>
        </pc:spChg>
        <pc:spChg chg="del mod">
          <ac:chgData name="Zapata, Edsson Romario" userId="S::zapatae9574@uhcl.edu::5199caf6-7db2-42f0-91d5-2c028ed5d3d9" providerId="AD" clId="Web-{FB4B66A5-F258-F1EC-C2DE-06136BA295E1}" dt="2026-01-26T18:07:31.273" v="79"/>
          <ac:spMkLst>
            <pc:docMk/>
            <pc:sldMk cId="2827602059" sldId="261"/>
            <ac:spMk id="6" creationId="{F9CC9904-8485-8464-9119-3EB86E15C92B}"/>
          </ac:spMkLst>
        </pc:spChg>
        <pc:spChg chg="del">
          <ac:chgData name="Zapata, Edsson Romario" userId="S::zapatae9574@uhcl.edu::5199caf6-7db2-42f0-91d5-2c028ed5d3d9" providerId="AD" clId="Web-{FB4B66A5-F258-F1EC-C2DE-06136BA295E1}" dt="2026-01-26T18:07:10.617" v="74"/>
          <ac:spMkLst>
            <pc:docMk/>
            <pc:sldMk cId="2827602059" sldId="261"/>
            <ac:spMk id="8" creationId="{1B15ED52-F352-441B-82BF-E0EA34836D08}"/>
          </ac:spMkLst>
        </pc:spChg>
        <pc:spChg chg="del">
          <ac:chgData name="Zapata, Edsson Romario" userId="S::zapatae9574@uhcl.edu::5199caf6-7db2-42f0-91d5-2c028ed5d3d9" providerId="AD" clId="Web-{FB4B66A5-F258-F1EC-C2DE-06136BA295E1}" dt="2026-01-26T18:07:10.617" v="74"/>
          <ac:spMkLst>
            <pc:docMk/>
            <pc:sldMk cId="2827602059" sldId="261"/>
            <ac:spMk id="10" creationId="{3B2E3793-BFE6-45A2-9B7B-E18844431C99}"/>
          </ac:spMkLst>
        </pc:spChg>
        <pc:spChg chg="del">
          <ac:chgData name="Zapata, Edsson Romario" userId="S::zapatae9574@uhcl.edu::5199caf6-7db2-42f0-91d5-2c028ed5d3d9" providerId="AD" clId="Web-{FB4B66A5-F258-F1EC-C2DE-06136BA295E1}" dt="2026-01-26T18:07:10.617" v="74"/>
          <ac:spMkLst>
            <pc:docMk/>
            <pc:sldMk cId="2827602059" sldId="261"/>
            <ac:spMk id="12" creationId="{BC4C4868-CB8F-4AF9-9CDB-8108F2C19B67}"/>
          </ac:spMkLst>
        </pc:spChg>
        <pc:spChg chg="del">
          <ac:chgData name="Zapata, Edsson Romario" userId="S::zapatae9574@uhcl.edu::5199caf6-7db2-42f0-91d5-2c028ed5d3d9" providerId="AD" clId="Web-{FB4B66A5-F258-F1EC-C2DE-06136BA295E1}" dt="2026-01-26T18:07:10.617" v="74"/>
          <ac:spMkLst>
            <pc:docMk/>
            <pc:sldMk cId="2827602059" sldId="261"/>
            <ac:spMk id="14" creationId="{375E0459-6403-40CD-989D-56A4407CA12E}"/>
          </ac:spMkLst>
        </pc:spChg>
        <pc:spChg chg="del">
          <ac:chgData name="Zapata, Edsson Romario" userId="S::zapatae9574@uhcl.edu::5199caf6-7db2-42f0-91d5-2c028ed5d3d9" providerId="AD" clId="Web-{FB4B66A5-F258-F1EC-C2DE-06136BA295E1}" dt="2026-01-26T18:07:10.617" v="74"/>
          <ac:spMkLst>
            <pc:docMk/>
            <pc:sldMk cId="2827602059" sldId="261"/>
            <ac:spMk id="16" creationId="{53E5B1A8-3AC9-4BD1-9BBC-78CA94F2D1BA}"/>
          </ac:spMkLst>
        </pc:spChg>
        <pc:spChg chg="add del">
          <ac:chgData name="Zapata, Edsson Romario" userId="S::zapatae9574@uhcl.edu::5199caf6-7db2-42f0-91d5-2c028ed5d3d9" providerId="AD" clId="Web-{FB4B66A5-F258-F1EC-C2DE-06136BA295E1}" dt="2026-01-26T18:08:02.711" v="84"/>
          <ac:spMkLst>
            <pc:docMk/>
            <pc:sldMk cId="2827602059" sldId="261"/>
            <ac:spMk id="21" creationId="{3346177D-ADC4-4968-B747-5CFCD390B5B9}"/>
          </ac:spMkLst>
        </pc:spChg>
        <pc:spChg chg="add del">
          <ac:chgData name="Zapata, Edsson Romario" userId="S::zapatae9574@uhcl.edu::5199caf6-7db2-42f0-91d5-2c028ed5d3d9" providerId="AD" clId="Web-{FB4B66A5-F258-F1EC-C2DE-06136BA295E1}" dt="2026-01-26T18:08:02.711" v="84"/>
          <ac:spMkLst>
            <pc:docMk/>
            <pc:sldMk cId="2827602059" sldId="261"/>
            <ac:spMk id="23" creationId="{0844A943-BF79-4FEA-ABB1-3BD54D236606}"/>
          </ac:spMkLst>
        </pc:spChg>
        <pc:spChg chg="add del">
          <ac:chgData name="Zapata, Edsson Romario" userId="S::zapatae9574@uhcl.edu::5199caf6-7db2-42f0-91d5-2c028ed5d3d9" providerId="AD" clId="Web-{FB4B66A5-F258-F1EC-C2DE-06136BA295E1}" dt="2026-01-26T18:08:02.711" v="84"/>
          <ac:spMkLst>
            <pc:docMk/>
            <pc:sldMk cId="2827602059" sldId="261"/>
            <ac:spMk id="25" creationId="{6437CC72-F4A8-4DC3-AFAB-D22C482C8100}"/>
          </ac:spMkLst>
        </pc:spChg>
        <pc:spChg chg="add">
          <ac:chgData name="Zapata, Edsson Romario" userId="S::zapatae9574@uhcl.edu::5199caf6-7db2-42f0-91d5-2c028ed5d3d9" providerId="AD" clId="Web-{FB4B66A5-F258-F1EC-C2DE-06136BA295E1}" dt="2026-01-26T18:08:02.711" v="84"/>
          <ac:spMkLst>
            <pc:docMk/>
            <pc:sldMk cId="2827602059" sldId="261"/>
            <ac:spMk id="30" creationId="{A8384FB5-9ADC-4DDC-881B-597D56F5B15D}"/>
          </ac:spMkLst>
        </pc:spChg>
        <pc:spChg chg="add">
          <ac:chgData name="Zapata, Edsson Romario" userId="S::zapatae9574@uhcl.edu::5199caf6-7db2-42f0-91d5-2c028ed5d3d9" providerId="AD" clId="Web-{FB4B66A5-F258-F1EC-C2DE-06136BA295E1}" dt="2026-01-26T18:08:02.711" v="84"/>
          <ac:spMkLst>
            <pc:docMk/>
            <pc:sldMk cId="2827602059" sldId="261"/>
            <ac:spMk id="32" creationId="{1199E1B1-A8C0-4FE8-A5A8-1CB41D69F857}"/>
          </ac:spMkLst>
        </pc:spChg>
        <pc:spChg chg="add">
          <ac:chgData name="Zapata, Edsson Romario" userId="S::zapatae9574@uhcl.edu::5199caf6-7db2-42f0-91d5-2c028ed5d3d9" providerId="AD" clId="Web-{FB4B66A5-F258-F1EC-C2DE-06136BA295E1}" dt="2026-01-26T18:08:02.711" v="84"/>
          <ac:spMkLst>
            <pc:docMk/>
            <pc:sldMk cId="2827602059" sldId="261"/>
            <ac:spMk id="34" creationId="{84A8DE83-DE75-4B41-9DB4-A7EC0B0DEC0B}"/>
          </ac:spMkLst>
        </pc:spChg>
        <pc:spChg chg="add">
          <ac:chgData name="Zapata, Edsson Romario" userId="S::zapatae9574@uhcl.edu::5199caf6-7db2-42f0-91d5-2c028ed5d3d9" providerId="AD" clId="Web-{FB4B66A5-F258-F1EC-C2DE-06136BA295E1}" dt="2026-01-26T18:08:02.711" v="84"/>
          <ac:spMkLst>
            <pc:docMk/>
            <pc:sldMk cId="2827602059" sldId="261"/>
            <ac:spMk id="36" creationId="{A7009A0A-BEF5-4EAC-AF15-E4F9F002E239}"/>
          </ac:spMkLst>
        </pc:spChg>
        <pc:graphicFrameChg chg="mod modGraphic">
          <ac:chgData name="Zapata, Edsson Romario" userId="S::zapatae9574@uhcl.edu::5199caf6-7db2-42f0-91d5-2c028ed5d3d9" providerId="AD" clId="Web-{FB4B66A5-F258-F1EC-C2DE-06136BA295E1}" dt="2026-01-26T18:08:02.711" v="84"/>
          <ac:graphicFrameMkLst>
            <pc:docMk/>
            <pc:sldMk cId="2827602059" sldId="261"/>
            <ac:graphicFrameMk id="5" creationId="{096EAD72-45EC-4D6E-9819-03B0F3F0FD02}"/>
          </ac:graphicFrameMkLst>
        </pc:graphicFrameChg>
      </pc:sldChg>
      <pc:sldChg chg="addSp delSp modSp">
        <pc:chgData name="Zapata, Edsson Romario" userId="S::zapatae9574@uhcl.edu::5199caf6-7db2-42f0-91d5-2c028ed5d3d9" providerId="AD" clId="Web-{FB4B66A5-F258-F1EC-C2DE-06136BA295E1}" dt="2026-01-26T19:08:47.252" v="250"/>
        <pc:sldMkLst>
          <pc:docMk/>
          <pc:sldMk cId="3966086104" sldId="262"/>
        </pc:sldMkLst>
        <pc:spChg chg="mod">
          <ac:chgData name="Zapata, Edsson Romario" userId="S::zapatae9574@uhcl.edu::5199caf6-7db2-42f0-91d5-2c028ed5d3d9" providerId="AD" clId="Web-{FB4B66A5-F258-F1EC-C2DE-06136BA295E1}" dt="2026-01-26T19:08:43.799" v="249"/>
          <ac:spMkLst>
            <pc:docMk/>
            <pc:sldMk cId="3966086104" sldId="262"/>
            <ac:spMk id="2" creationId="{67A7F52E-422E-FDF0-7A88-E785F1C6B17B}"/>
          </ac:spMkLst>
        </pc:spChg>
        <pc:spChg chg="mod">
          <ac:chgData name="Zapata, Edsson Romario" userId="S::zapatae9574@uhcl.edu::5199caf6-7db2-42f0-91d5-2c028ed5d3d9" providerId="AD" clId="Web-{FB4B66A5-F258-F1EC-C2DE-06136BA295E1}" dt="2026-01-26T19:08:43.799" v="249"/>
          <ac:spMkLst>
            <pc:docMk/>
            <pc:sldMk cId="3966086104" sldId="262"/>
            <ac:spMk id="3" creationId="{98724B18-1802-A6D3-BDBA-E3E34B15F0CD}"/>
          </ac:spMkLst>
        </pc:spChg>
        <pc:spChg chg="del">
          <ac:chgData name="Zapata, Edsson Romario" userId="S::zapatae9574@uhcl.edu::5199caf6-7db2-42f0-91d5-2c028ed5d3d9" providerId="AD" clId="Web-{FB4B66A5-F258-F1EC-C2DE-06136BA295E1}" dt="2026-01-26T18:32:41.726" v="208"/>
          <ac:spMkLst>
            <pc:docMk/>
            <pc:sldMk cId="3966086104" sldId="262"/>
            <ac:spMk id="8" creationId="{1B15ED52-F352-441B-82BF-E0EA34836D08}"/>
          </ac:spMkLst>
        </pc:spChg>
        <pc:spChg chg="del">
          <ac:chgData name="Zapata, Edsson Romario" userId="S::zapatae9574@uhcl.edu::5199caf6-7db2-42f0-91d5-2c028ed5d3d9" providerId="AD" clId="Web-{FB4B66A5-F258-F1EC-C2DE-06136BA295E1}" dt="2026-01-26T18:32:41.726" v="208"/>
          <ac:spMkLst>
            <pc:docMk/>
            <pc:sldMk cId="3966086104" sldId="262"/>
            <ac:spMk id="10" creationId="{3B2E3793-BFE6-45A2-9B7B-E18844431C99}"/>
          </ac:spMkLst>
        </pc:spChg>
        <pc:spChg chg="del">
          <ac:chgData name="Zapata, Edsson Romario" userId="S::zapatae9574@uhcl.edu::5199caf6-7db2-42f0-91d5-2c028ed5d3d9" providerId="AD" clId="Web-{FB4B66A5-F258-F1EC-C2DE-06136BA295E1}" dt="2026-01-26T18:32:41.726" v="208"/>
          <ac:spMkLst>
            <pc:docMk/>
            <pc:sldMk cId="3966086104" sldId="262"/>
            <ac:spMk id="12" creationId="{BC4C4868-CB8F-4AF9-9CDB-8108F2C19B67}"/>
          </ac:spMkLst>
        </pc:spChg>
        <pc:spChg chg="del">
          <ac:chgData name="Zapata, Edsson Romario" userId="S::zapatae9574@uhcl.edu::5199caf6-7db2-42f0-91d5-2c028ed5d3d9" providerId="AD" clId="Web-{FB4B66A5-F258-F1EC-C2DE-06136BA295E1}" dt="2026-01-26T18:32:41.726" v="208"/>
          <ac:spMkLst>
            <pc:docMk/>
            <pc:sldMk cId="3966086104" sldId="262"/>
            <ac:spMk id="14" creationId="{375E0459-6403-40CD-989D-56A4407CA12E}"/>
          </ac:spMkLst>
        </pc:spChg>
        <pc:spChg chg="del">
          <ac:chgData name="Zapata, Edsson Romario" userId="S::zapatae9574@uhcl.edu::5199caf6-7db2-42f0-91d5-2c028ed5d3d9" providerId="AD" clId="Web-{FB4B66A5-F258-F1EC-C2DE-06136BA295E1}" dt="2026-01-26T18:32:41.726" v="208"/>
          <ac:spMkLst>
            <pc:docMk/>
            <pc:sldMk cId="3966086104" sldId="262"/>
            <ac:spMk id="16" creationId="{53E5B1A8-3AC9-4BD1-9BBC-78CA94F2D1BA}"/>
          </ac:spMkLst>
        </pc:spChg>
        <pc:spChg chg="add del">
          <ac:chgData name="Zapata, Edsson Romario" userId="S::zapatae9574@uhcl.edu::5199caf6-7db2-42f0-91d5-2c028ed5d3d9" providerId="AD" clId="Web-{FB4B66A5-F258-F1EC-C2DE-06136BA295E1}" dt="2026-01-26T19:08:43.799" v="249"/>
          <ac:spMkLst>
            <pc:docMk/>
            <pc:sldMk cId="3966086104" sldId="262"/>
            <ac:spMk id="21" creationId="{979E27D9-03C7-44E2-9FF8-15D0C8506AF7}"/>
          </ac:spMkLst>
        </pc:spChg>
        <pc:spChg chg="add del">
          <ac:chgData name="Zapata, Edsson Romario" userId="S::zapatae9574@uhcl.edu::5199caf6-7db2-42f0-91d5-2c028ed5d3d9" providerId="AD" clId="Web-{FB4B66A5-F258-F1EC-C2DE-06136BA295E1}" dt="2026-01-26T19:08:43.799" v="249"/>
          <ac:spMkLst>
            <pc:docMk/>
            <pc:sldMk cId="3966086104" sldId="262"/>
            <ac:spMk id="23" creationId="{EEBF1590-3B36-48EE-A89D-3B6F3CB256AB}"/>
          </ac:spMkLst>
        </pc:spChg>
        <pc:spChg chg="add del">
          <ac:chgData name="Zapata, Edsson Romario" userId="S::zapatae9574@uhcl.edu::5199caf6-7db2-42f0-91d5-2c028ed5d3d9" providerId="AD" clId="Web-{FB4B66A5-F258-F1EC-C2DE-06136BA295E1}" dt="2026-01-26T19:08:43.799" v="249"/>
          <ac:spMkLst>
            <pc:docMk/>
            <pc:sldMk cId="3966086104" sldId="262"/>
            <ac:spMk id="25" creationId="{AC8F6C8C-AB5A-4548-942D-E3FD40ACBC49}"/>
          </ac:spMkLst>
        </pc:spChg>
        <pc:spChg chg="add">
          <ac:chgData name="Zapata, Edsson Romario" userId="S::zapatae9574@uhcl.edu::5199caf6-7db2-42f0-91d5-2c028ed5d3d9" providerId="AD" clId="Web-{FB4B66A5-F258-F1EC-C2DE-06136BA295E1}" dt="2026-01-26T19:08:43.799" v="249"/>
          <ac:spMkLst>
            <pc:docMk/>
            <pc:sldMk cId="3966086104" sldId="262"/>
            <ac:spMk id="30" creationId="{1B15ED52-F352-441B-82BF-E0EA34836D08}"/>
          </ac:spMkLst>
        </pc:spChg>
        <pc:spChg chg="add">
          <ac:chgData name="Zapata, Edsson Romario" userId="S::zapatae9574@uhcl.edu::5199caf6-7db2-42f0-91d5-2c028ed5d3d9" providerId="AD" clId="Web-{FB4B66A5-F258-F1EC-C2DE-06136BA295E1}" dt="2026-01-26T19:08:43.799" v="249"/>
          <ac:spMkLst>
            <pc:docMk/>
            <pc:sldMk cId="3966086104" sldId="262"/>
            <ac:spMk id="32" creationId="{61707E60-CEC9-4661-AA82-69242EB4BDC3}"/>
          </ac:spMkLst>
        </pc:spChg>
        <pc:spChg chg="add">
          <ac:chgData name="Zapata, Edsson Romario" userId="S::zapatae9574@uhcl.edu::5199caf6-7db2-42f0-91d5-2c028ed5d3d9" providerId="AD" clId="Web-{FB4B66A5-F258-F1EC-C2DE-06136BA295E1}" dt="2026-01-26T19:08:43.799" v="249"/>
          <ac:spMkLst>
            <pc:docMk/>
            <pc:sldMk cId="3966086104" sldId="262"/>
            <ac:spMk id="34" creationId="{8F035CD8-AE30-4146-96F2-036B0CE5E4F3}"/>
          </ac:spMkLst>
        </pc:spChg>
        <pc:picChg chg="add mod">
          <ac:chgData name="Zapata, Edsson Romario" userId="S::zapatae9574@uhcl.edu::5199caf6-7db2-42f0-91d5-2c028ed5d3d9" providerId="AD" clId="Web-{FB4B66A5-F258-F1EC-C2DE-06136BA295E1}" dt="2026-01-26T19:08:47.252" v="250"/>
          <ac:picMkLst>
            <pc:docMk/>
            <pc:sldMk cId="3966086104" sldId="262"/>
            <ac:picMk id="4" creationId="{A3729F83-F509-C122-97B6-4301F7F87B29}"/>
          </ac:picMkLst>
        </pc:picChg>
      </pc:sldChg>
      <pc:sldChg chg="addSp delSp modSp">
        <pc:chgData name="Zapata, Edsson Romario" userId="S::zapatae9574@uhcl.edu::5199caf6-7db2-42f0-91d5-2c028ed5d3d9" providerId="AD" clId="Web-{FB4B66A5-F258-F1EC-C2DE-06136BA295E1}" dt="2026-01-26T19:09:59.018" v="255" actId="20577"/>
        <pc:sldMkLst>
          <pc:docMk/>
          <pc:sldMk cId="4016963773" sldId="263"/>
        </pc:sldMkLst>
        <pc:spChg chg="mod">
          <ac:chgData name="Zapata, Edsson Romario" userId="S::zapatae9574@uhcl.edu::5199caf6-7db2-42f0-91d5-2c028ed5d3d9" providerId="AD" clId="Web-{FB4B66A5-F258-F1EC-C2DE-06136BA295E1}" dt="2026-01-26T19:09:59.018" v="255" actId="20577"/>
          <ac:spMkLst>
            <pc:docMk/>
            <pc:sldMk cId="4016963773" sldId="263"/>
            <ac:spMk id="2" creationId="{71BD0592-D7E6-980A-5546-71F04C7D2FC2}"/>
          </ac:spMkLst>
        </pc:spChg>
        <pc:spChg chg="mod ord">
          <ac:chgData name="Zapata, Edsson Romario" userId="S::zapatae9574@uhcl.edu::5199caf6-7db2-42f0-91d5-2c028ed5d3d9" providerId="AD" clId="Web-{FB4B66A5-F258-F1EC-C2DE-06136BA295E1}" dt="2026-01-26T18:03:05.615" v="62" actId="1076"/>
          <ac:spMkLst>
            <pc:docMk/>
            <pc:sldMk cId="4016963773" sldId="263"/>
            <ac:spMk id="3" creationId="{60563F37-0548-0D46-949C-AB1150E027F3}"/>
          </ac:spMkLst>
        </pc:spChg>
        <pc:spChg chg="add del">
          <ac:chgData name="Zapata, Edsson Romario" userId="S::zapatae9574@uhcl.edu::5199caf6-7db2-42f0-91d5-2c028ed5d3d9" providerId="AD" clId="Web-{FB4B66A5-F258-F1EC-C2DE-06136BA295E1}" dt="2026-01-26T18:00:12.192" v="35"/>
          <ac:spMkLst>
            <pc:docMk/>
            <pc:sldMk cId="4016963773" sldId="263"/>
            <ac:spMk id="8" creationId="{1B15ED52-F352-441B-82BF-E0EA34836D08}"/>
          </ac:spMkLst>
        </pc:spChg>
        <pc:spChg chg="add del">
          <ac:chgData name="Zapata, Edsson Romario" userId="S::zapatae9574@uhcl.edu::5199caf6-7db2-42f0-91d5-2c028ed5d3d9" providerId="AD" clId="Web-{FB4B66A5-F258-F1EC-C2DE-06136BA295E1}" dt="2026-01-26T18:00:12.192" v="35"/>
          <ac:spMkLst>
            <pc:docMk/>
            <pc:sldMk cId="4016963773" sldId="263"/>
            <ac:spMk id="10" creationId="{3B2E3793-BFE6-45A2-9B7B-E18844431C99}"/>
          </ac:spMkLst>
        </pc:spChg>
        <pc:spChg chg="add del">
          <ac:chgData name="Zapata, Edsson Romario" userId="S::zapatae9574@uhcl.edu::5199caf6-7db2-42f0-91d5-2c028ed5d3d9" providerId="AD" clId="Web-{FB4B66A5-F258-F1EC-C2DE-06136BA295E1}" dt="2026-01-26T18:00:12.192" v="35"/>
          <ac:spMkLst>
            <pc:docMk/>
            <pc:sldMk cId="4016963773" sldId="263"/>
            <ac:spMk id="12" creationId="{BC4C4868-CB8F-4AF9-9CDB-8108F2C19B67}"/>
          </ac:spMkLst>
        </pc:spChg>
        <pc:spChg chg="add del">
          <ac:chgData name="Zapata, Edsson Romario" userId="S::zapatae9574@uhcl.edu::5199caf6-7db2-42f0-91d5-2c028ed5d3d9" providerId="AD" clId="Web-{FB4B66A5-F258-F1EC-C2DE-06136BA295E1}" dt="2026-01-26T18:00:12.192" v="35"/>
          <ac:spMkLst>
            <pc:docMk/>
            <pc:sldMk cId="4016963773" sldId="263"/>
            <ac:spMk id="14" creationId="{375E0459-6403-40CD-989D-56A4407CA12E}"/>
          </ac:spMkLst>
        </pc:spChg>
        <pc:spChg chg="add del">
          <ac:chgData name="Zapata, Edsson Romario" userId="S::zapatae9574@uhcl.edu::5199caf6-7db2-42f0-91d5-2c028ed5d3d9" providerId="AD" clId="Web-{FB4B66A5-F258-F1EC-C2DE-06136BA295E1}" dt="2026-01-26T18:00:12.192" v="35"/>
          <ac:spMkLst>
            <pc:docMk/>
            <pc:sldMk cId="4016963773" sldId="263"/>
            <ac:spMk id="16" creationId="{53E5B1A8-3AC9-4BD1-9BBC-78CA94F2D1BA}"/>
          </ac:spMkLst>
        </pc:spChg>
        <pc:spChg chg="add del">
          <ac:chgData name="Zapata, Edsson Romario" userId="S::zapatae9574@uhcl.edu::5199caf6-7db2-42f0-91d5-2c028ed5d3d9" providerId="AD" clId="Web-{FB4B66A5-F258-F1EC-C2DE-06136BA295E1}" dt="2026-01-26T18:00:12.176" v="34"/>
          <ac:spMkLst>
            <pc:docMk/>
            <pc:sldMk cId="4016963773" sldId="263"/>
            <ac:spMk id="21" creationId="{1B15ED52-F352-441B-82BF-E0EA34836D08}"/>
          </ac:spMkLst>
        </pc:spChg>
        <pc:spChg chg="add del">
          <ac:chgData name="Zapata, Edsson Romario" userId="S::zapatae9574@uhcl.edu::5199caf6-7db2-42f0-91d5-2c028ed5d3d9" providerId="AD" clId="Web-{FB4B66A5-F258-F1EC-C2DE-06136BA295E1}" dt="2026-01-26T18:00:12.176" v="34"/>
          <ac:spMkLst>
            <pc:docMk/>
            <pc:sldMk cId="4016963773" sldId="263"/>
            <ac:spMk id="23" creationId="{61707E60-CEC9-4661-AA82-69242EB4BDC3}"/>
          </ac:spMkLst>
        </pc:spChg>
        <pc:spChg chg="add del">
          <ac:chgData name="Zapata, Edsson Romario" userId="S::zapatae9574@uhcl.edu::5199caf6-7db2-42f0-91d5-2c028ed5d3d9" providerId="AD" clId="Web-{FB4B66A5-F258-F1EC-C2DE-06136BA295E1}" dt="2026-01-26T18:00:12.176" v="34"/>
          <ac:spMkLst>
            <pc:docMk/>
            <pc:sldMk cId="4016963773" sldId="263"/>
            <ac:spMk id="25" creationId="{8F035CD8-AE30-4146-96F2-036B0CE5E4F3}"/>
          </ac:spMkLst>
        </pc:spChg>
        <pc:spChg chg="add">
          <ac:chgData name="Zapata, Edsson Romario" userId="S::zapatae9574@uhcl.edu::5199caf6-7db2-42f0-91d5-2c028ed5d3d9" providerId="AD" clId="Web-{FB4B66A5-F258-F1EC-C2DE-06136BA295E1}" dt="2026-01-26T18:00:12.192" v="35"/>
          <ac:spMkLst>
            <pc:docMk/>
            <pc:sldMk cId="4016963773" sldId="263"/>
            <ac:spMk id="27" creationId="{3346177D-ADC4-4968-B747-5CFCD390B5B9}"/>
          </ac:spMkLst>
        </pc:spChg>
        <pc:spChg chg="add">
          <ac:chgData name="Zapata, Edsson Romario" userId="S::zapatae9574@uhcl.edu::5199caf6-7db2-42f0-91d5-2c028ed5d3d9" providerId="AD" clId="Web-{FB4B66A5-F258-F1EC-C2DE-06136BA295E1}" dt="2026-01-26T18:00:12.192" v="35"/>
          <ac:spMkLst>
            <pc:docMk/>
            <pc:sldMk cId="4016963773" sldId="263"/>
            <ac:spMk id="28" creationId="{0844A943-BF79-4FEA-ABB1-3BD54D236606}"/>
          </ac:spMkLst>
        </pc:spChg>
        <pc:spChg chg="add">
          <ac:chgData name="Zapata, Edsson Romario" userId="S::zapatae9574@uhcl.edu::5199caf6-7db2-42f0-91d5-2c028ed5d3d9" providerId="AD" clId="Web-{FB4B66A5-F258-F1EC-C2DE-06136BA295E1}" dt="2026-01-26T18:00:12.192" v="35"/>
          <ac:spMkLst>
            <pc:docMk/>
            <pc:sldMk cId="4016963773" sldId="263"/>
            <ac:spMk id="29" creationId="{6437CC72-F4A8-4DC3-AFAB-D22C482C8100}"/>
          </ac:spMkLst>
        </pc:spChg>
        <pc:picChg chg="mod">
          <ac:chgData name="Zapata, Edsson Romario" userId="S::zapatae9574@uhcl.edu::5199caf6-7db2-42f0-91d5-2c028ed5d3d9" providerId="AD" clId="Web-{FB4B66A5-F258-F1EC-C2DE-06136BA295E1}" dt="2026-01-26T19:09:43.971" v="254" actId="1076"/>
          <ac:picMkLst>
            <pc:docMk/>
            <pc:sldMk cId="4016963773" sldId="263"/>
            <ac:picMk id="4" creationId="{D52CEFF8-8D66-5EFC-9E28-D5FDEB2EA9C4}"/>
          </ac:picMkLst>
        </pc:picChg>
      </pc:sldChg>
      <pc:sldChg chg="addSp delSp modSp">
        <pc:chgData name="Zapata, Edsson Romario" userId="S::zapatae9574@uhcl.edu::5199caf6-7db2-42f0-91d5-2c028ed5d3d9" providerId="AD" clId="Web-{FB4B66A5-F258-F1EC-C2DE-06136BA295E1}" dt="2026-01-26T19:12:18.226" v="262"/>
        <pc:sldMkLst>
          <pc:docMk/>
          <pc:sldMk cId="971131265" sldId="264"/>
        </pc:sldMkLst>
        <pc:spChg chg="mod">
          <ac:chgData name="Zapata, Edsson Romario" userId="S::zapatae9574@uhcl.edu::5199caf6-7db2-42f0-91d5-2c028ed5d3d9" providerId="AD" clId="Web-{FB4B66A5-F258-F1EC-C2DE-06136BA295E1}" dt="2026-01-26T19:12:01.475" v="261" actId="20577"/>
          <ac:spMkLst>
            <pc:docMk/>
            <pc:sldMk cId="971131265" sldId="264"/>
            <ac:spMk id="2" creationId="{937BA022-A3A6-710D-D8BE-078F5A801838}"/>
          </ac:spMkLst>
        </pc:spChg>
        <pc:spChg chg="mod">
          <ac:chgData name="Zapata, Edsson Romario" userId="S::zapatae9574@uhcl.edu::5199caf6-7db2-42f0-91d5-2c028ed5d3d9" providerId="AD" clId="Web-{FB4B66A5-F258-F1EC-C2DE-06136BA295E1}" dt="2026-01-26T18:10:26.074" v="108" actId="1076"/>
          <ac:spMkLst>
            <pc:docMk/>
            <pc:sldMk cId="971131265" sldId="264"/>
            <ac:spMk id="3" creationId="{50A22E40-CF10-28AD-99F8-1268554B6BDC}"/>
          </ac:spMkLst>
        </pc:spChg>
        <pc:spChg chg="del">
          <ac:chgData name="Zapata, Edsson Romario" userId="S::zapatae9574@uhcl.edu::5199caf6-7db2-42f0-91d5-2c028ed5d3d9" providerId="AD" clId="Web-{FB4B66A5-F258-F1EC-C2DE-06136BA295E1}" dt="2026-01-26T18:09:44.134" v="98"/>
          <ac:spMkLst>
            <pc:docMk/>
            <pc:sldMk cId="971131265" sldId="264"/>
            <ac:spMk id="17" creationId="{1B15ED52-F352-441B-82BF-E0EA34836D08}"/>
          </ac:spMkLst>
        </pc:spChg>
        <pc:spChg chg="del">
          <ac:chgData name="Zapata, Edsson Romario" userId="S::zapatae9574@uhcl.edu::5199caf6-7db2-42f0-91d5-2c028ed5d3d9" providerId="AD" clId="Web-{FB4B66A5-F258-F1EC-C2DE-06136BA295E1}" dt="2026-01-26T18:09:44.134" v="98"/>
          <ac:spMkLst>
            <pc:docMk/>
            <pc:sldMk cId="971131265" sldId="264"/>
            <ac:spMk id="19" creationId="{3B2E3793-BFE6-45A2-9B7B-E18844431C99}"/>
          </ac:spMkLst>
        </pc:spChg>
        <pc:spChg chg="del">
          <ac:chgData name="Zapata, Edsson Romario" userId="S::zapatae9574@uhcl.edu::5199caf6-7db2-42f0-91d5-2c028ed5d3d9" providerId="AD" clId="Web-{FB4B66A5-F258-F1EC-C2DE-06136BA295E1}" dt="2026-01-26T18:09:44.134" v="98"/>
          <ac:spMkLst>
            <pc:docMk/>
            <pc:sldMk cId="971131265" sldId="264"/>
            <ac:spMk id="21" creationId="{BC4C4868-CB8F-4AF9-9CDB-8108F2C19B67}"/>
          </ac:spMkLst>
        </pc:spChg>
        <pc:spChg chg="del">
          <ac:chgData name="Zapata, Edsson Romario" userId="S::zapatae9574@uhcl.edu::5199caf6-7db2-42f0-91d5-2c028ed5d3d9" providerId="AD" clId="Web-{FB4B66A5-F258-F1EC-C2DE-06136BA295E1}" dt="2026-01-26T18:09:44.134" v="98"/>
          <ac:spMkLst>
            <pc:docMk/>
            <pc:sldMk cId="971131265" sldId="264"/>
            <ac:spMk id="23" creationId="{375E0459-6403-40CD-989D-56A4407CA12E}"/>
          </ac:spMkLst>
        </pc:spChg>
        <pc:spChg chg="del">
          <ac:chgData name="Zapata, Edsson Romario" userId="S::zapatae9574@uhcl.edu::5199caf6-7db2-42f0-91d5-2c028ed5d3d9" providerId="AD" clId="Web-{FB4B66A5-F258-F1EC-C2DE-06136BA295E1}" dt="2026-01-26T18:09:44.134" v="98"/>
          <ac:spMkLst>
            <pc:docMk/>
            <pc:sldMk cId="971131265" sldId="264"/>
            <ac:spMk id="25" creationId="{53E5B1A8-3AC9-4BD1-9BBC-78CA94F2D1BA}"/>
          </ac:spMkLst>
        </pc:spChg>
        <pc:spChg chg="add">
          <ac:chgData name="Zapata, Edsson Romario" userId="S::zapatae9574@uhcl.edu::5199caf6-7db2-42f0-91d5-2c028ed5d3d9" providerId="AD" clId="Web-{FB4B66A5-F258-F1EC-C2DE-06136BA295E1}" dt="2026-01-26T18:09:44.134" v="98"/>
          <ac:spMkLst>
            <pc:docMk/>
            <pc:sldMk cId="971131265" sldId="264"/>
            <ac:spMk id="30" creationId="{1B15ED52-F352-441B-82BF-E0EA34836D08}"/>
          </ac:spMkLst>
        </pc:spChg>
        <pc:spChg chg="add">
          <ac:chgData name="Zapata, Edsson Romario" userId="S::zapatae9574@uhcl.edu::5199caf6-7db2-42f0-91d5-2c028ed5d3d9" providerId="AD" clId="Web-{FB4B66A5-F258-F1EC-C2DE-06136BA295E1}" dt="2026-01-26T18:09:44.134" v="98"/>
          <ac:spMkLst>
            <pc:docMk/>
            <pc:sldMk cId="971131265" sldId="264"/>
            <ac:spMk id="32" creationId="{61707E60-CEC9-4661-AA82-69242EB4BDC3}"/>
          </ac:spMkLst>
        </pc:spChg>
        <pc:spChg chg="add">
          <ac:chgData name="Zapata, Edsson Romario" userId="S::zapatae9574@uhcl.edu::5199caf6-7db2-42f0-91d5-2c028ed5d3d9" providerId="AD" clId="Web-{FB4B66A5-F258-F1EC-C2DE-06136BA295E1}" dt="2026-01-26T18:09:44.134" v="98"/>
          <ac:spMkLst>
            <pc:docMk/>
            <pc:sldMk cId="971131265" sldId="264"/>
            <ac:spMk id="34" creationId="{8F035CD8-AE30-4146-96F2-036B0CE5E4F3}"/>
          </ac:spMkLst>
        </pc:spChg>
        <pc:picChg chg="add mod">
          <ac:chgData name="Zapata, Edsson Romario" userId="S::zapatae9574@uhcl.edu::5199caf6-7db2-42f0-91d5-2c028ed5d3d9" providerId="AD" clId="Web-{FB4B66A5-F258-F1EC-C2DE-06136BA295E1}" dt="2026-01-26T19:12:18.226" v="262"/>
          <ac:picMkLst>
            <pc:docMk/>
            <pc:sldMk cId="971131265" sldId="264"/>
            <ac:picMk id="4" creationId="{77F002B8-C13F-1B07-6F29-2806EF5778D0}"/>
          </ac:picMkLst>
        </pc:picChg>
      </pc:sldChg>
      <pc:sldChg chg="addSp delSp modSp">
        <pc:chgData name="Zapata, Edsson Romario" userId="S::zapatae9574@uhcl.edu::5199caf6-7db2-42f0-91d5-2c028ed5d3d9" providerId="AD" clId="Web-{FB4B66A5-F258-F1EC-C2DE-06136BA295E1}" dt="2026-01-26T17:55:29.998" v="18"/>
        <pc:sldMkLst>
          <pc:docMk/>
          <pc:sldMk cId="1796363659" sldId="266"/>
        </pc:sldMkLst>
        <pc:spChg chg="mod">
          <ac:chgData name="Zapata, Edsson Romario" userId="S::zapatae9574@uhcl.edu::5199caf6-7db2-42f0-91d5-2c028ed5d3d9" providerId="AD" clId="Web-{FB4B66A5-F258-F1EC-C2DE-06136BA295E1}" dt="2026-01-26T17:53:59.589" v="14"/>
          <ac:spMkLst>
            <pc:docMk/>
            <pc:sldMk cId="1796363659" sldId="266"/>
            <ac:spMk id="2" creationId="{5DFD7062-2EF7-E411-5B21-ECE5D9BF1A19}"/>
          </ac:spMkLst>
        </pc:spChg>
        <pc:spChg chg="add del">
          <ac:chgData name="Zapata, Edsson Romario" userId="S::zapatae9574@uhcl.edu::5199caf6-7db2-42f0-91d5-2c028ed5d3d9" providerId="AD" clId="Web-{FB4B66A5-F258-F1EC-C2DE-06136BA295E1}" dt="2026-01-26T17:53:59.683" v="15"/>
          <ac:spMkLst>
            <pc:docMk/>
            <pc:sldMk cId="1796363659" sldId="266"/>
            <ac:spMk id="33" creationId="{B712E947-0734-45F9-9C4F-41114EC3A33E}"/>
          </ac:spMkLst>
        </pc:spChg>
        <pc:spChg chg="add del">
          <ac:chgData name="Zapata, Edsson Romario" userId="S::zapatae9574@uhcl.edu::5199caf6-7db2-42f0-91d5-2c028ed5d3d9" providerId="AD" clId="Web-{FB4B66A5-F258-F1EC-C2DE-06136BA295E1}" dt="2026-01-26T17:53:59.683" v="15"/>
          <ac:spMkLst>
            <pc:docMk/>
            <pc:sldMk cId="1796363659" sldId="266"/>
            <ac:spMk id="35" creationId="{5A65989E-BBD5-44D7-AA86-7AFD5D46BBC0}"/>
          </ac:spMkLst>
        </pc:spChg>
        <pc:spChg chg="add del">
          <ac:chgData name="Zapata, Edsson Romario" userId="S::zapatae9574@uhcl.edu::5199caf6-7db2-42f0-91d5-2c028ed5d3d9" providerId="AD" clId="Web-{FB4B66A5-F258-F1EC-C2DE-06136BA295E1}" dt="2026-01-26T17:53:59.683" v="15"/>
          <ac:spMkLst>
            <pc:docMk/>
            <pc:sldMk cId="1796363659" sldId="266"/>
            <ac:spMk id="37" creationId="{231A2881-D8D7-4A7D-ACA3-E9F849F853D8}"/>
          </ac:spMkLst>
        </pc:spChg>
        <pc:spChg chg="add del">
          <ac:chgData name="Zapata, Edsson Romario" userId="S::zapatae9574@uhcl.edu::5199caf6-7db2-42f0-91d5-2c028ed5d3d9" providerId="AD" clId="Web-{FB4B66A5-F258-F1EC-C2DE-06136BA295E1}" dt="2026-01-26T17:53:59.589" v="14"/>
          <ac:spMkLst>
            <pc:docMk/>
            <pc:sldMk cId="1796363659" sldId="266"/>
            <ac:spMk id="42" creationId="{5A0118C5-4F8D-4CF4-BADD-53FEACC6C42A}"/>
          </ac:spMkLst>
        </pc:spChg>
        <pc:spChg chg="add del">
          <ac:chgData name="Zapata, Edsson Romario" userId="S::zapatae9574@uhcl.edu::5199caf6-7db2-42f0-91d5-2c028ed5d3d9" providerId="AD" clId="Web-{FB4B66A5-F258-F1EC-C2DE-06136BA295E1}" dt="2026-01-26T17:53:59.589" v="14"/>
          <ac:spMkLst>
            <pc:docMk/>
            <pc:sldMk cId="1796363659" sldId="266"/>
            <ac:spMk id="52" creationId="{EAED1919-54A1-41C9-B30B-A3FF3F58E38B}"/>
          </ac:spMkLst>
        </pc:spChg>
        <pc:spChg chg="add del">
          <ac:chgData name="Zapata, Edsson Romario" userId="S::zapatae9574@uhcl.edu::5199caf6-7db2-42f0-91d5-2c028ed5d3d9" providerId="AD" clId="Web-{FB4B66A5-F258-F1EC-C2DE-06136BA295E1}" dt="2026-01-26T17:53:59.589" v="14"/>
          <ac:spMkLst>
            <pc:docMk/>
            <pc:sldMk cId="1796363659" sldId="266"/>
            <ac:spMk id="58" creationId="{FFFEB18F-F81F-4CED-BE64-EB888A77C3B8}"/>
          </ac:spMkLst>
        </pc:spChg>
        <pc:spChg chg="add">
          <ac:chgData name="Zapata, Edsson Romario" userId="S::zapatae9574@uhcl.edu::5199caf6-7db2-42f0-91d5-2c028ed5d3d9" providerId="AD" clId="Web-{FB4B66A5-F258-F1EC-C2DE-06136BA295E1}" dt="2026-01-26T17:53:59.683" v="15"/>
          <ac:spMkLst>
            <pc:docMk/>
            <pc:sldMk cId="1796363659" sldId="266"/>
            <ac:spMk id="231" creationId="{B712E947-0734-45F9-9C4F-41114EC3A33E}"/>
          </ac:spMkLst>
        </pc:spChg>
        <pc:spChg chg="add">
          <ac:chgData name="Zapata, Edsson Romario" userId="S::zapatae9574@uhcl.edu::5199caf6-7db2-42f0-91d5-2c028ed5d3d9" providerId="AD" clId="Web-{FB4B66A5-F258-F1EC-C2DE-06136BA295E1}" dt="2026-01-26T17:53:59.683" v="15"/>
          <ac:spMkLst>
            <pc:docMk/>
            <pc:sldMk cId="1796363659" sldId="266"/>
            <ac:spMk id="232" creationId="{5A65989E-BBD5-44D7-AA86-7AFD5D46BBC0}"/>
          </ac:spMkLst>
        </pc:spChg>
        <pc:spChg chg="add">
          <ac:chgData name="Zapata, Edsson Romario" userId="S::zapatae9574@uhcl.edu::5199caf6-7db2-42f0-91d5-2c028ed5d3d9" providerId="AD" clId="Web-{FB4B66A5-F258-F1EC-C2DE-06136BA295E1}" dt="2026-01-26T17:53:59.683" v="15"/>
          <ac:spMkLst>
            <pc:docMk/>
            <pc:sldMk cId="1796363659" sldId="266"/>
            <ac:spMk id="233" creationId="{231A2881-D8D7-4A7D-ACA3-E9F849F853D8}"/>
          </ac:spMkLst>
        </pc:spChg>
        <pc:graphicFrameChg chg="mod modGraphic">
          <ac:chgData name="Zapata, Edsson Romario" userId="S::zapatae9574@uhcl.edu::5199caf6-7db2-42f0-91d5-2c028ed5d3d9" providerId="AD" clId="Web-{FB4B66A5-F258-F1EC-C2DE-06136BA295E1}" dt="2026-01-26T17:55:29.998" v="18"/>
          <ac:graphicFrameMkLst>
            <pc:docMk/>
            <pc:sldMk cId="1796363659" sldId="266"/>
            <ac:graphicFrameMk id="19" creationId="{E508498F-0319-0FB9-3BA8-4941EF7F08BB}"/>
          </ac:graphicFrameMkLst>
        </pc:graphicFrameChg>
        <pc:picChg chg="mod">
          <ac:chgData name="Zapata, Edsson Romario" userId="S::zapatae9574@uhcl.edu::5199caf6-7db2-42f0-91d5-2c028ed5d3d9" providerId="AD" clId="Web-{FB4B66A5-F258-F1EC-C2DE-06136BA295E1}" dt="2026-01-26T17:53:59.589" v="14"/>
          <ac:picMkLst>
            <pc:docMk/>
            <pc:sldMk cId="1796363659" sldId="266"/>
            <ac:picMk id="6" creationId="{CB3FAF0A-1786-85E3-0EB5-54693BA80AB9}"/>
          </ac:picMkLst>
        </pc:picChg>
        <pc:picChg chg="mod">
          <ac:chgData name="Zapata, Edsson Romario" userId="S::zapatae9574@uhcl.edu::5199caf6-7db2-42f0-91d5-2c028ed5d3d9" providerId="AD" clId="Web-{FB4B66A5-F258-F1EC-C2DE-06136BA295E1}" dt="2026-01-26T17:53:59.589" v="14"/>
          <ac:picMkLst>
            <pc:docMk/>
            <pc:sldMk cId="1796363659" sldId="266"/>
            <ac:picMk id="23" creationId="{8370D633-72E9-ED3D-3A0D-F2C348BEEC57}"/>
          </ac:picMkLst>
        </pc:picChg>
        <pc:cxnChg chg="del">
          <ac:chgData name="Zapata, Edsson Romario" userId="S::zapatae9574@uhcl.edu::5199caf6-7db2-42f0-91d5-2c028ed5d3d9" providerId="AD" clId="Web-{FB4B66A5-F258-F1EC-C2DE-06136BA295E1}" dt="2026-01-26T17:52:12.318" v="1"/>
          <ac:cxnSpMkLst>
            <pc:docMk/>
            <pc:sldMk cId="1796363659" sldId="266"/>
            <ac:cxnSpMk id="28" creationId="{1503BFE4-729B-D9D0-C17B-501E6AF1127A}"/>
          </ac:cxnSpMkLst>
        </pc:cxnChg>
      </pc:sldChg>
      <pc:sldChg chg="addSp delSp modSp">
        <pc:chgData name="Zapata, Edsson Romario" userId="S::zapatae9574@uhcl.edu::5199caf6-7db2-42f0-91d5-2c028ed5d3d9" providerId="AD" clId="Web-{FB4B66A5-F258-F1EC-C2DE-06136BA295E1}" dt="2026-01-26T18:34:16.383" v="210" actId="20577"/>
        <pc:sldMkLst>
          <pc:docMk/>
          <pc:sldMk cId="507274041" sldId="267"/>
        </pc:sldMkLst>
        <pc:spChg chg="mod">
          <ac:chgData name="Zapata, Edsson Romario" userId="S::zapatae9574@uhcl.edu::5199caf6-7db2-42f0-91d5-2c028ed5d3d9" providerId="AD" clId="Web-{FB4B66A5-F258-F1EC-C2DE-06136BA295E1}" dt="2026-01-26T18:34:16.383" v="210" actId="20577"/>
          <ac:spMkLst>
            <pc:docMk/>
            <pc:sldMk cId="507274041" sldId="267"/>
            <ac:spMk id="2" creationId="{3EBD7943-0C29-E3F6-FAB4-89746938A64F}"/>
          </ac:spMkLst>
        </pc:spChg>
        <pc:spChg chg="mod">
          <ac:chgData name="Zapata, Edsson Romario" userId="S::zapatae9574@uhcl.edu::5199caf6-7db2-42f0-91d5-2c028ed5d3d9" providerId="AD" clId="Web-{FB4B66A5-F258-F1EC-C2DE-06136BA295E1}" dt="2026-01-26T18:09:34.525" v="97" actId="1076"/>
          <ac:spMkLst>
            <pc:docMk/>
            <pc:sldMk cId="507274041" sldId="267"/>
            <ac:spMk id="3" creationId="{2CBBF9BD-4DC1-C1A8-4368-5274B831AAC1}"/>
          </ac:spMkLst>
        </pc:spChg>
        <pc:spChg chg="del">
          <ac:chgData name="Zapata, Edsson Romario" userId="S::zapatae9574@uhcl.edu::5199caf6-7db2-42f0-91d5-2c028ed5d3d9" providerId="AD" clId="Web-{FB4B66A5-F258-F1EC-C2DE-06136BA295E1}" dt="2026-01-26T18:08:18.117" v="85"/>
          <ac:spMkLst>
            <pc:docMk/>
            <pc:sldMk cId="507274041" sldId="267"/>
            <ac:spMk id="8" creationId="{D5E7E8AE-5104-691B-C754-0AA072957324}"/>
          </ac:spMkLst>
        </pc:spChg>
        <pc:spChg chg="del">
          <ac:chgData name="Zapata, Edsson Romario" userId="S::zapatae9574@uhcl.edu::5199caf6-7db2-42f0-91d5-2c028ed5d3d9" providerId="AD" clId="Web-{FB4B66A5-F258-F1EC-C2DE-06136BA295E1}" dt="2026-01-26T18:08:18.117" v="85"/>
          <ac:spMkLst>
            <pc:docMk/>
            <pc:sldMk cId="507274041" sldId="267"/>
            <ac:spMk id="10" creationId="{60EE970D-6C81-87B9-5789-9F03446CDA07}"/>
          </ac:spMkLst>
        </pc:spChg>
        <pc:spChg chg="del">
          <ac:chgData name="Zapata, Edsson Romario" userId="S::zapatae9574@uhcl.edu::5199caf6-7db2-42f0-91d5-2c028ed5d3d9" providerId="AD" clId="Web-{FB4B66A5-F258-F1EC-C2DE-06136BA295E1}" dt="2026-01-26T18:08:18.117" v="85"/>
          <ac:spMkLst>
            <pc:docMk/>
            <pc:sldMk cId="507274041" sldId="267"/>
            <ac:spMk id="12" creationId="{0D8F9752-3588-B68B-E443-99859F9168B5}"/>
          </ac:spMkLst>
        </pc:spChg>
        <pc:spChg chg="del">
          <ac:chgData name="Zapata, Edsson Romario" userId="S::zapatae9574@uhcl.edu::5199caf6-7db2-42f0-91d5-2c028ed5d3d9" providerId="AD" clId="Web-{FB4B66A5-F258-F1EC-C2DE-06136BA295E1}" dt="2026-01-26T18:08:18.117" v="85"/>
          <ac:spMkLst>
            <pc:docMk/>
            <pc:sldMk cId="507274041" sldId="267"/>
            <ac:spMk id="14" creationId="{355C1340-39E9-D10B-7E9D-6C36A9206752}"/>
          </ac:spMkLst>
        </pc:spChg>
        <pc:spChg chg="del">
          <ac:chgData name="Zapata, Edsson Romario" userId="S::zapatae9574@uhcl.edu::5199caf6-7db2-42f0-91d5-2c028ed5d3d9" providerId="AD" clId="Web-{FB4B66A5-F258-F1EC-C2DE-06136BA295E1}" dt="2026-01-26T18:08:18.117" v="85"/>
          <ac:spMkLst>
            <pc:docMk/>
            <pc:sldMk cId="507274041" sldId="267"/>
            <ac:spMk id="16" creationId="{2553DAA9-BEB8-C6C7-E9EB-D183E1C3005C}"/>
          </ac:spMkLst>
        </pc:spChg>
        <pc:spChg chg="add">
          <ac:chgData name="Zapata, Edsson Romario" userId="S::zapatae9574@uhcl.edu::5199caf6-7db2-42f0-91d5-2c028ed5d3d9" providerId="AD" clId="Web-{FB4B66A5-F258-F1EC-C2DE-06136BA295E1}" dt="2026-01-26T18:08:18.117" v="85"/>
          <ac:spMkLst>
            <pc:docMk/>
            <pc:sldMk cId="507274041" sldId="267"/>
            <ac:spMk id="23" creationId="{3346177D-ADC4-4968-B747-5CFCD390B5B9}"/>
          </ac:spMkLst>
        </pc:spChg>
        <pc:spChg chg="add">
          <ac:chgData name="Zapata, Edsson Romario" userId="S::zapatae9574@uhcl.edu::5199caf6-7db2-42f0-91d5-2c028ed5d3d9" providerId="AD" clId="Web-{FB4B66A5-F258-F1EC-C2DE-06136BA295E1}" dt="2026-01-26T18:08:18.117" v="85"/>
          <ac:spMkLst>
            <pc:docMk/>
            <pc:sldMk cId="507274041" sldId="267"/>
            <ac:spMk id="25" creationId="{0844A943-BF79-4FEA-ABB1-3BD54D236606}"/>
          </ac:spMkLst>
        </pc:spChg>
        <pc:spChg chg="add">
          <ac:chgData name="Zapata, Edsson Romario" userId="S::zapatae9574@uhcl.edu::5199caf6-7db2-42f0-91d5-2c028ed5d3d9" providerId="AD" clId="Web-{FB4B66A5-F258-F1EC-C2DE-06136BA295E1}" dt="2026-01-26T18:08:18.117" v="85"/>
          <ac:spMkLst>
            <pc:docMk/>
            <pc:sldMk cId="507274041" sldId="267"/>
            <ac:spMk id="27" creationId="{6437CC72-F4A8-4DC3-AFAB-D22C482C8100}"/>
          </ac:spMkLst>
        </pc:spChg>
        <pc:picChg chg="del mod">
          <ac:chgData name="Zapata, Edsson Romario" userId="S::zapatae9574@uhcl.edu::5199caf6-7db2-42f0-91d5-2c028ed5d3d9" providerId="AD" clId="Web-{FB4B66A5-F258-F1EC-C2DE-06136BA295E1}" dt="2026-01-26T18:08:22.836" v="86"/>
          <ac:picMkLst>
            <pc:docMk/>
            <pc:sldMk cId="507274041" sldId="267"/>
            <ac:picMk id="4" creationId="{754C53F8-0657-26C6-79E6-58AD26D541B0}"/>
          </ac:picMkLst>
        </pc:picChg>
      </pc:sldChg>
      <pc:sldChg chg="addSp delSp modSp">
        <pc:chgData name="Zapata, Edsson Romario" userId="S::zapatae9574@uhcl.edu::5199caf6-7db2-42f0-91d5-2c028ed5d3d9" providerId="AD" clId="Web-{FB4B66A5-F258-F1EC-C2DE-06136BA295E1}" dt="2026-01-26T19:11:22.301" v="260" actId="20577"/>
        <pc:sldMkLst>
          <pc:docMk/>
          <pc:sldMk cId="1489086045" sldId="268"/>
        </pc:sldMkLst>
        <pc:spChg chg="mod">
          <ac:chgData name="Zapata, Edsson Romario" userId="S::zapatae9574@uhcl.edu::5199caf6-7db2-42f0-91d5-2c028ed5d3d9" providerId="AD" clId="Web-{FB4B66A5-F258-F1EC-C2DE-06136BA295E1}" dt="2026-01-26T19:11:22.301" v="260" actId="20577"/>
          <ac:spMkLst>
            <pc:docMk/>
            <pc:sldMk cId="1489086045" sldId="268"/>
            <ac:spMk id="2" creationId="{48AA644E-233E-BEFD-7390-CE53276895AA}"/>
          </ac:spMkLst>
        </pc:spChg>
        <pc:spChg chg="mod">
          <ac:chgData name="Zapata, Edsson Romario" userId="S::zapatae9574@uhcl.edu::5199caf6-7db2-42f0-91d5-2c028ed5d3d9" providerId="AD" clId="Web-{FB4B66A5-F258-F1EC-C2DE-06136BA295E1}" dt="2026-01-26T18:05:36.788" v="73" actId="20577"/>
          <ac:spMkLst>
            <pc:docMk/>
            <pc:sldMk cId="1489086045" sldId="268"/>
            <ac:spMk id="3" creationId="{83124C61-AB0C-2F70-285C-7C1F1B35E2CB}"/>
          </ac:spMkLst>
        </pc:spChg>
        <pc:spChg chg="del">
          <ac:chgData name="Zapata, Edsson Romario" userId="S::zapatae9574@uhcl.edu::5199caf6-7db2-42f0-91d5-2c028ed5d3d9" providerId="AD" clId="Web-{FB4B66A5-F258-F1EC-C2DE-06136BA295E1}" dt="2026-01-26T18:05:08.351" v="67"/>
          <ac:spMkLst>
            <pc:docMk/>
            <pc:sldMk cId="1489086045" sldId="268"/>
            <ac:spMk id="8" creationId="{E79B24C4-55FF-EE38-8AAA-28A0E8C5051E}"/>
          </ac:spMkLst>
        </pc:spChg>
        <pc:spChg chg="del">
          <ac:chgData name="Zapata, Edsson Romario" userId="S::zapatae9574@uhcl.edu::5199caf6-7db2-42f0-91d5-2c028ed5d3d9" providerId="AD" clId="Web-{FB4B66A5-F258-F1EC-C2DE-06136BA295E1}" dt="2026-01-26T18:05:08.351" v="67"/>
          <ac:spMkLst>
            <pc:docMk/>
            <pc:sldMk cId="1489086045" sldId="268"/>
            <ac:spMk id="10" creationId="{01DAA491-CACF-4601-64AB-219045D66768}"/>
          </ac:spMkLst>
        </pc:spChg>
        <pc:spChg chg="del">
          <ac:chgData name="Zapata, Edsson Romario" userId="S::zapatae9574@uhcl.edu::5199caf6-7db2-42f0-91d5-2c028ed5d3d9" providerId="AD" clId="Web-{FB4B66A5-F258-F1EC-C2DE-06136BA295E1}" dt="2026-01-26T18:05:08.351" v="67"/>
          <ac:spMkLst>
            <pc:docMk/>
            <pc:sldMk cId="1489086045" sldId="268"/>
            <ac:spMk id="12" creationId="{64625033-E2CA-55A9-5A2C-404D8C60C6B0}"/>
          </ac:spMkLst>
        </pc:spChg>
        <pc:spChg chg="del">
          <ac:chgData name="Zapata, Edsson Romario" userId="S::zapatae9574@uhcl.edu::5199caf6-7db2-42f0-91d5-2c028ed5d3d9" providerId="AD" clId="Web-{FB4B66A5-F258-F1EC-C2DE-06136BA295E1}" dt="2026-01-26T18:05:08.351" v="67"/>
          <ac:spMkLst>
            <pc:docMk/>
            <pc:sldMk cId="1489086045" sldId="268"/>
            <ac:spMk id="14" creationId="{A54AD7BE-A3F5-82B0-C179-5F9FD3F08F78}"/>
          </ac:spMkLst>
        </pc:spChg>
        <pc:spChg chg="del">
          <ac:chgData name="Zapata, Edsson Romario" userId="S::zapatae9574@uhcl.edu::5199caf6-7db2-42f0-91d5-2c028ed5d3d9" providerId="AD" clId="Web-{FB4B66A5-F258-F1EC-C2DE-06136BA295E1}" dt="2026-01-26T18:05:08.351" v="67"/>
          <ac:spMkLst>
            <pc:docMk/>
            <pc:sldMk cId="1489086045" sldId="268"/>
            <ac:spMk id="16" creationId="{A24FFDC8-3CBB-0CE6-0F26-08D8179A115A}"/>
          </ac:spMkLst>
        </pc:spChg>
        <pc:spChg chg="add">
          <ac:chgData name="Zapata, Edsson Romario" userId="S::zapatae9574@uhcl.edu::5199caf6-7db2-42f0-91d5-2c028ed5d3d9" providerId="AD" clId="Web-{FB4B66A5-F258-F1EC-C2DE-06136BA295E1}" dt="2026-01-26T18:05:08.351" v="67"/>
          <ac:spMkLst>
            <pc:docMk/>
            <pc:sldMk cId="1489086045" sldId="268"/>
            <ac:spMk id="23" creationId="{3346177D-ADC4-4968-B747-5CFCD390B5B9}"/>
          </ac:spMkLst>
        </pc:spChg>
        <pc:spChg chg="add">
          <ac:chgData name="Zapata, Edsson Romario" userId="S::zapatae9574@uhcl.edu::5199caf6-7db2-42f0-91d5-2c028ed5d3d9" providerId="AD" clId="Web-{FB4B66A5-F258-F1EC-C2DE-06136BA295E1}" dt="2026-01-26T18:05:08.351" v="67"/>
          <ac:spMkLst>
            <pc:docMk/>
            <pc:sldMk cId="1489086045" sldId="268"/>
            <ac:spMk id="25" creationId="{0844A943-BF79-4FEA-ABB1-3BD54D236606}"/>
          </ac:spMkLst>
        </pc:spChg>
        <pc:spChg chg="add">
          <ac:chgData name="Zapata, Edsson Romario" userId="S::zapatae9574@uhcl.edu::5199caf6-7db2-42f0-91d5-2c028ed5d3d9" providerId="AD" clId="Web-{FB4B66A5-F258-F1EC-C2DE-06136BA295E1}" dt="2026-01-26T18:05:08.351" v="67"/>
          <ac:spMkLst>
            <pc:docMk/>
            <pc:sldMk cId="1489086045" sldId="268"/>
            <ac:spMk id="27" creationId="{6437CC72-F4A8-4DC3-AFAB-D22C482C8100}"/>
          </ac:spMkLst>
        </pc:spChg>
        <pc:picChg chg="del mod">
          <ac:chgData name="Zapata, Edsson Romario" userId="S::zapatae9574@uhcl.edu::5199caf6-7db2-42f0-91d5-2c028ed5d3d9" providerId="AD" clId="Web-{FB4B66A5-F258-F1EC-C2DE-06136BA295E1}" dt="2026-01-26T18:05:14.304" v="68"/>
          <ac:picMkLst>
            <pc:docMk/>
            <pc:sldMk cId="1489086045" sldId="268"/>
            <ac:picMk id="4" creationId="{21D34E2D-E1CF-0C9B-C092-2FA7C0B9FDBA}"/>
          </ac:picMkLst>
        </pc:picChg>
        <pc:picChg chg="mod">
          <ac:chgData name="Zapata, Edsson Romario" userId="S::zapatae9574@uhcl.edu::5199caf6-7db2-42f0-91d5-2c028ed5d3d9" providerId="AD" clId="Web-{FB4B66A5-F258-F1EC-C2DE-06136BA295E1}" dt="2026-01-26T19:10:33.221" v="257"/>
          <ac:picMkLst>
            <pc:docMk/>
            <pc:sldMk cId="1489086045" sldId="268"/>
            <ac:picMk id="20" creationId="{6C64E56F-F968-0187-68F6-F8AF2B7F81A2}"/>
          </ac:picMkLst>
        </pc:picChg>
      </pc:sldChg>
      <pc:sldChg chg="addSp delSp modSp">
        <pc:chgData name="Zapata, Edsson Romario" userId="S::zapatae9574@uhcl.edu::5199caf6-7db2-42f0-91d5-2c028ed5d3d9" providerId="AD" clId="Web-{FB4B66A5-F258-F1EC-C2DE-06136BA295E1}" dt="2026-01-26T19:13:12.947" v="263"/>
        <pc:sldMkLst>
          <pc:docMk/>
          <pc:sldMk cId="2268310636" sldId="269"/>
        </pc:sldMkLst>
        <pc:spChg chg="mod">
          <ac:chgData name="Zapata, Edsson Romario" userId="S::zapatae9574@uhcl.edu::5199caf6-7db2-42f0-91d5-2c028ed5d3d9" providerId="AD" clId="Web-{FB4B66A5-F258-F1EC-C2DE-06136BA295E1}" dt="2026-01-26T18:39:42.746" v="246" actId="20577"/>
          <ac:spMkLst>
            <pc:docMk/>
            <pc:sldMk cId="2268310636" sldId="269"/>
            <ac:spMk id="2" creationId="{3D4F9F5E-7815-760A-1A4C-4BEC6B4432D2}"/>
          </ac:spMkLst>
        </pc:spChg>
        <pc:spChg chg="mod">
          <ac:chgData name="Zapata, Edsson Romario" userId="S::zapatae9574@uhcl.edu::5199caf6-7db2-42f0-91d5-2c028ed5d3d9" providerId="AD" clId="Web-{FB4B66A5-F258-F1EC-C2DE-06136BA295E1}" dt="2026-01-26T18:26:31.730" v="125"/>
          <ac:spMkLst>
            <pc:docMk/>
            <pc:sldMk cId="2268310636" sldId="269"/>
            <ac:spMk id="3" creationId="{D5007766-7BBD-2A80-4C97-DCE5F709FE8A}"/>
          </ac:spMkLst>
        </pc:spChg>
        <pc:spChg chg="add del">
          <ac:chgData name="Zapata, Edsson Romario" userId="S::zapatae9574@uhcl.edu::5199caf6-7db2-42f0-91d5-2c028ed5d3d9" providerId="AD" clId="Web-{FB4B66A5-F258-F1EC-C2DE-06136BA295E1}" dt="2026-01-26T18:27:13.450" v="127"/>
          <ac:spMkLst>
            <pc:docMk/>
            <pc:sldMk cId="2268310636" sldId="269"/>
            <ac:spMk id="4" creationId="{2DA0F807-FE42-0584-E8CC-F559D1B9C07A}"/>
          </ac:spMkLst>
        </pc:spChg>
        <pc:spChg chg="add del">
          <ac:chgData name="Zapata, Edsson Romario" userId="S::zapatae9574@uhcl.edu::5199caf6-7db2-42f0-91d5-2c028ed5d3d9" providerId="AD" clId="Web-{FB4B66A5-F258-F1EC-C2DE-06136BA295E1}" dt="2026-01-26T18:27:40.749" v="129"/>
          <ac:spMkLst>
            <pc:docMk/>
            <pc:sldMk cId="2268310636" sldId="269"/>
            <ac:spMk id="5" creationId="{4C4E898F-3E50-9E95-2588-1EE4BEB3DBBD}"/>
          </ac:spMkLst>
        </pc:spChg>
        <pc:spChg chg="add mod">
          <ac:chgData name="Zapata, Edsson Romario" userId="S::zapatae9574@uhcl.edu::5199caf6-7db2-42f0-91d5-2c028ed5d3d9" providerId="AD" clId="Web-{FB4B66A5-F258-F1EC-C2DE-06136BA295E1}" dt="2026-01-26T18:31:58.616" v="207" actId="1076"/>
          <ac:spMkLst>
            <pc:docMk/>
            <pc:sldMk cId="2268310636" sldId="269"/>
            <ac:spMk id="6" creationId="{97A697AA-87B4-0C64-C490-98B715A31B3A}"/>
          </ac:spMkLst>
        </pc:spChg>
        <pc:spChg chg="del">
          <ac:chgData name="Zapata, Edsson Romario" userId="S::zapatae9574@uhcl.edu::5199caf6-7db2-42f0-91d5-2c028ed5d3d9" providerId="AD" clId="Web-{FB4B66A5-F258-F1EC-C2DE-06136BA295E1}" dt="2026-01-26T18:26:31.730" v="125"/>
          <ac:spMkLst>
            <pc:docMk/>
            <pc:sldMk cId="2268310636" sldId="269"/>
            <ac:spMk id="17" creationId="{81C3A1AD-CAB0-BEAC-4979-655106F03F10}"/>
          </ac:spMkLst>
        </pc:spChg>
        <pc:spChg chg="del">
          <ac:chgData name="Zapata, Edsson Romario" userId="S::zapatae9574@uhcl.edu::5199caf6-7db2-42f0-91d5-2c028ed5d3d9" providerId="AD" clId="Web-{FB4B66A5-F258-F1EC-C2DE-06136BA295E1}" dt="2026-01-26T18:26:31.730" v="125"/>
          <ac:spMkLst>
            <pc:docMk/>
            <pc:sldMk cId="2268310636" sldId="269"/>
            <ac:spMk id="19" creationId="{C61E5573-EFF8-F14B-39A5-4457AB2E8A11}"/>
          </ac:spMkLst>
        </pc:spChg>
        <pc:spChg chg="del">
          <ac:chgData name="Zapata, Edsson Romario" userId="S::zapatae9574@uhcl.edu::5199caf6-7db2-42f0-91d5-2c028ed5d3d9" providerId="AD" clId="Web-{FB4B66A5-F258-F1EC-C2DE-06136BA295E1}" dt="2026-01-26T18:26:31.730" v="125"/>
          <ac:spMkLst>
            <pc:docMk/>
            <pc:sldMk cId="2268310636" sldId="269"/>
            <ac:spMk id="21" creationId="{53CE3947-22A7-4758-49DF-5FDABEB1589A}"/>
          </ac:spMkLst>
        </pc:spChg>
        <pc:spChg chg="del">
          <ac:chgData name="Zapata, Edsson Romario" userId="S::zapatae9574@uhcl.edu::5199caf6-7db2-42f0-91d5-2c028ed5d3d9" providerId="AD" clId="Web-{FB4B66A5-F258-F1EC-C2DE-06136BA295E1}" dt="2026-01-26T18:26:31.730" v="125"/>
          <ac:spMkLst>
            <pc:docMk/>
            <pc:sldMk cId="2268310636" sldId="269"/>
            <ac:spMk id="23" creationId="{B5B712D0-9FE2-A711-DA6C-E3272DA055C8}"/>
          </ac:spMkLst>
        </pc:spChg>
        <pc:spChg chg="del">
          <ac:chgData name="Zapata, Edsson Romario" userId="S::zapatae9574@uhcl.edu::5199caf6-7db2-42f0-91d5-2c028ed5d3d9" providerId="AD" clId="Web-{FB4B66A5-F258-F1EC-C2DE-06136BA295E1}" dt="2026-01-26T18:26:31.730" v="125"/>
          <ac:spMkLst>
            <pc:docMk/>
            <pc:sldMk cId="2268310636" sldId="269"/>
            <ac:spMk id="25" creationId="{CCDA2D25-5DDA-096B-4B8B-6EF47CF13D15}"/>
          </ac:spMkLst>
        </pc:spChg>
        <pc:spChg chg="add">
          <ac:chgData name="Zapata, Edsson Romario" userId="S::zapatae9574@uhcl.edu::5199caf6-7db2-42f0-91d5-2c028ed5d3d9" providerId="AD" clId="Web-{FB4B66A5-F258-F1EC-C2DE-06136BA295E1}" dt="2026-01-26T18:26:31.730" v="125"/>
          <ac:spMkLst>
            <pc:docMk/>
            <pc:sldMk cId="2268310636" sldId="269"/>
            <ac:spMk id="30" creationId="{1B15ED52-F352-441B-82BF-E0EA34836D08}"/>
          </ac:spMkLst>
        </pc:spChg>
        <pc:spChg chg="add">
          <ac:chgData name="Zapata, Edsson Romario" userId="S::zapatae9574@uhcl.edu::5199caf6-7db2-42f0-91d5-2c028ed5d3d9" providerId="AD" clId="Web-{FB4B66A5-F258-F1EC-C2DE-06136BA295E1}" dt="2026-01-26T18:26:31.730" v="125"/>
          <ac:spMkLst>
            <pc:docMk/>
            <pc:sldMk cId="2268310636" sldId="269"/>
            <ac:spMk id="32" creationId="{3B2E3793-BFE6-45A2-9B7B-E18844431C99}"/>
          </ac:spMkLst>
        </pc:spChg>
        <pc:spChg chg="add">
          <ac:chgData name="Zapata, Edsson Romario" userId="S::zapatae9574@uhcl.edu::5199caf6-7db2-42f0-91d5-2c028ed5d3d9" providerId="AD" clId="Web-{FB4B66A5-F258-F1EC-C2DE-06136BA295E1}" dt="2026-01-26T18:26:31.730" v="125"/>
          <ac:spMkLst>
            <pc:docMk/>
            <pc:sldMk cId="2268310636" sldId="269"/>
            <ac:spMk id="36" creationId="{375E0459-6403-40CD-989D-56A4407CA12E}"/>
          </ac:spMkLst>
        </pc:spChg>
        <pc:spChg chg="add">
          <ac:chgData name="Zapata, Edsson Romario" userId="S::zapatae9574@uhcl.edu::5199caf6-7db2-42f0-91d5-2c028ed5d3d9" providerId="AD" clId="Web-{FB4B66A5-F258-F1EC-C2DE-06136BA295E1}" dt="2026-01-26T18:26:31.730" v="125"/>
          <ac:spMkLst>
            <pc:docMk/>
            <pc:sldMk cId="2268310636" sldId="269"/>
            <ac:spMk id="38" creationId="{53E5B1A8-3AC9-4BD1-9BBC-78CA94F2D1BA}"/>
          </ac:spMkLst>
        </pc:spChg>
        <pc:picChg chg="add mod">
          <ac:chgData name="Zapata, Edsson Romario" userId="S::zapatae9574@uhcl.edu::5199caf6-7db2-42f0-91d5-2c028ed5d3d9" providerId="AD" clId="Web-{FB4B66A5-F258-F1EC-C2DE-06136BA295E1}" dt="2026-01-26T19:13:12.947" v="263"/>
          <ac:picMkLst>
            <pc:docMk/>
            <pc:sldMk cId="2268310636" sldId="269"/>
            <ac:picMk id="7" creationId="{1795AF7C-9E32-6F8B-1F50-07A42A92B294}"/>
          </ac:picMkLst>
        </pc:picChg>
      </pc:sldChg>
    </pc:docChg>
  </pc:docChgLst>
  <pc:docChgLst>
    <pc:chgData name="Aldakheel, Salim Saad" userId="S::aldakheels7000@uhcl.edu::cf3635f8-ccbc-45a1-8006-5dbc963cc981" providerId="AD" clId="Web-{8FDD028F-E9DB-F445-5AD5-E37FAC007B18}"/>
    <pc:docChg chg="modSld">
      <pc:chgData name="Aldakheel, Salim Saad" userId="S::aldakheels7000@uhcl.edu::cf3635f8-ccbc-45a1-8006-5dbc963cc981" providerId="AD" clId="Web-{8FDD028F-E9DB-F445-5AD5-E37FAC007B18}" dt="2026-01-27T02:27:00.036" v="24" actId="20577"/>
      <pc:docMkLst>
        <pc:docMk/>
      </pc:docMkLst>
      <pc:sldChg chg="modSp">
        <pc:chgData name="Aldakheel, Salim Saad" userId="S::aldakheels7000@uhcl.edu::cf3635f8-ccbc-45a1-8006-5dbc963cc981" providerId="AD" clId="Web-{8FDD028F-E9DB-F445-5AD5-E37FAC007B18}" dt="2026-01-27T02:27:00.036" v="24" actId="20577"/>
        <pc:sldMkLst>
          <pc:docMk/>
          <pc:sldMk cId="1330026710" sldId="259"/>
        </pc:sldMkLst>
        <pc:spChg chg="mod">
          <ac:chgData name="Aldakheel, Salim Saad" userId="S::aldakheels7000@uhcl.edu::cf3635f8-ccbc-45a1-8006-5dbc963cc981" providerId="AD" clId="Web-{8FDD028F-E9DB-F445-5AD5-E37FAC007B18}" dt="2026-01-27T02:27:00.036" v="24" actId="20577"/>
          <ac:spMkLst>
            <pc:docMk/>
            <pc:sldMk cId="1330026710" sldId="259"/>
            <ac:spMk id="3" creationId="{11A330F1-6600-0332-AB2F-D625FDB8A7A3}"/>
          </ac:spMkLst>
        </pc:spChg>
      </pc:sldChg>
      <pc:sldChg chg="modSp">
        <pc:chgData name="Aldakheel, Salim Saad" userId="S::aldakheels7000@uhcl.edu::cf3635f8-ccbc-45a1-8006-5dbc963cc981" providerId="AD" clId="Web-{8FDD028F-E9DB-F445-5AD5-E37FAC007B18}" dt="2026-01-27T02:26:44.269" v="23"/>
        <pc:sldMkLst>
          <pc:docMk/>
          <pc:sldMk cId="2827602059" sldId="261"/>
        </pc:sldMkLst>
        <pc:graphicFrameChg chg="mod modGraphic">
          <ac:chgData name="Aldakheel, Salim Saad" userId="S::aldakheels7000@uhcl.edu::cf3635f8-ccbc-45a1-8006-5dbc963cc981" providerId="AD" clId="Web-{8FDD028F-E9DB-F445-5AD5-E37FAC007B18}" dt="2026-01-27T02:26:44.269" v="23"/>
          <ac:graphicFrameMkLst>
            <pc:docMk/>
            <pc:sldMk cId="2827602059" sldId="261"/>
            <ac:graphicFrameMk id="5" creationId="{096EAD72-45EC-4D6E-9819-03B0F3F0FD02}"/>
          </ac:graphicFrameMkLst>
        </pc:graphicFrameChg>
      </pc:sldChg>
    </pc:docChg>
  </pc:docChgLst>
  <pc:docChgLst>
    <pc:chgData name="Zapata, Edsson Romario" userId="S::zapatae9574@uhcl.edu::5199caf6-7db2-42f0-91d5-2c028ed5d3d9" providerId="AD" clId="Web-{F4EDD710-1150-38D2-857A-78C55824B1F1}"/>
    <pc:docChg chg="modSld">
      <pc:chgData name="Zapata, Edsson Romario" userId="S::zapatae9574@uhcl.edu::5199caf6-7db2-42f0-91d5-2c028ed5d3d9" providerId="AD" clId="Web-{F4EDD710-1150-38D2-857A-78C55824B1F1}" dt="2026-01-27T16:31:00.083" v="20" actId="14100"/>
      <pc:docMkLst>
        <pc:docMk/>
      </pc:docMkLst>
      <pc:sldChg chg="modSp">
        <pc:chgData name="Zapata, Edsson Romario" userId="S::zapatae9574@uhcl.edu::5199caf6-7db2-42f0-91d5-2c028ed5d3d9" providerId="AD" clId="Web-{F4EDD710-1150-38D2-857A-78C55824B1F1}" dt="2026-01-27T16:31:00.083" v="20" actId="14100"/>
        <pc:sldMkLst>
          <pc:docMk/>
          <pc:sldMk cId="1330026710" sldId="259"/>
        </pc:sldMkLst>
        <pc:spChg chg="mod">
          <ac:chgData name="Zapata, Edsson Romario" userId="S::zapatae9574@uhcl.edu::5199caf6-7db2-42f0-91d5-2c028ed5d3d9" providerId="AD" clId="Web-{F4EDD710-1150-38D2-857A-78C55824B1F1}" dt="2026-01-27T16:31:00.083" v="20" actId="14100"/>
          <ac:spMkLst>
            <pc:docMk/>
            <pc:sldMk cId="1330026710" sldId="259"/>
            <ac:spMk id="3" creationId="{11A330F1-6600-0332-AB2F-D625FDB8A7A3}"/>
          </ac:spMkLst>
        </pc:spChg>
      </pc:sldChg>
      <pc:sldChg chg="modSp">
        <pc:chgData name="Zapata, Edsson Romario" userId="S::zapatae9574@uhcl.edu::5199caf6-7db2-42f0-91d5-2c028ed5d3d9" providerId="AD" clId="Web-{F4EDD710-1150-38D2-857A-78C55824B1F1}" dt="2026-01-27T16:30:58.974" v="19"/>
        <pc:sldMkLst>
          <pc:docMk/>
          <pc:sldMk cId="2827602059" sldId="261"/>
        </pc:sldMkLst>
        <pc:graphicFrameChg chg="mod modGraphic">
          <ac:chgData name="Zapata, Edsson Romario" userId="S::zapatae9574@uhcl.edu::5199caf6-7db2-42f0-91d5-2c028ed5d3d9" providerId="AD" clId="Web-{F4EDD710-1150-38D2-857A-78C55824B1F1}" dt="2026-01-27T16:30:58.974" v="19"/>
          <ac:graphicFrameMkLst>
            <pc:docMk/>
            <pc:sldMk cId="2827602059" sldId="261"/>
            <ac:graphicFrameMk id="5" creationId="{096EAD72-45EC-4D6E-9819-03B0F3F0FD02}"/>
          </ac:graphicFrameMkLst>
        </pc:graphicFrameChg>
      </pc:sldChg>
      <pc:sldChg chg="modSp">
        <pc:chgData name="Zapata, Edsson Romario" userId="S::zapatae9574@uhcl.edu::5199caf6-7db2-42f0-91d5-2c028ed5d3d9" providerId="AD" clId="Web-{F4EDD710-1150-38D2-857A-78C55824B1F1}" dt="2026-01-27T16:27:53.601" v="0" actId="20577"/>
        <pc:sldMkLst>
          <pc:docMk/>
          <pc:sldMk cId="3966086104" sldId="262"/>
        </pc:sldMkLst>
        <pc:spChg chg="mod">
          <ac:chgData name="Zapata, Edsson Romario" userId="S::zapatae9574@uhcl.edu::5199caf6-7db2-42f0-91d5-2c028ed5d3d9" providerId="AD" clId="Web-{F4EDD710-1150-38D2-857A-78C55824B1F1}" dt="2026-01-27T16:27:53.601" v="0" actId="20577"/>
          <ac:spMkLst>
            <pc:docMk/>
            <pc:sldMk cId="3966086104" sldId="262"/>
            <ac:spMk id="3" creationId="{98724B18-1802-A6D3-BDBA-E3E34B15F0CD}"/>
          </ac:spMkLst>
        </pc:spChg>
      </pc:sldChg>
      <pc:sldChg chg="modSp">
        <pc:chgData name="Zapata, Edsson Romario" userId="S::zapatae9574@uhcl.edu::5199caf6-7db2-42f0-91d5-2c028ed5d3d9" providerId="AD" clId="Web-{F4EDD710-1150-38D2-857A-78C55824B1F1}" dt="2026-01-27T16:28:28.772" v="4" actId="20577"/>
        <pc:sldMkLst>
          <pc:docMk/>
          <pc:sldMk cId="971131265" sldId="264"/>
        </pc:sldMkLst>
        <pc:spChg chg="mod">
          <ac:chgData name="Zapata, Edsson Romario" userId="S::zapatae9574@uhcl.edu::5199caf6-7db2-42f0-91d5-2c028ed5d3d9" providerId="AD" clId="Web-{F4EDD710-1150-38D2-857A-78C55824B1F1}" dt="2026-01-27T16:28:28.772" v="4" actId="20577"/>
          <ac:spMkLst>
            <pc:docMk/>
            <pc:sldMk cId="971131265" sldId="264"/>
            <ac:spMk id="3" creationId="{50A22E40-CF10-28AD-99F8-1268554B6BDC}"/>
          </ac:spMkLst>
        </pc:spChg>
        <pc:picChg chg="mod">
          <ac:chgData name="Zapata, Edsson Romario" userId="S::zapatae9574@uhcl.edu::5199caf6-7db2-42f0-91d5-2c028ed5d3d9" providerId="AD" clId="Web-{F4EDD710-1150-38D2-857A-78C55824B1F1}" dt="2026-01-27T16:28:17.507" v="2" actId="1076"/>
          <ac:picMkLst>
            <pc:docMk/>
            <pc:sldMk cId="971131265" sldId="264"/>
            <ac:picMk id="4" creationId="{77F002B8-C13F-1B07-6F29-2806EF5778D0}"/>
          </ac:picMkLst>
        </pc:picChg>
      </pc:sldChg>
      <pc:sldChg chg="modSp">
        <pc:chgData name="Zapata, Edsson Romario" userId="S::zapatae9574@uhcl.edu::5199caf6-7db2-42f0-91d5-2c028ed5d3d9" providerId="AD" clId="Web-{F4EDD710-1150-38D2-857A-78C55824B1F1}" dt="2026-01-27T16:28:46.663" v="6" actId="20577"/>
        <pc:sldMkLst>
          <pc:docMk/>
          <pc:sldMk cId="2268310636" sldId="269"/>
        </pc:sldMkLst>
        <pc:spChg chg="mod">
          <ac:chgData name="Zapata, Edsson Romario" userId="S::zapatae9574@uhcl.edu::5199caf6-7db2-42f0-91d5-2c028ed5d3d9" providerId="AD" clId="Web-{F4EDD710-1150-38D2-857A-78C55824B1F1}" dt="2026-01-27T16:28:46.663" v="6" actId="20577"/>
          <ac:spMkLst>
            <pc:docMk/>
            <pc:sldMk cId="2268310636" sldId="269"/>
            <ac:spMk id="6" creationId="{97A697AA-87B4-0C64-C490-98B715A31B3A}"/>
          </ac:spMkLst>
        </pc:spChg>
      </pc:sldChg>
    </pc:docChg>
  </pc:docChgLst>
  <pc:docChgLst>
    <pc:chgData name="Varela, Trinity A" userId="S::varelat1472@uhcl.edu::8e774b34-1373-4562-a2c8-7841e1a65b4d" providerId="AD" clId="Web-{AD476ACD-4AE0-C2C8-DDB7-6BCA39EB7CB5}"/>
    <pc:docChg chg="delSld modSld">
      <pc:chgData name="Varela, Trinity A" userId="S::varelat1472@uhcl.edu::8e774b34-1373-4562-a2c8-7841e1a65b4d" providerId="AD" clId="Web-{AD476ACD-4AE0-C2C8-DDB7-6BCA39EB7CB5}" dt="2026-01-27T21:55:04.133" v="5"/>
      <pc:docMkLst>
        <pc:docMk/>
      </pc:docMkLst>
      <pc:sldChg chg="modSp">
        <pc:chgData name="Varela, Trinity A" userId="S::varelat1472@uhcl.edu::8e774b34-1373-4562-a2c8-7841e1a65b4d" providerId="AD" clId="Web-{AD476ACD-4AE0-C2C8-DDB7-6BCA39EB7CB5}" dt="2026-01-27T21:53:29.865" v="4" actId="1076"/>
        <pc:sldMkLst>
          <pc:docMk/>
          <pc:sldMk cId="2827602059" sldId="261"/>
        </pc:sldMkLst>
        <pc:graphicFrameChg chg="mod modGraphic">
          <ac:chgData name="Varela, Trinity A" userId="S::varelat1472@uhcl.edu::8e774b34-1373-4562-a2c8-7841e1a65b4d" providerId="AD" clId="Web-{AD476ACD-4AE0-C2C8-DDB7-6BCA39EB7CB5}" dt="2026-01-27T21:53:29.865" v="4" actId="1076"/>
          <ac:graphicFrameMkLst>
            <pc:docMk/>
            <pc:sldMk cId="2827602059" sldId="261"/>
            <ac:graphicFrameMk id="5" creationId="{096EAD72-45EC-4D6E-9819-03B0F3F0FD02}"/>
          </ac:graphicFrameMkLst>
        </pc:graphicFrameChg>
      </pc:sldChg>
      <pc:sldChg chg="del">
        <pc:chgData name="Varela, Trinity A" userId="S::varelat1472@uhcl.edu::8e774b34-1373-4562-a2c8-7841e1a65b4d" providerId="AD" clId="Web-{AD476ACD-4AE0-C2C8-DDB7-6BCA39EB7CB5}" dt="2026-01-27T21:55:04.133" v="5"/>
        <pc:sldMkLst>
          <pc:docMk/>
          <pc:sldMk cId="2268310636" sldId="269"/>
        </pc:sldMkLst>
      </pc:sldChg>
    </pc:docChg>
  </pc:docChgLst>
  <pc:docChgLst>
    <pc:chgData name="Kurian, Ken" userId="S::kuriank2328@uhcl.edu::1ca81281-5d19-4cd2-b6c9-56399d9f3df7" providerId="AD" clId="Web-{E680CE4D-41B7-2C35-6CCA-504D27442C9B}"/>
    <pc:docChg chg="modSld">
      <pc:chgData name="Kurian, Ken" userId="S::kuriank2328@uhcl.edu::1ca81281-5d19-4cd2-b6c9-56399d9f3df7" providerId="AD" clId="Web-{E680CE4D-41B7-2C35-6CCA-504D27442C9B}" dt="2026-01-27T20:32:52.321" v="5" actId="20577"/>
      <pc:docMkLst>
        <pc:docMk/>
      </pc:docMkLst>
      <pc:sldChg chg="modSp">
        <pc:chgData name="Kurian, Ken" userId="S::kuriank2328@uhcl.edu::1ca81281-5d19-4cd2-b6c9-56399d9f3df7" providerId="AD" clId="Web-{E680CE4D-41B7-2C35-6CCA-504D27442C9B}" dt="2026-01-27T20:29:44.834" v="3" actId="20577"/>
        <pc:sldMkLst>
          <pc:docMk/>
          <pc:sldMk cId="2353034965" sldId="260"/>
        </pc:sldMkLst>
        <pc:spChg chg="mod">
          <ac:chgData name="Kurian, Ken" userId="S::kuriank2328@uhcl.edu::1ca81281-5d19-4cd2-b6c9-56399d9f3df7" providerId="AD" clId="Web-{E680CE4D-41B7-2C35-6CCA-504D27442C9B}" dt="2026-01-27T20:29:44.834" v="3" actId="20577"/>
          <ac:spMkLst>
            <pc:docMk/>
            <pc:sldMk cId="2353034965" sldId="260"/>
            <ac:spMk id="3" creationId="{F1B6220D-A059-8ECD-AE6D-978FF31D2D47}"/>
          </ac:spMkLst>
        </pc:spChg>
        <pc:picChg chg="mod">
          <ac:chgData name="Kurian, Ken" userId="S::kuriank2328@uhcl.edu::1ca81281-5d19-4cd2-b6c9-56399d9f3df7" providerId="AD" clId="Web-{E680CE4D-41B7-2C35-6CCA-504D27442C9B}" dt="2026-01-27T20:06:23.537" v="1" actId="1076"/>
          <ac:picMkLst>
            <pc:docMk/>
            <pc:sldMk cId="2353034965" sldId="260"/>
            <ac:picMk id="4" creationId="{E67F3169-C7D4-4D21-5398-14570AAF2E7C}"/>
          </ac:picMkLst>
        </pc:picChg>
      </pc:sldChg>
      <pc:sldChg chg="modSp">
        <pc:chgData name="Kurian, Ken" userId="S::kuriank2328@uhcl.edu::1ca81281-5d19-4cd2-b6c9-56399d9f3df7" providerId="AD" clId="Web-{E680CE4D-41B7-2C35-6CCA-504D27442C9B}" dt="2026-01-27T20:32:52.321" v="5" actId="20577"/>
        <pc:sldMkLst>
          <pc:docMk/>
          <pc:sldMk cId="507274041" sldId="267"/>
        </pc:sldMkLst>
        <pc:spChg chg="mod">
          <ac:chgData name="Kurian, Ken" userId="S::kuriank2328@uhcl.edu::1ca81281-5d19-4cd2-b6c9-56399d9f3df7" providerId="AD" clId="Web-{E680CE4D-41B7-2C35-6CCA-504D27442C9B}" dt="2026-01-27T20:32:52.321" v="5" actId="20577"/>
          <ac:spMkLst>
            <pc:docMk/>
            <pc:sldMk cId="507274041" sldId="267"/>
            <ac:spMk id="3" creationId="{2CBBF9BD-4DC1-C1A8-4368-5274B831AAC1}"/>
          </ac:spMkLst>
        </pc:spChg>
      </pc:sldChg>
    </pc:docChg>
  </pc:docChgLst>
  <pc:docChgLst>
    <pc:chgData name="Maisuria, Rohan N" userId="S::maisuriar4725@uhcl.edu::3ba683bb-df3e-4b87-bf69-1e34f6a55894" providerId="AD" clId="Web-{1E304ECA-0F69-0159-355B-CFEA109F91C9}"/>
    <pc:docChg chg="modSld">
      <pc:chgData name="Maisuria, Rohan N" userId="S::maisuriar4725@uhcl.edu::3ba683bb-df3e-4b87-bf69-1e34f6a55894" providerId="AD" clId="Web-{1E304ECA-0F69-0159-355B-CFEA109F91C9}" dt="2026-01-27T03:09:20.903" v="5" actId="20577"/>
      <pc:docMkLst>
        <pc:docMk/>
      </pc:docMkLst>
      <pc:sldChg chg="modSp">
        <pc:chgData name="Maisuria, Rohan N" userId="S::maisuriar4725@uhcl.edu::3ba683bb-df3e-4b87-bf69-1e34f6a55894" providerId="AD" clId="Web-{1E304ECA-0F69-0159-355B-CFEA109F91C9}" dt="2026-01-27T03:09:20.903" v="5" actId="20577"/>
        <pc:sldMkLst>
          <pc:docMk/>
          <pc:sldMk cId="1489086045" sldId="268"/>
        </pc:sldMkLst>
        <pc:spChg chg="mod">
          <ac:chgData name="Maisuria, Rohan N" userId="S::maisuriar4725@uhcl.edu::3ba683bb-df3e-4b87-bf69-1e34f6a55894" providerId="AD" clId="Web-{1E304ECA-0F69-0159-355B-CFEA109F91C9}" dt="2026-01-27T03:09:20.903" v="5" actId="20577"/>
          <ac:spMkLst>
            <pc:docMk/>
            <pc:sldMk cId="1489086045" sldId="268"/>
            <ac:spMk id="3" creationId="{83124C61-AB0C-2F70-285C-7C1F1B35E2CB}"/>
          </ac:spMkLst>
        </pc:spChg>
      </pc:sldChg>
    </pc:docChg>
  </pc:docChgLst>
  <pc:docChgLst>
    <pc:chgData name="Zapata, Edsson Romario" userId="S::zapatae9574@uhcl.edu::5199caf6-7db2-42f0-91d5-2c028ed5d3d9" providerId="AD" clId="Web-{E510D645-4F15-BC21-2238-719848114258}"/>
    <pc:docChg chg="addSld delSld modSld">
      <pc:chgData name="Zapata, Edsson Romario" userId="S::zapatae9574@uhcl.edu::5199caf6-7db2-42f0-91d5-2c028ed5d3d9" providerId="AD" clId="Web-{E510D645-4F15-BC21-2238-719848114258}" dt="2026-01-26T17:44:09.223" v="152" actId="1076"/>
      <pc:docMkLst>
        <pc:docMk/>
      </pc:docMkLst>
      <pc:sldChg chg="addSp delSp modSp">
        <pc:chgData name="Zapata, Edsson Romario" userId="S::zapatae9574@uhcl.edu::5199caf6-7db2-42f0-91d5-2c028ed5d3d9" providerId="AD" clId="Web-{E510D645-4F15-BC21-2238-719848114258}" dt="2026-01-26T17:01:01.395" v="25"/>
        <pc:sldMkLst>
          <pc:docMk/>
          <pc:sldMk cId="109857222" sldId="256"/>
        </pc:sldMkLst>
        <pc:spChg chg="mod">
          <ac:chgData name="Zapata, Edsson Romario" userId="S::zapatae9574@uhcl.edu::5199caf6-7db2-42f0-91d5-2c028ed5d3d9" providerId="AD" clId="Web-{E510D645-4F15-BC21-2238-719848114258}" dt="2026-01-26T17:01:01.395" v="25"/>
          <ac:spMkLst>
            <pc:docMk/>
            <pc:sldMk cId="109857222" sldId="256"/>
            <ac:spMk id="2" creationId="{00000000-0000-0000-0000-000000000000}"/>
          </ac:spMkLst>
        </pc:spChg>
        <pc:spChg chg="mod">
          <ac:chgData name="Zapata, Edsson Romario" userId="S::zapatae9574@uhcl.edu::5199caf6-7db2-42f0-91d5-2c028ed5d3d9" providerId="AD" clId="Web-{E510D645-4F15-BC21-2238-719848114258}" dt="2026-01-26T17:01:01.395" v="25"/>
          <ac:spMkLst>
            <pc:docMk/>
            <pc:sldMk cId="109857222" sldId="256"/>
            <ac:spMk id="3" creationId="{00000000-0000-0000-0000-000000000000}"/>
          </ac:spMkLst>
        </pc:spChg>
        <pc:spChg chg="add del">
          <ac:chgData name="Zapata, Edsson Romario" userId="S::zapatae9574@uhcl.edu::5199caf6-7db2-42f0-91d5-2c028ed5d3d9" providerId="AD" clId="Web-{E510D645-4F15-BC21-2238-719848114258}" dt="2026-01-26T17:01:01.395" v="24"/>
          <ac:spMkLst>
            <pc:docMk/>
            <pc:sldMk cId="109857222" sldId="256"/>
            <ac:spMk id="61" creationId="{8555C5B3-193A-4749-9AFD-682E53CDDE8F}"/>
          </ac:spMkLst>
        </pc:spChg>
        <pc:spChg chg="add del">
          <ac:chgData name="Zapata, Edsson Romario" userId="S::zapatae9574@uhcl.edu::5199caf6-7db2-42f0-91d5-2c028ed5d3d9" providerId="AD" clId="Web-{E510D645-4F15-BC21-2238-719848114258}" dt="2026-01-26T17:01:01.395" v="25"/>
          <ac:spMkLst>
            <pc:docMk/>
            <pc:sldMk cId="109857222" sldId="256"/>
            <ac:spMk id="62" creationId="{2EAE06A6-F76A-41C9-827A-C561B004485C}"/>
          </ac:spMkLst>
        </pc:spChg>
        <pc:spChg chg="add del">
          <ac:chgData name="Zapata, Edsson Romario" userId="S::zapatae9574@uhcl.edu::5199caf6-7db2-42f0-91d5-2c028ed5d3d9" providerId="AD" clId="Web-{E510D645-4F15-BC21-2238-719848114258}" dt="2026-01-26T17:01:01.395" v="25"/>
          <ac:spMkLst>
            <pc:docMk/>
            <pc:sldMk cId="109857222" sldId="256"/>
            <ac:spMk id="63" creationId="{89F9D4E8-0639-444B-949B-9518585061AF}"/>
          </ac:spMkLst>
        </pc:spChg>
        <pc:spChg chg="add del">
          <ac:chgData name="Zapata, Edsson Romario" userId="S::zapatae9574@uhcl.edu::5199caf6-7db2-42f0-91d5-2c028ed5d3d9" providerId="AD" clId="Web-{E510D645-4F15-BC21-2238-719848114258}" dt="2026-01-26T17:01:01.395" v="25"/>
          <ac:spMkLst>
            <pc:docMk/>
            <pc:sldMk cId="109857222" sldId="256"/>
            <ac:spMk id="64" creationId="{7E3DA7A2-ED70-4BBA-AB72-00AD461FA405}"/>
          </ac:spMkLst>
        </pc:spChg>
        <pc:spChg chg="add del">
          <ac:chgData name="Zapata, Edsson Romario" userId="S::zapatae9574@uhcl.edu::5199caf6-7db2-42f0-91d5-2c028ed5d3d9" providerId="AD" clId="Web-{E510D645-4F15-BC21-2238-719848114258}" dt="2026-01-26T17:01:01.395" v="25"/>
          <ac:spMkLst>
            <pc:docMk/>
            <pc:sldMk cId="109857222" sldId="256"/>
            <ac:spMk id="65" creationId="{FC485432-3647-4218-B5D3-15D3FA222B13}"/>
          </ac:spMkLst>
        </pc:spChg>
        <pc:spChg chg="add del">
          <ac:chgData name="Zapata, Edsson Romario" userId="S::zapatae9574@uhcl.edu::5199caf6-7db2-42f0-91d5-2c028ed5d3d9" providerId="AD" clId="Web-{E510D645-4F15-BC21-2238-719848114258}" dt="2026-01-26T17:01:01.395" v="24"/>
          <ac:spMkLst>
            <pc:docMk/>
            <pc:sldMk cId="109857222" sldId="256"/>
            <ac:spMk id="66" creationId="{F4AFDDCA-6ABA-4D23-8A5C-1BF0F4308148}"/>
          </ac:spMkLst>
        </pc:spChg>
        <pc:spChg chg="add">
          <ac:chgData name="Zapata, Edsson Romario" userId="S::zapatae9574@uhcl.edu::5199caf6-7db2-42f0-91d5-2c028ed5d3d9" providerId="AD" clId="Web-{E510D645-4F15-BC21-2238-719848114258}" dt="2026-01-26T17:00:28.973" v="19"/>
          <ac:spMkLst>
            <pc:docMk/>
            <pc:sldMk cId="109857222" sldId="256"/>
            <ac:spMk id="71" creationId="{3677BAFB-3BD3-41BB-9107-FAE224AE21C4}"/>
          </ac:spMkLst>
        </pc:spChg>
        <pc:spChg chg="add del">
          <ac:chgData name="Zapata, Edsson Romario" userId="S::zapatae9574@uhcl.edu::5199caf6-7db2-42f0-91d5-2c028ed5d3d9" providerId="AD" clId="Web-{E510D645-4F15-BC21-2238-719848114258}" dt="2026-01-26T17:00:33.973" v="20"/>
          <ac:spMkLst>
            <pc:docMk/>
            <pc:sldMk cId="109857222" sldId="256"/>
            <ac:spMk id="75" creationId="{34B557F3-1A0C-4749-A6DB-EAC082DF390B}"/>
          </ac:spMkLst>
        </pc:spChg>
        <pc:spChg chg="del">
          <ac:chgData name="Zapata, Edsson Romario" userId="S::zapatae9574@uhcl.edu::5199caf6-7db2-42f0-91d5-2c028ed5d3d9" providerId="AD" clId="Web-{E510D645-4F15-BC21-2238-719848114258}" dt="2026-01-26T17:00:33.973" v="20"/>
          <ac:spMkLst>
            <pc:docMk/>
            <pc:sldMk cId="109857222" sldId="256"/>
            <ac:spMk id="77" creationId="{55D55AA6-3751-494F-868A-DCEDC5CE82BF}"/>
          </ac:spMkLst>
        </pc:spChg>
        <pc:spChg chg="add del">
          <ac:chgData name="Zapata, Edsson Romario" userId="S::zapatae9574@uhcl.edu::5199caf6-7db2-42f0-91d5-2c028ed5d3d9" providerId="AD" clId="Web-{E510D645-4F15-BC21-2238-719848114258}" dt="2026-01-26T17:00:33.973" v="20"/>
          <ac:spMkLst>
            <pc:docMk/>
            <pc:sldMk cId="109857222" sldId="256"/>
            <ac:spMk id="79" creationId="{4D4C00DC-4DC6-4CD2-9E31-F17E6CEBC5A6}"/>
          </ac:spMkLst>
        </pc:spChg>
        <pc:spChg chg="add del">
          <ac:chgData name="Zapata, Edsson Romario" userId="S::zapatae9574@uhcl.edu::5199caf6-7db2-42f0-91d5-2c028ed5d3d9" providerId="AD" clId="Web-{E510D645-4F15-BC21-2238-719848114258}" dt="2026-01-26T17:00:33.973" v="20"/>
          <ac:spMkLst>
            <pc:docMk/>
            <pc:sldMk cId="109857222" sldId="256"/>
            <ac:spMk id="87" creationId="{C10FB9CA-E7FA-462C-B537-F1224ED1ACF4}"/>
          </ac:spMkLst>
        </pc:spChg>
        <pc:spChg chg="add del">
          <ac:chgData name="Zapata, Edsson Romario" userId="S::zapatae9574@uhcl.edu::5199caf6-7db2-42f0-91d5-2c028ed5d3d9" providerId="AD" clId="Web-{E510D645-4F15-BC21-2238-719848114258}" dt="2026-01-26T17:00:33.973" v="20"/>
          <ac:spMkLst>
            <pc:docMk/>
            <pc:sldMk cId="109857222" sldId="256"/>
            <ac:spMk id="89" creationId="{D8469AE7-A75B-4F37-850B-EF5974ABED2C}"/>
          </ac:spMkLst>
        </pc:spChg>
        <pc:spChg chg="add del">
          <ac:chgData name="Zapata, Edsson Romario" userId="S::zapatae9574@uhcl.edu::5199caf6-7db2-42f0-91d5-2c028ed5d3d9" providerId="AD" clId="Web-{E510D645-4F15-BC21-2238-719848114258}" dt="2026-01-26T17:00:53.301" v="22"/>
          <ac:spMkLst>
            <pc:docMk/>
            <pc:sldMk cId="109857222" sldId="256"/>
            <ac:spMk id="262" creationId="{787F4F1C-8D3D-4EC1-B72D-A0470A5A08B8}"/>
          </ac:spMkLst>
        </pc:spChg>
        <pc:spChg chg="add del">
          <ac:chgData name="Zapata, Edsson Romario" userId="S::zapatae9574@uhcl.edu::5199caf6-7db2-42f0-91d5-2c028ed5d3d9" providerId="AD" clId="Web-{E510D645-4F15-BC21-2238-719848114258}" dt="2026-01-26T17:01:01.395" v="24"/>
          <ac:spMkLst>
            <pc:docMk/>
            <pc:sldMk cId="109857222" sldId="256"/>
            <ac:spMk id="268" creationId="{934F1179-B481-4F9E-BCA3-AFB972070F83}"/>
          </ac:spMkLst>
        </pc:spChg>
        <pc:spChg chg="add del">
          <ac:chgData name="Zapata, Edsson Romario" userId="S::zapatae9574@uhcl.edu::5199caf6-7db2-42f0-91d5-2c028ed5d3d9" providerId="AD" clId="Web-{E510D645-4F15-BC21-2238-719848114258}" dt="2026-01-26T17:01:01.395" v="24"/>
          <ac:spMkLst>
            <pc:docMk/>
            <pc:sldMk cId="109857222" sldId="256"/>
            <ac:spMk id="269" creationId="{827DC2C4-B485-428A-BF4A-472D2967F47F}"/>
          </ac:spMkLst>
        </pc:spChg>
        <pc:spChg chg="add del">
          <ac:chgData name="Zapata, Edsson Romario" userId="S::zapatae9574@uhcl.edu::5199caf6-7db2-42f0-91d5-2c028ed5d3d9" providerId="AD" clId="Web-{E510D645-4F15-BC21-2238-719848114258}" dt="2026-01-26T17:01:01.395" v="24"/>
          <ac:spMkLst>
            <pc:docMk/>
            <pc:sldMk cId="109857222" sldId="256"/>
            <ac:spMk id="270" creationId="{EE04B5EB-F158-4507-90DD-BD23620C7CC9}"/>
          </ac:spMkLst>
        </pc:spChg>
        <pc:spChg chg="add">
          <ac:chgData name="Zapata, Edsson Romario" userId="S::zapatae9574@uhcl.edu::5199caf6-7db2-42f0-91d5-2c028ed5d3d9" providerId="AD" clId="Web-{E510D645-4F15-BC21-2238-719848114258}" dt="2026-01-26T17:01:01.395" v="25"/>
          <ac:spMkLst>
            <pc:docMk/>
            <pc:sldMk cId="109857222" sldId="256"/>
            <ac:spMk id="272" creationId="{6F5A5072-7B47-4D32-B52A-4EBBF590B8A5}"/>
          </ac:spMkLst>
        </pc:spChg>
        <pc:spChg chg="add">
          <ac:chgData name="Zapata, Edsson Romario" userId="S::zapatae9574@uhcl.edu::5199caf6-7db2-42f0-91d5-2c028ed5d3d9" providerId="AD" clId="Web-{E510D645-4F15-BC21-2238-719848114258}" dt="2026-01-26T17:01:01.395" v="25"/>
          <ac:spMkLst>
            <pc:docMk/>
            <pc:sldMk cId="109857222" sldId="256"/>
            <ac:spMk id="273" creationId="{9715DAF0-AE1B-46C9-8A6B-DB2AA05AB91D}"/>
          </ac:spMkLst>
        </pc:spChg>
        <pc:spChg chg="add">
          <ac:chgData name="Zapata, Edsson Romario" userId="S::zapatae9574@uhcl.edu::5199caf6-7db2-42f0-91d5-2c028ed5d3d9" providerId="AD" clId="Web-{E510D645-4F15-BC21-2238-719848114258}" dt="2026-01-26T17:01:01.395" v="25"/>
          <ac:spMkLst>
            <pc:docMk/>
            <pc:sldMk cId="109857222" sldId="256"/>
            <ac:spMk id="276" creationId="{DC631C0B-6DA6-4E57-8231-CE32B3434A7E}"/>
          </ac:spMkLst>
        </pc:spChg>
        <pc:spChg chg="add">
          <ac:chgData name="Zapata, Edsson Romario" userId="S::zapatae9574@uhcl.edu::5199caf6-7db2-42f0-91d5-2c028ed5d3d9" providerId="AD" clId="Web-{E510D645-4F15-BC21-2238-719848114258}" dt="2026-01-26T17:01:01.395" v="25"/>
          <ac:spMkLst>
            <pc:docMk/>
            <pc:sldMk cId="109857222" sldId="256"/>
            <ac:spMk id="277" creationId="{C29501E6-A978-4A61-9689-9085AF97A53A}"/>
          </ac:spMkLst>
        </pc:spChg>
        <pc:grpChg chg="add del">
          <ac:chgData name="Zapata, Edsson Romario" userId="S::zapatae9574@uhcl.edu::5199caf6-7db2-42f0-91d5-2c028ed5d3d9" providerId="AD" clId="Web-{E510D645-4F15-BC21-2238-719848114258}" dt="2026-01-26T17:00:53.301" v="22"/>
          <ac:grpSpMkLst>
            <pc:docMk/>
            <pc:sldMk cId="109857222" sldId="256"/>
            <ac:grpSpMk id="263" creationId="{D1E3DD61-64DB-46AD-B249-E273CD86B051}"/>
          </ac:grpSpMkLst>
        </pc:grpChg>
        <pc:picChg chg="add del mod">
          <ac:chgData name="Zapata, Edsson Romario" userId="S::zapatae9574@uhcl.edu::5199caf6-7db2-42f0-91d5-2c028ed5d3d9" providerId="AD" clId="Web-{E510D645-4F15-BC21-2238-719848114258}" dt="2026-01-26T16:59:45.238" v="18"/>
          <ac:picMkLst>
            <pc:docMk/>
            <pc:sldMk cId="109857222" sldId="256"/>
            <ac:picMk id="4" creationId="{F3CD725E-1818-9608-63A0-C484682B6B55}"/>
          </ac:picMkLst>
        </pc:picChg>
        <pc:picChg chg="del mod">
          <ac:chgData name="Zapata, Edsson Romario" userId="S::zapatae9574@uhcl.edu::5199caf6-7db2-42f0-91d5-2c028ed5d3d9" providerId="AD" clId="Web-{E510D645-4F15-BC21-2238-719848114258}" dt="2026-01-26T16:51:48.982" v="3"/>
          <ac:picMkLst>
            <pc:docMk/>
            <pc:sldMk cId="109857222" sldId="256"/>
            <ac:picMk id="5" creationId="{A9B7D704-BE97-16F8-0B13-FF00561AEECE}"/>
          </ac:picMkLst>
        </pc:picChg>
      </pc:sldChg>
      <pc:sldChg chg="modSp">
        <pc:chgData name="Zapata, Edsson Romario" userId="S::zapatae9574@uhcl.edu::5199caf6-7db2-42f0-91d5-2c028ed5d3d9" providerId="AD" clId="Web-{E510D645-4F15-BC21-2238-719848114258}" dt="2026-01-26T17:40:18.530" v="144" actId="20577"/>
        <pc:sldMkLst>
          <pc:docMk/>
          <pc:sldMk cId="1798708926" sldId="258"/>
        </pc:sldMkLst>
        <pc:spChg chg="mod">
          <ac:chgData name="Zapata, Edsson Romario" userId="S::zapatae9574@uhcl.edu::5199caf6-7db2-42f0-91d5-2c028ed5d3d9" providerId="AD" clId="Web-{E510D645-4F15-BC21-2238-719848114258}" dt="2026-01-26T17:40:18.530" v="144" actId="20577"/>
          <ac:spMkLst>
            <pc:docMk/>
            <pc:sldMk cId="1798708926" sldId="258"/>
            <ac:spMk id="3" creationId="{6694F193-3355-3479-1A00-DF8A3AFEAC98}"/>
          </ac:spMkLst>
        </pc:spChg>
      </pc:sldChg>
      <pc:sldChg chg="modSp">
        <pc:chgData name="Zapata, Edsson Romario" userId="S::zapatae9574@uhcl.edu::5199caf6-7db2-42f0-91d5-2c028ed5d3d9" providerId="AD" clId="Web-{E510D645-4F15-BC21-2238-719848114258}" dt="2026-01-26T17:40:26.828" v="145" actId="20577"/>
        <pc:sldMkLst>
          <pc:docMk/>
          <pc:sldMk cId="1330026710" sldId="259"/>
        </pc:sldMkLst>
        <pc:spChg chg="mod">
          <ac:chgData name="Zapata, Edsson Romario" userId="S::zapatae9574@uhcl.edu::5199caf6-7db2-42f0-91d5-2c028ed5d3d9" providerId="AD" clId="Web-{E510D645-4F15-BC21-2238-719848114258}" dt="2026-01-26T17:40:26.828" v="145" actId="20577"/>
          <ac:spMkLst>
            <pc:docMk/>
            <pc:sldMk cId="1330026710" sldId="259"/>
            <ac:spMk id="3" creationId="{11A330F1-6600-0332-AB2F-D625FDB8A7A3}"/>
          </ac:spMkLst>
        </pc:spChg>
      </pc:sldChg>
      <pc:sldChg chg="modSp">
        <pc:chgData name="Zapata, Edsson Romario" userId="S::zapatae9574@uhcl.edu::5199caf6-7db2-42f0-91d5-2c028ed5d3d9" providerId="AD" clId="Web-{E510D645-4F15-BC21-2238-719848114258}" dt="2026-01-26T17:40:41.016" v="147" actId="20577"/>
        <pc:sldMkLst>
          <pc:docMk/>
          <pc:sldMk cId="2353034965" sldId="260"/>
        </pc:sldMkLst>
        <pc:spChg chg="mod">
          <ac:chgData name="Zapata, Edsson Romario" userId="S::zapatae9574@uhcl.edu::5199caf6-7db2-42f0-91d5-2c028ed5d3d9" providerId="AD" clId="Web-{E510D645-4F15-BC21-2238-719848114258}" dt="2026-01-26T17:40:41.016" v="147" actId="20577"/>
          <ac:spMkLst>
            <pc:docMk/>
            <pc:sldMk cId="2353034965" sldId="260"/>
            <ac:spMk id="3" creationId="{F1B6220D-A059-8ECD-AE6D-978FF31D2D47}"/>
          </ac:spMkLst>
        </pc:spChg>
      </pc:sldChg>
      <pc:sldChg chg="addSp delSp modSp">
        <pc:chgData name="Zapata, Edsson Romario" userId="S::zapatae9574@uhcl.edu::5199caf6-7db2-42f0-91d5-2c028ed5d3d9" providerId="AD" clId="Web-{E510D645-4F15-BC21-2238-719848114258}" dt="2026-01-26T17:03:08.364" v="38" actId="20577"/>
        <pc:sldMkLst>
          <pc:docMk/>
          <pc:sldMk cId="2827602059" sldId="261"/>
        </pc:sldMkLst>
        <pc:spChg chg="del">
          <ac:chgData name="Zapata, Edsson Romario" userId="S::zapatae9574@uhcl.edu::5199caf6-7db2-42f0-91d5-2c028ed5d3d9" providerId="AD" clId="Web-{E510D645-4F15-BC21-2238-719848114258}" dt="2026-01-26T17:02:47.067" v="31"/>
          <ac:spMkLst>
            <pc:docMk/>
            <pc:sldMk cId="2827602059" sldId="261"/>
            <ac:spMk id="3" creationId="{D9B34C08-E3B2-96AA-C682-DA20BDC53C99}"/>
          </ac:spMkLst>
        </pc:spChg>
        <pc:spChg chg="add mod">
          <ac:chgData name="Zapata, Edsson Romario" userId="S::zapatae9574@uhcl.edu::5199caf6-7db2-42f0-91d5-2c028ed5d3d9" providerId="AD" clId="Web-{E510D645-4F15-BC21-2238-719848114258}" dt="2026-01-26T17:03:08.364" v="38" actId="20577"/>
          <ac:spMkLst>
            <pc:docMk/>
            <pc:sldMk cId="2827602059" sldId="261"/>
            <ac:spMk id="6" creationId="{F9CC9904-8485-8464-9119-3EB86E15C92B}"/>
          </ac:spMkLst>
        </pc:spChg>
        <pc:graphicFrameChg chg="add mod ord modGraphic">
          <ac:chgData name="Zapata, Edsson Romario" userId="S::zapatae9574@uhcl.edu::5199caf6-7db2-42f0-91d5-2c028ed5d3d9" providerId="AD" clId="Web-{E510D645-4F15-BC21-2238-719848114258}" dt="2026-01-26T17:02:57.145" v="34" actId="1076"/>
          <ac:graphicFrameMkLst>
            <pc:docMk/>
            <pc:sldMk cId="2827602059" sldId="261"/>
            <ac:graphicFrameMk id="5" creationId="{096EAD72-45EC-4D6E-9819-03B0F3F0FD02}"/>
          </ac:graphicFrameMkLst>
        </pc:graphicFrameChg>
      </pc:sldChg>
      <pc:sldChg chg="modSp">
        <pc:chgData name="Zapata, Edsson Romario" userId="S::zapatae9574@uhcl.edu::5199caf6-7db2-42f0-91d5-2c028ed5d3d9" providerId="AD" clId="Web-{E510D645-4F15-BC21-2238-719848114258}" dt="2026-01-26T17:39:48.529" v="143" actId="1076"/>
        <pc:sldMkLst>
          <pc:docMk/>
          <pc:sldMk cId="3966086104" sldId="262"/>
        </pc:sldMkLst>
        <pc:spChg chg="mod">
          <ac:chgData name="Zapata, Edsson Romario" userId="S::zapatae9574@uhcl.edu::5199caf6-7db2-42f0-91d5-2c028ed5d3d9" providerId="AD" clId="Web-{E510D645-4F15-BC21-2238-719848114258}" dt="2026-01-26T17:39:48.529" v="143" actId="1076"/>
          <ac:spMkLst>
            <pc:docMk/>
            <pc:sldMk cId="3966086104" sldId="262"/>
            <ac:spMk id="3" creationId="{98724B18-1802-A6D3-BDBA-E3E34B15F0CD}"/>
          </ac:spMkLst>
        </pc:spChg>
      </pc:sldChg>
      <pc:sldChg chg="addSp modSp">
        <pc:chgData name="Zapata, Edsson Romario" userId="S::zapatae9574@uhcl.edu::5199caf6-7db2-42f0-91d5-2c028ed5d3d9" providerId="AD" clId="Web-{E510D645-4F15-BC21-2238-719848114258}" dt="2026-01-26T17:20:27.226" v="90" actId="1076"/>
        <pc:sldMkLst>
          <pc:docMk/>
          <pc:sldMk cId="4016963773" sldId="263"/>
        </pc:sldMkLst>
        <pc:spChg chg="mod">
          <ac:chgData name="Zapata, Edsson Romario" userId="S::zapatae9574@uhcl.edu::5199caf6-7db2-42f0-91d5-2c028ed5d3d9" providerId="AD" clId="Web-{E510D645-4F15-BC21-2238-719848114258}" dt="2026-01-26T17:05:14.493" v="48" actId="20577"/>
          <ac:spMkLst>
            <pc:docMk/>
            <pc:sldMk cId="4016963773" sldId="263"/>
            <ac:spMk id="2" creationId="{71BD0592-D7E6-980A-5546-71F04C7D2FC2}"/>
          </ac:spMkLst>
        </pc:spChg>
        <pc:spChg chg="mod">
          <ac:chgData name="Zapata, Edsson Romario" userId="S::zapatae9574@uhcl.edu::5199caf6-7db2-42f0-91d5-2c028ed5d3d9" providerId="AD" clId="Web-{E510D645-4F15-BC21-2238-719848114258}" dt="2026-01-26T17:09:18.047" v="85" actId="20577"/>
          <ac:spMkLst>
            <pc:docMk/>
            <pc:sldMk cId="4016963773" sldId="263"/>
            <ac:spMk id="3" creationId="{60563F37-0548-0D46-949C-AB1150E027F3}"/>
          </ac:spMkLst>
        </pc:spChg>
        <pc:picChg chg="add mod">
          <ac:chgData name="Zapata, Edsson Romario" userId="S::zapatae9574@uhcl.edu::5199caf6-7db2-42f0-91d5-2c028ed5d3d9" providerId="AD" clId="Web-{E510D645-4F15-BC21-2238-719848114258}" dt="2026-01-26T17:20:27.226" v="90" actId="1076"/>
          <ac:picMkLst>
            <pc:docMk/>
            <pc:sldMk cId="4016963773" sldId="263"/>
            <ac:picMk id="4" creationId="{D52CEFF8-8D66-5EFC-9E28-D5FDEB2EA9C4}"/>
          </ac:picMkLst>
        </pc:picChg>
      </pc:sldChg>
      <pc:sldChg chg="modSp">
        <pc:chgData name="Zapata, Edsson Romario" userId="S::zapatae9574@uhcl.edu::5199caf6-7db2-42f0-91d5-2c028ed5d3d9" providerId="AD" clId="Web-{E510D645-4F15-BC21-2238-719848114258}" dt="2026-01-26T17:07:48.076" v="75" actId="1076"/>
        <pc:sldMkLst>
          <pc:docMk/>
          <pc:sldMk cId="971131265" sldId="264"/>
        </pc:sldMkLst>
        <pc:spChg chg="mod">
          <ac:chgData name="Zapata, Edsson Romario" userId="S::zapatae9574@uhcl.edu::5199caf6-7db2-42f0-91d5-2c028ed5d3d9" providerId="AD" clId="Web-{E510D645-4F15-BC21-2238-719848114258}" dt="2026-01-26T17:07:48.076" v="75" actId="1076"/>
          <ac:spMkLst>
            <pc:docMk/>
            <pc:sldMk cId="971131265" sldId="264"/>
            <ac:spMk id="3" creationId="{50A22E40-CF10-28AD-99F8-1268554B6BDC}"/>
          </ac:spMkLst>
        </pc:spChg>
      </pc:sldChg>
      <pc:sldChg chg="del">
        <pc:chgData name="Zapata, Edsson Romario" userId="S::zapatae9574@uhcl.edu::5199caf6-7db2-42f0-91d5-2c028ed5d3d9" providerId="AD" clId="Web-{E510D645-4F15-BC21-2238-719848114258}" dt="2026-01-26T17:06:42.778" v="66"/>
        <pc:sldMkLst>
          <pc:docMk/>
          <pc:sldMk cId="3836833597" sldId="265"/>
        </pc:sldMkLst>
      </pc:sldChg>
      <pc:sldChg chg="addSp delSp modSp">
        <pc:chgData name="Zapata, Edsson Romario" userId="S::zapatae9574@uhcl.edu::5199caf6-7db2-42f0-91d5-2c028ed5d3d9" providerId="AD" clId="Web-{E510D645-4F15-BC21-2238-719848114258}" dt="2026-01-26T17:44:09.223" v="152" actId="1076"/>
        <pc:sldMkLst>
          <pc:docMk/>
          <pc:sldMk cId="1796363659" sldId="266"/>
        </pc:sldMkLst>
        <pc:spChg chg="mod">
          <ac:chgData name="Zapata, Edsson Romario" userId="S::zapatae9574@uhcl.edu::5199caf6-7db2-42f0-91d5-2c028ed5d3d9" providerId="AD" clId="Web-{E510D645-4F15-BC21-2238-719848114258}" dt="2026-01-26T17:43:45.598" v="148"/>
          <ac:spMkLst>
            <pc:docMk/>
            <pc:sldMk cId="1796363659" sldId="266"/>
            <ac:spMk id="2" creationId="{5DFD7062-2EF7-E411-5B21-ECE5D9BF1A19}"/>
          </ac:spMkLst>
        </pc:spChg>
        <pc:spChg chg="del">
          <ac:chgData name="Zapata, Edsson Romario" userId="S::zapatae9574@uhcl.edu::5199caf6-7db2-42f0-91d5-2c028ed5d3d9" providerId="AD" clId="Web-{E510D645-4F15-BC21-2238-719848114258}" dt="2026-01-26T16:52:56.702" v="8"/>
          <ac:spMkLst>
            <pc:docMk/>
            <pc:sldMk cId="1796363659" sldId="266"/>
            <ac:spMk id="3" creationId="{EB94C2EE-3593-3C6D-3E46-02706DF086F5}"/>
          </ac:spMkLst>
        </pc:spChg>
        <pc:spChg chg="del">
          <ac:chgData name="Zapata, Edsson Romario" userId="S::zapatae9574@uhcl.edu::5199caf6-7db2-42f0-91d5-2c028ed5d3d9" providerId="AD" clId="Web-{E510D645-4F15-BC21-2238-719848114258}" dt="2026-01-26T17:43:45.598" v="148"/>
          <ac:spMkLst>
            <pc:docMk/>
            <pc:sldMk cId="1796363659" sldId="266"/>
            <ac:spMk id="8" creationId="{948BB5B8-E26F-8630-9764-50739A7BF3F5}"/>
          </ac:spMkLst>
        </pc:spChg>
        <pc:spChg chg="del">
          <ac:chgData name="Zapata, Edsson Romario" userId="S::zapatae9574@uhcl.edu::5199caf6-7db2-42f0-91d5-2c028ed5d3d9" providerId="AD" clId="Web-{E510D645-4F15-BC21-2238-719848114258}" dt="2026-01-26T17:43:45.598" v="148"/>
          <ac:spMkLst>
            <pc:docMk/>
            <pc:sldMk cId="1796363659" sldId="266"/>
            <ac:spMk id="10" creationId="{49B05560-0B9C-CD1A-79EB-66FDD33E6003}"/>
          </ac:spMkLst>
        </pc:spChg>
        <pc:spChg chg="del">
          <ac:chgData name="Zapata, Edsson Romario" userId="S::zapatae9574@uhcl.edu::5199caf6-7db2-42f0-91d5-2c028ed5d3d9" providerId="AD" clId="Web-{E510D645-4F15-BC21-2238-719848114258}" dt="2026-01-26T17:43:45.598" v="148"/>
          <ac:spMkLst>
            <pc:docMk/>
            <pc:sldMk cId="1796363659" sldId="266"/>
            <ac:spMk id="12" creationId="{9A2CA358-72A0-6147-0AEB-3A2E58B3EFB3}"/>
          </ac:spMkLst>
        </pc:spChg>
        <pc:spChg chg="del">
          <ac:chgData name="Zapata, Edsson Romario" userId="S::zapatae9574@uhcl.edu::5199caf6-7db2-42f0-91d5-2c028ed5d3d9" providerId="AD" clId="Web-{E510D645-4F15-BC21-2238-719848114258}" dt="2026-01-26T17:43:45.598" v="148"/>
          <ac:spMkLst>
            <pc:docMk/>
            <pc:sldMk cId="1796363659" sldId="266"/>
            <ac:spMk id="14" creationId="{64874219-4892-0CCB-34F6-A39BC93B51AD}"/>
          </ac:spMkLst>
        </pc:spChg>
        <pc:spChg chg="del">
          <ac:chgData name="Zapata, Edsson Romario" userId="S::zapatae9574@uhcl.edu::5199caf6-7db2-42f0-91d5-2c028ed5d3d9" providerId="AD" clId="Web-{E510D645-4F15-BC21-2238-719848114258}" dt="2026-01-26T17:43:45.598" v="148"/>
          <ac:spMkLst>
            <pc:docMk/>
            <pc:sldMk cId="1796363659" sldId="266"/>
            <ac:spMk id="16" creationId="{C969F114-816B-29F4-FB82-B0ED6A5934A3}"/>
          </ac:spMkLst>
        </pc:spChg>
        <pc:graphicFrameChg chg="add mod ord modGraphic">
          <ac:chgData name="Zapata, Edsson Romario" userId="S::zapatae9574@uhcl.edu::5199caf6-7db2-42f0-91d5-2c028ed5d3d9" providerId="AD" clId="Web-{E510D645-4F15-BC21-2238-719848114258}" dt="2026-01-26T17:44:09.223" v="152" actId="1076"/>
          <ac:graphicFrameMkLst>
            <pc:docMk/>
            <pc:sldMk cId="1796363659" sldId="266"/>
            <ac:graphicFrameMk id="19" creationId="{E508498F-0319-0FB9-3BA8-4941EF7F08BB}"/>
          </ac:graphicFrameMkLst>
        </pc:graphicFrameChg>
        <pc:picChg chg="del">
          <ac:chgData name="Zapata, Edsson Romario" userId="S::zapatae9574@uhcl.edu::5199caf6-7db2-42f0-91d5-2c028ed5d3d9" providerId="AD" clId="Web-{E510D645-4F15-BC21-2238-719848114258}" dt="2026-01-26T16:52:12.576" v="4"/>
          <ac:picMkLst>
            <pc:docMk/>
            <pc:sldMk cId="1796363659" sldId="266"/>
            <ac:picMk id="4" creationId="{0160A8D2-CDEC-4894-159A-44E003CA4116}"/>
          </ac:picMkLst>
        </pc:picChg>
        <pc:picChg chg="add mod ord">
          <ac:chgData name="Zapata, Edsson Romario" userId="S::zapatae9574@uhcl.edu::5199caf6-7db2-42f0-91d5-2c028ed5d3d9" providerId="AD" clId="Web-{E510D645-4F15-BC21-2238-719848114258}" dt="2026-01-26T17:43:45.598" v="148"/>
          <ac:picMkLst>
            <pc:docMk/>
            <pc:sldMk cId="1796363659" sldId="266"/>
            <ac:picMk id="6" creationId="{CB3FAF0A-1786-85E3-0EB5-54693BA80AB9}"/>
          </ac:picMkLst>
        </pc:picChg>
        <pc:picChg chg="add mod">
          <ac:chgData name="Zapata, Edsson Romario" userId="S::zapatae9574@uhcl.edu::5199caf6-7db2-42f0-91d5-2c028ed5d3d9" providerId="AD" clId="Web-{E510D645-4F15-BC21-2238-719848114258}" dt="2026-01-26T17:43:57.348" v="150" actId="1076"/>
          <ac:picMkLst>
            <pc:docMk/>
            <pc:sldMk cId="1796363659" sldId="266"/>
            <ac:picMk id="23" creationId="{8370D633-72E9-ED3D-3A0D-F2C348BEEC57}"/>
          </ac:picMkLst>
        </pc:picChg>
        <pc:cxnChg chg="add">
          <ac:chgData name="Zapata, Edsson Romario" userId="S::zapatae9574@uhcl.edu::5199caf6-7db2-42f0-91d5-2c028ed5d3d9" providerId="AD" clId="Web-{E510D645-4F15-BC21-2238-719848114258}" dt="2026-01-26T17:43:45.598" v="148"/>
          <ac:cxnSpMkLst>
            <pc:docMk/>
            <pc:sldMk cId="1796363659" sldId="266"/>
            <ac:cxnSpMk id="28" creationId="{1503BFE4-729B-D9D0-C17B-501E6AF1127A}"/>
          </ac:cxnSpMkLst>
        </pc:cxnChg>
      </pc:sldChg>
      <pc:sldChg chg="modSp add replId">
        <pc:chgData name="Zapata, Edsson Romario" userId="S::zapatae9574@uhcl.edu::5199caf6-7db2-42f0-91d5-2c028ed5d3d9" providerId="AD" clId="Web-{E510D645-4F15-BC21-2238-719848114258}" dt="2026-01-26T17:23:38.061" v="123" actId="20577"/>
        <pc:sldMkLst>
          <pc:docMk/>
          <pc:sldMk cId="507274041" sldId="267"/>
        </pc:sldMkLst>
        <pc:spChg chg="mod">
          <ac:chgData name="Zapata, Edsson Romario" userId="S::zapatae9574@uhcl.edu::5199caf6-7db2-42f0-91d5-2c028ed5d3d9" providerId="AD" clId="Web-{E510D645-4F15-BC21-2238-719848114258}" dt="2026-01-26T17:22:31.636" v="107" actId="20577"/>
          <ac:spMkLst>
            <pc:docMk/>
            <pc:sldMk cId="507274041" sldId="267"/>
            <ac:spMk id="2" creationId="{3EBD7943-0C29-E3F6-FAB4-89746938A64F}"/>
          </ac:spMkLst>
        </pc:spChg>
        <pc:spChg chg="mod">
          <ac:chgData name="Zapata, Edsson Romario" userId="S::zapatae9574@uhcl.edu::5199caf6-7db2-42f0-91d5-2c028ed5d3d9" providerId="AD" clId="Web-{E510D645-4F15-BC21-2238-719848114258}" dt="2026-01-26T17:23:38.061" v="123" actId="20577"/>
          <ac:spMkLst>
            <pc:docMk/>
            <pc:sldMk cId="507274041" sldId="267"/>
            <ac:spMk id="3" creationId="{2CBBF9BD-4DC1-C1A8-4368-5274B831AAC1}"/>
          </ac:spMkLst>
        </pc:spChg>
      </pc:sldChg>
      <pc:sldChg chg="addSp delSp modSp new del mod setBg">
        <pc:chgData name="Zapata, Edsson Romario" userId="S::zapatae9574@uhcl.edu::5199caf6-7db2-42f0-91d5-2c028ed5d3d9" providerId="AD" clId="Web-{E510D645-4F15-BC21-2238-719848114258}" dt="2026-01-26T17:21:59.416" v="98"/>
        <pc:sldMkLst>
          <pc:docMk/>
          <pc:sldMk cId="1295488785" sldId="267"/>
        </pc:sldMkLst>
        <pc:spChg chg="mod">
          <ac:chgData name="Zapata, Edsson Romario" userId="S::zapatae9574@uhcl.edu::5199caf6-7db2-42f0-91d5-2c028ed5d3d9" providerId="AD" clId="Web-{E510D645-4F15-BC21-2238-719848114258}" dt="2026-01-26T17:10:00.157" v="86"/>
          <ac:spMkLst>
            <pc:docMk/>
            <pc:sldMk cId="1295488785" sldId="267"/>
            <ac:spMk id="2" creationId="{F01D5F42-33D7-056C-08F0-246A4E3524F7}"/>
          </ac:spMkLst>
        </pc:spChg>
        <pc:spChg chg="del mod">
          <ac:chgData name="Zapata, Edsson Romario" userId="S::zapatae9574@uhcl.edu::5199caf6-7db2-42f0-91d5-2c028ed5d3d9" providerId="AD" clId="Web-{E510D645-4F15-BC21-2238-719848114258}" dt="2026-01-26T17:20:47.992" v="91"/>
          <ac:spMkLst>
            <pc:docMk/>
            <pc:sldMk cId="1295488785" sldId="267"/>
            <ac:spMk id="3" creationId="{AEDA5B5B-18E9-CC70-2FEC-3576A5C6FCA0}"/>
          </ac:spMkLst>
        </pc:spChg>
        <pc:spChg chg="add mod">
          <ac:chgData name="Zapata, Edsson Romario" userId="S::zapatae9574@uhcl.edu::5199caf6-7db2-42f0-91d5-2c028ed5d3d9" providerId="AD" clId="Web-{E510D645-4F15-BC21-2238-719848114258}" dt="2026-01-26T17:21:46.931" v="97" actId="14100"/>
          <ac:spMkLst>
            <pc:docMk/>
            <pc:sldMk cId="1295488785" sldId="267"/>
            <ac:spMk id="5" creationId="{90F356D9-CB51-8369-8255-61CEDAE36361}"/>
          </ac:spMkLst>
        </pc:spChg>
        <pc:spChg chg="add">
          <ac:chgData name="Zapata, Edsson Romario" userId="S::zapatae9574@uhcl.edu::5199caf6-7db2-42f0-91d5-2c028ed5d3d9" providerId="AD" clId="Web-{E510D645-4F15-BC21-2238-719848114258}" dt="2026-01-26T17:10:00.157" v="86"/>
          <ac:spMkLst>
            <pc:docMk/>
            <pc:sldMk cId="1295488785" sldId="267"/>
            <ac:spMk id="8" creationId="{1B15ED52-F352-441B-82BF-E0EA34836D08}"/>
          </ac:spMkLst>
        </pc:spChg>
        <pc:spChg chg="add">
          <ac:chgData name="Zapata, Edsson Romario" userId="S::zapatae9574@uhcl.edu::5199caf6-7db2-42f0-91d5-2c028ed5d3d9" providerId="AD" clId="Web-{E510D645-4F15-BC21-2238-719848114258}" dt="2026-01-26T17:10:00.157" v="86"/>
          <ac:spMkLst>
            <pc:docMk/>
            <pc:sldMk cId="1295488785" sldId="267"/>
            <ac:spMk id="10" creationId="{3B2E3793-BFE6-45A2-9B7B-E18844431C99}"/>
          </ac:spMkLst>
        </pc:spChg>
        <pc:spChg chg="add">
          <ac:chgData name="Zapata, Edsson Romario" userId="S::zapatae9574@uhcl.edu::5199caf6-7db2-42f0-91d5-2c028ed5d3d9" providerId="AD" clId="Web-{E510D645-4F15-BC21-2238-719848114258}" dt="2026-01-26T17:10:00.157" v="86"/>
          <ac:spMkLst>
            <pc:docMk/>
            <pc:sldMk cId="1295488785" sldId="267"/>
            <ac:spMk id="12" creationId="{BC4C4868-CB8F-4AF9-9CDB-8108F2C19B67}"/>
          </ac:spMkLst>
        </pc:spChg>
        <pc:spChg chg="add">
          <ac:chgData name="Zapata, Edsson Romario" userId="S::zapatae9574@uhcl.edu::5199caf6-7db2-42f0-91d5-2c028ed5d3d9" providerId="AD" clId="Web-{E510D645-4F15-BC21-2238-719848114258}" dt="2026-01-26T17:10:00.157" v="86"/>
          <ac:spMkLst>
            <pc:docMk/>
            <pc:sldMk cId="1295488785" sldId="267"/>
            <ac:spMk id="14" creationId="{375E0459-6403-40CD-989D-56A4407CA12E}"/>
          </ac:spMkLst>
        </pc:spChg>
        <pc:spChg chg="add">
          <ac:chgData name="Zapata, Edsson Romario" userId="S::zapatae9574@uhcl.edu::5199caf6-7db2-42f0-91d5-2c028ed5d3d9" providerId="AD" clId="Web-{E510D645-4F15-BC21-2238-719848114258}" dt="2026-01-26T17:10:00.157" v="86"/>
          <ac:spMkLst>
            <pc:docMk/>
            <pc:sldMk cId="1295488785" sldId="267"/>
            <ac:spMk id="16" creationId="{53E5B1A8-3AC9-4BD1-9BBC-78CA94F2D1BA}"/>
          </ac:spMkLst>
        </pc:spChg>
        <pc:picChg chg="add mod ord">
          <ac:chgData name="Zapata, Edsson Romario" userId="S::zapatae9574@uhcl.edu::5199caf6-7db2-42f0-91d5-2c028ed5d3d9" providerId="AD" clId="Web-{E510D645-4F15-BC21-2238-719848114258}" dt="2026-01-26T17:20:54.632" v="92" actId="1076"/>
          <ac:picMkLst>
            <pc:docMk/>
            <pc:sldMk cId="1295488785" sldId="267"/>
            <ac:picMk id="4" creationId="{FCC85EBB-28B5-AD58-1A99-C3CA56D3A436}"/>
          </ac:picMkLst>
        </pc:picChg>
      </pc:sldChg>
      <pc:sldChg chg="modSp add replId">
        <pc:chgData name="Zapata, Edsson Romario" userId="S::zapatae9574@uhcl.edu::5199caf6-7db2-42f0-91d5-2c028ed5d3d9" providerId="AD" clId="Web-{E510D645-4F15-BC21-2238-719848114258}" dt="2026-01-26T17:25:53.752" v="138" actId="20577"/>
        <pc:sldMkLst>
          <pc:docMk/>
          <pc:sldMk cId="1489086045" sldId="268"/>
        </pc:sldMkLst>
        <pc:spChg chg="mod">
          <ac:chgData name="Zapata, Edsson Romario" userId="S::zapatae9574@uhcl.edu::5199caf6-7db2-42f0-91d5-2c028ed5d3d9" providerId="AD" clId="Web-{E510D645-4F15-BC21-2238-719848114258}" dt="2026-01-26T17:23:25.935" v="122" actId="20577"/>
          <ac:spMkLst>
            <pc:docMk/>
            <pc:sldMk cId="1489086045" sldId="268"/>
            <ac:spMk id="2" creationId="{48AA644E-233E-BEFD-7390-CE53276895AA}"/>
          </ac:spMkLst>
        </pc:spChg>
        <pc:spChg chg="mod">
          <ac:chgData name="Zapata, Edsson Romario" userId="S::zapatae9574@uhcl.edu::5199caf6-7db2-42f0-91d5-2c028ed5d3d9" providerId="AD" clId="Web-{E510D645-4F15-BC21-2238-719848114258}" dt="2026-01-26T17:25:53.752" v="138" actId="20577"/>
          <ac:spMkLst>
            <pc:docMk/>
            <pc:sldMk cId="1489086045" sldId="268"/>
            <ac:spMk id="3" creationId="{83124C61-AB0C-2F70-285C-7C1F1B35E2CB}"/>
          </ac:spMkLst>
        </pc:spChg>
      </pc:sldChg>
      <pc:sldChg chg="modSp new del">
        <pc:chgData name="Zapata, Edsson Romario" userId="S::zapatae9574@uhcl.edu::5199caf6-7db2-42f0-91d5-2c028ed5d3d9" providerId="AD" clId="Web-{E510D645-4F15-BC21-2238-719848114258}" dt="2026-01-26T17:22:03.823" v="99"/>
        <pc:sldMkLst>
          <pc:docMk/>
          <pc:sldMk cId="1769738419" sldId="268"/>
        </pc:sldMkLst>
        <pc:spChg chg="mod">
          <ac:chgData name="Zapata, Edsson Romario" userId="S::zapatae9574@uhcl.edu::5199caf6-7db2-42f0-91d5-2c028ed5d3d9" providerId="AD" clId="Web-{E510D645-4F15-BC21-2238-719848114258}" dt="2026-01-26T17:05:48.963" v="62" actId="20577"/>
          <ac:spMkLst>
            <pc:docMk/>
            <pc:sldMk cId="1769738419" sldId="268"/>
            <ac:spMk id="2" creationId="{13CD3466-892D-A135-7839-0D69B64971F6}"/>
          </ac:spMkLst>
        </pc:spChg>
      </pc:sldChg>
      <pc:sldChg chg="new del">
        <pc:chgData name="Zapata, Edsson Romario" userId="S::zapatae9574@uhcl.edu::5199caf6-7db2-42f0-91d5-2c028ed5d3d9" providerId="AD" clId="Web-{E510D645-4F15-BC21-2238-719848114258}" dt="2026-01-26T17:05:52.666" v="63"/>
        <pc:sldMkLst>
          <pc:docMk/>
          <pc:sldMk cId="971148530" sldId="269"/>
        </pc:sldMkLst>
      </pc:sldChg>
      <pc:sldChg chg="modSp add replId">
        <pc:chgData name="Zapata, Edsson Romario" userId="S::zapatae9574@uhcl.edu::5199caf6-7db2-42f0-91d5-2c028ed5d3d9" providerId="AD" clId="Web-{E510D645-4F15-BC21-2238-719848114258}" dt="2026-01-26T17:26:11.189" v="140" actId="20577"/>
        <pc:sldMkLst>
          <pc:docMk/>
          <pc:sldMk cId="2268310636" sldId="269"/>
        </pc:sldMkLst>
        <pc:spChg chg="mod">
          <ac:chgData name="Zapata, Edsson Romario" userId="S::zapatae9574@uhcl.edu::5199caf6-7db2-42f0-91d5-2c028ed5d3d9" providerId="AD" clId="Web-{E510D645-4F15-BC21-2238-719848114258}" dt="2026-01-26T17:26:11.189" v="140" actId="20577"/>
          <ac:spMkLst>
            <pc:docMk/>
            <pc:sldMk cId="2268310636" sldId="269"/>
            <ac:spMk id="2" creationId="{3D4F9F5E-7815-760A-1A4C-4BEC6B4432D2}"/>
          </ac:spMkLst>
        </pc:spChg>
        <pc:spChg chg="mod">
          <ac:chgData name="Zapata, Edsson Romario" userId="S::zapatae9574@uhcl.edu::5199caf6-7db2-42f0-91d5-2c028ed5d3d9" providerId="AD" clId="Web-{E510D645-4F15-BC21-2238-719848114258}" dt="2026-01-26T17:26:08.455" v="139" actId="20577"/>
          <ac:spMkLst>
            <pc:docMk/>
            <pc:sldMk cId="2268310636" sldId="269"/>
            <ac:spMk id="3" creationId="{D5007766-7BBD-2A80-4C97-DCE5F709FE8A}"/>
          </ac:spMkLst>
        </pc:spChg>
      </pc:sldChg>
    </pc:docChg>
  </pc:docChgLst>
  <pc:docChgLst>
    <pc:chgData name="Zapata, Edsson Romario" userId="S::zapatae9574@uhcl.edu::5199caf6-7db2-42f0-91d5-2c028ed5d3d9" providerId="AD" clId="Web-{DF4E0033-0E86-DBE4-600D-FFE751BF0190}"/>
    <pc:docChg chg="modSld">
      <pc:chgData name="Zapata, Edsson Romario" userId="S::zapatae9574@uhcl.edu::5199caf6-7db2-42f0-91d5-2c028ed5d3d9" providerId="AD" clId="Web-{DF4E0033-0E86-DBE4-600D-FFE751BF0190}" dt="2026-01-27T21:54:43.611" v="6" actId="20577"/>
      <pc:docMkLst>
        <pc:docMk/>
      </pc:docMkLst>
      <pc:sldChg chg="modSp">
        <pc:chgData name="Zapata, Edsson Romario" userId="S::zapatae9574@uhcl.edu::5199caf6-7db2-42f0-91d5-2c028ed5d3d9" providerId="AD" clId="Web-{DF4E0033-0E86-DBE4-600D-FFE751BF0190}" dt="2026-01-27T21:25:21.639" v="1" actId="1076"/>
        <pc:sldMkLst>
          <pc:docMk/>
          <pc:sldMk cId="2353034965" sldId="260"/>
        </pc:sldMkLst>
        <pc:spChg chg="mod">
          <ac:chgData name="Zapata, Edsson Romario" userId="S::zapatae9574@uhcl.edu::5199caf6-7db2-42f0-91d5-2c028ed5d3d9" providerId="AD" clId="Web-{DF4E0033-0E86-DBE4-600D-FFE751BF0190}" dt="2026-01-27T21:25:21.639" v="1" actId="1076"/>
          <ac:spMkLst>
            <pc:docMk/>
            <pc:sldMk cId="2353034965" sldId="260"/>
            <ac:spMk id="3" creationId="{F1B6220D-A059-8ECD-AE6D-978FF31D2D47}"/>
          </ac:spMkLst>
        </pc:spChg>
      </pc:sldChg>
      <pc:sldChg chg="modSp">
        <pc:chgData name="Zapata, Edsson Romario" userId="S::zapatae9574@uhcl.edu::5199caf6-7db2-42f0-91d5-2c028ed5d3d9" providerId="AD" clId="Web-{DF4E0033-0E86-DBE4-600D-FFE751BF0190}" dt="2026-01-27T21:19:20.015" v="0" actId="1076"/>
        <pc:sldMkLst>
          <pc:docMk/>
          <pc:sldMk cId="2827602059" sldId="261"/>
        </pc:sldMkLst>
        <pc:graphicFrameChg chg="mod">
          <ac:chgData name="Zapata, Edsson Romario" userId="S::zapatae9574@uhcl.edu::5199caf6-7db2-42f0-91d5-2c028ed5d3d9" providerId="AD" clId="Web-{DF4E0033-0E86-DBE4-600D-FFE751BF0190}" dt="2026-01-27T21:19:20.015" v="0" actId="1076"/>
          <ac:graphicFrameMkLst>
            <pc:docMk/>
            <pc:sldMk cId="2827602059" sldId="261"/>
            <ac:graphicFrameMk id="5" creationId="{096EAD72-45EC-4D6E-9819-03B0F3F0FD02}"/>
          </ac:graphicFrameMkLst>
        </pc:graphicFrameChg>
      </pc:sldChg>
      <pc:sldChg chg="modSp">
        <pc:chgData name="Zapata, Edsson Romario" userId="S::zapatae9574@uhcl.edu::5199caf6-7db2-42f0-91d5-2c028ed5d3d9" providerId="AD" clId="Web-{DF4E0033-0E86-DBE4-600D-FFE751BF0190}" dt="2026-01-27T21:54:34.470" v="5" actId="20577"/>
        <pc:sldMkLst>
          <pc:docMk/>
          <pc:sldMk cId="507274041" sldId="267"/>
        </pc:sldMkLst>
        <pc:spChg chg="mod">
          <ac:chgData name="Zapata, Edsson Romario" userId="S::zapatae9574@uhcl.edu::5199caf6-7db2-42f0-91d5-2c028ed5d3d9" providerId="AD" clId="Web-{DF4E0033-0E86-DBE4-600D-FFE751BF0190}" dt="2026-01-27T21:39:48.742" v="3" actId="1076"/>
          <ac:spMkLst>
            <pc:docMk/>
            <pc:sldMk cId="507274041" sldId="267"/>
            <ac:spMk id="2" creationId="{3EBD7943-0C29-E3F6-FAB4-89746938A64F}"/>
          </ac:spMkLst>
        </pc:spChg>
        <pc:spChg chg="mod">
          <ac:chgData name="Zapata, Edsson Romario" userId="S::zapatae9574@uhcl.edu::5199caf6-7db2-42f0-91d5-2c028ed5d3d9" providerId="AD" clId="Web-{DF4E0033-0E86-DBE4-600D-FFE751BF0190}" dt="2026-01-27T21:54:34.470" v="5" actId="20577"/>
          <ac:spMkLst>
            <pc:docMk/>
            <pc:sldMk cId="507274041" sldId="267"/>
            <ac:spMk id="3" creationId="{2CBBF9BD-4DC1-C1A8-4368-5274B831AAC1}"/>
          </ac:spMkLst>
        </pc:spChg>
        <pc:picChg chg="mod">
          <ac:chgData name="Zapata, Edsson Romario" userId="S::zapatae9574@uhcl.edu::5199caf6-7db2-42f0-91d5-2c028ed5d3d9" providerId="AD" clId="Web-{DF4E0033-0E86-DBE4-600D-FFE751BF0190}" dt="2026-01-27T21:39:55.633" v="4" actId="1076"/>
          <ac:picMkLst>
            <pc:docMk/>
            <pc:sldMk cId="507274041" sldId="267"/>
            <ac:picMk id="20" creationId="{AE6A64CC-4EB1-61F6-B43A-0EFA89913BF7}"/>
          </ac:picMkLst>
        </pc:picChg>
      </pc:sldChg>
      <pc:sldChg chg="modSp">
        <pc:chgData name="Zapata, Edsson Romario" userId="S::zapatae9574@uhcl.edu::5199caf6-7db2-42f0-91d5-2c028ed5d3d9" providerId="AD" clId="Web-{DF4E0033-0E86-DBE4-600D-FFE751BF0190}" dt="2026-01-27T21:54:43.611" v="6" actId="20577"/>
        <pc:sldMkLst>
          <pc:docMk/>
          <pc:sldMk cId="1489086045" sldId="268"/>
        </pc:sldMkLst>
        <pc:spChg chg="mod">
          <ac:chgData name="Zapata, Edsson Romario" userId="S::zapatae9574@uhcl.edu::5199caf6-7db2-42f0-91d5-2c028ed5d3d9" providerId="AD" clId="Web-{DF4E0033-0E86-DBE4-600D-FFE751BF0190}" dt="2026-01-27T21:54:43.611" v="6" actId="20577"/>
          <ac:spMkLst>
            <pc:docMk/>
            <pc:sldMk cId="1489086045" sldId="268"/>
            <ac:spMk id="3" creationId="{83124C61-AB0C-2F70-285C-7C1F1B35E2CB}"/>
          </ac:spMkLst>
        </pc:spChg>
      </pc:sldChg>
    </pc:docChg>
  </pc:docChgLst>
  <pc:docChgLst>
    <pc:chgData name="Maisuria, Rohan N" userId="S::maisuriar4725@uhcl.edu::3ba683bb-df3e-4b87-bf69-1e34f6a55894" providerId="AD" clId="Web-{2D661286-D251-E58D-22FD-29122B8C68BA}"/>
    <pc:docChg chg="modSld">
      <pc:chgData name="Maisuria, Rohan N" userId="S::maisuriar4725@uhcl.edu::3ba683bb-df3e-4b87-bf69-1e34f6a55894" providerId="AD" clId="Web-{2D661286-D251-E58D-22FD-29122B8C68BA}" dt="2026-01-27T20:03:49.196" v="0" actId="1076"/>
      <pc:docMkLst>
        <pc:docMk/>
      </pc:docMkLst>
      <pc:sldChg chg="modSp">
        <pc:chgData name="Maisuria, Rohan N" userId="S::maisuriar4725@uhcl.edu::3ba683bb-df3e-4b87-bf69-1e34f6a55894" providerId="AD" clId="Web-{2D661286-D251-E58D-22FD-29122B8C68BA}" dt="2026-01-27T20:03:49.196" v="0" actId="1076"/>
        <pc:sldMkLst>
          <pc:docMk/>
          <pc:sldMk cId="1796363659" sldId="266"/>
        </pc:sldMkLst>
        <pc:picChg chg="mod">
          <ac:chgData name="Maisuria, Rohan N" userId="S::maisuriar4725@uhcl.edu::3ba683bb-df3e-4b87-bf69-1e34f6a55894" providerId="AD" clId="Web-{2D661286-D251-E58D-22FD-29122B8C68BA}" dt="2026-01-27T20:03:49.196" v="0" actId="1076"/>
          <ac:picMkLst>
            <pc:docMk/>
            <pc:sldMk cId="1796363659" sldId="266"/>
            <ac:picMk id="23" creationId="{8370D633-72E9-ED3D-3A0D-F2C348BEEC57}"/>
          </ac:picMkLst>
        </pc:picChg>
      </pc:sldChg>
    </pc:docChg>
  </pc:docChgLst>
  <pc:docChgLst>
    <pc:chgData name="Saragadam, Charan Sai" userId="S::saragadamc0904@uhcl.edu::3d7ac467-ea13-4f3a-9396-799bf767b280" providerId="AD" clId="Web-{DBA8A323-2E63-5DB8-2556-E78F049DD48C}"/>
    <pc:docChg chg="modSld">
      <pc:chgData name="Saragadam, Charan Sai" userId="S::saragadamc0904@uhcl.edu::3d7ac467-ea13-4f3a-9396-799bf767b280" providerId="AD" clId="Web-{DBA8A323-2E63-5DB8-2556-E78F049DD48C}" dt="2026-01-27T21:19:54.690" v="37" actId="20577"/>
      <pc:docMkLst>
        <pc:docMk/>
      </pc:docMkLst>
      <pc:sldChg chg="modSp">
        <pc:chgData name="Saragadam, Charan Sai" userId="S::saragadamc0904@uhcl.edu::3d7ac467-ea13-4f3a-9396-799bf767b280" providerId="AD" clId="Web-{DBA8A323-2E63-5DB8-2556-E78F049DD48C}" dt="2026-01-27T21:19:54.690" v="37" actId="20577"/>
        <pc:sldMkLst>
          <pc:docMk/>
          <pc:sldMk cId="4016963773" sldId="263"/>
        </pc:sldMkLst>
        <pc:spChg chg="mod">
          <ac:chgData name="Saragadam, Charan Sai" userId="S::saragadamc0904@uhcl.edu::3d7ac467-ea13-4f3a-9396-799bf767b280" providerId="AD" clId="Web-{DBA8A323-2E63-5DB8-2556-E78F049DD48C}" dt="2026-01-27T21:19:54.690" v="37" actId="20577"/>
          <ac:spMkLst>
            <pc:docMk/>
            <pc:sldMk cId="4016963773" sldId="263"/>
            <ac:spMk id="3" creationId="{60563F37-0548-0D46-949C-AB1150E027F3}"/>
          </ac:spMkLst>
        </pc:spChg>
      </pc:sldChg>
      <pc:sldChg chg="modSp">
        <pc:chgData name="Saragadam, Charan Sai" userId="S::saragadamc0904@uhcl.edu::3d7ac467-ea13-4f3a-9396-799bf767b280" providerId="AD" clId="Web-{DBA8A323-2E63-5DB8-2556-E78F049DD48C}" dt="2026-01-27T21:17:46.937" v="31" actId="20577"/>
        <pc:sldMkLst>
          <pc:docMk/>
          <pc:sldMk cId="971131265" sldId="264"/>
        </pc:sldMkLst>
        <pc:spChg chg="mod">
          <ac:chgData name="Saragadam, Charan Sai" userId="S::saragadamc0904@uhcl.edu::3d7ac467-ea13-4f3a-9396-799bf767b280" providerId="AD" clId="Web-{DBA8A323-2E63-5DB8-2556-E78F049DD48C}" dt="2026-01-27T21:17:46.937" v="31" actId="20577"/>
          <ac:spMkLst>
            <pc:docMk/>
            <pc:sldMk cId="971131265" sldId="264"/>
            <ac:spMk id="3" creationId="{50A22E40-CF10-28AD-99F8-1268554B6BDC}"/>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8DBB32-BAAF-45EA-8C58-BAE5AABF1905}" type="doc">
      <dgm:prSet loTypeId="urn:microsoft.com/office/officeart/2018/5/layout/IconCircle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351503CC-D570-492E-8880-0516AFFA0943}">
      <dgm:prSet/>
      <dgm:spPr/>
      <dgm:t>
        <a:bodyPr/>
        <a:lstStyle/>
        <a:p>
          <a:pPr>
            <a:lnSpc>
              <a:spcPct val="100000"/>
            </a:lnSpc>
            <a:defRPr cap="all"/>
          </a:pPr>
          <a:r>
            <a:rPr lang="en-US">
              <a:latin typeface="Aptos"/>
            </a:rPr>
            <a:t>Team Name – Fitness Scholars</a:t>
          </a:r>
        </a:p>
      </dgm:t>
    </dgm:pt>
    <dgm:pt modelId="{DE7AE573-9128-47C2-B4CB-1F37E7FF976D}" type="parTrans" cxnId="{CD4D6856-3577-4D46-AF72-EFE4812166BF}">
      <dgm:prSet/>
      <dgm:spPr/>
      <dgm:t>
        <a:bodyPr/>
        <a:lstStyle/>
        <a:p>
          <a:endParaRPr lang="en-US"/>
        </a:p>
      </dgm:t>
    </dgm:pt>
    <dgm:pt modelId="{5E147180-3107-48BA-808E-7EC6C002A171}" type="sibTrans" cxnId="{CD4D6856-3577-4D46-AF72-EFE4812166BF}">
      <dgm:prSet/>
      <dgm:spPr/>
      <dgm:t>
        <a:bodyPr/>
        <a:lstStyle/>
        <a:p>
          <a:endParaRPr lang="en-US"/>
        </a:p>
      </dgm:t>
    </dgm:pt>
    <dgm:pt modelId="{3C16C128-E8C5-49DE-9119-C3EC6F77BC0B}">
      <dgm:prSet/>
      <dgm:spPr/>
      <dgm:t>
        <a:bodyPr/>
        <a:lstStyle/>
        <a:p>
          <a:pPr>
            <a:lnSpc>
              <a:spcPct val="100000"/>
            </a:lnSpc>
            <a:defRPr cap="all"/>
          </a:pPr>
          <a:r>
            <a:rPr lang="en-US">
              <a:latin typeface="Aptos"/>
            </a:rPr>
            <a:t>Motto - "Learning Smarter, Growing Stronger"</a:t>
          </a:r>
        </a:p>
      </dgm:t>
    </dgm:pt>
    <dgm:pt modelId="{91F8026B-A392-4145-A9A3-D7D15CD5759B}" type="parTrans" cxnId="{09F2AA93-938F-4E58-9858-EA37E734E7F9}">
      <dgm:prSet/>
      <dgm:spPr/>
      <dgm:t>
        <a:bodyPr/>
        <a:lstStyle/>
        <a:p>
          <a:endParaRPr lang="en-US"/>
        </a:p>
      </dgm:t>
    </dgm:pt>
    <dgm:pt modelId="{1805E285-F02F-4683-BCF3-642D86CCDDDB}" type="sibTrans" cxnId="{09F2AA93-938F-4E58-9858-EA37E734E7F9}">
      <dgm:prSet/>
      <dgm:spPr/>
      <dgm:t>
        <a:bodyPr/>
        <a:lstStyle/>
        <a:p>
          <a:endParaRPr lang="en-US"/>
        </a:p>
      </dgm:t>
    </dgm:pt>
    <dgm:pt modelId="{A4E9DED4-85A3-49BA-B98B-EDD281E95104}">
      <dgm:prSet/>
      <dgm:spPr/>
      <dgm:t>
        <a:bodyPr/>
        <a:lstStyle/>
        <a:p>
          <a:pPr>
            <a:lnSpc>
              <a:spcPct val="100000"/>
            </a:lnSpc>
            <a:defRPr cap="all"/>
          </a:pPr>
          <a:r>
            <a:rPr lang="en-US">
              <a:latin typeface="Aptos"/>
            </a:rPr>
            <a:t>Mascot </a:t>
          </a:r>
          <a:r>
            <a:rPr lang="en-US">
              <a:latin typeface="Aptos Display" panose="020F0302020204030204"/>
            </a:rPr>
            <a:t>-</a:t>
          </a:r>
          <a:endParaRPr lang="en-US"/>
        </a:p>
      </dgm:t>
    </dgm:pt>
    <dgm:pt modelId="{F41FB30A-664D-4404-AC16-1382F309F6B4}" type="parTrans" cxnId="{36457484-69A8-4431-9BE0-871C3197D691}">
      <dgm:prSet/>
      <dgm:spPr/>
      <dgm:t>
        <a:bodyPr/>
        <a:lstStyle/>
        <a:p>
          <a:endParaRPr lang="en-US"/>
        </a:p>
      </dgm:t>
    </dgm:pt>
    <dgm:pt modelId="{2C1A83D5-D0F3-4F0A-B708-F2F140DBDF69}" type="sibTrans" cxnId="{36457484-69A8-4431-9BE0-871C3197D691}">
      <dgm:prSet/>
      <dgm:spPr/>
      <dgm:t>
        <a:bodyPr/>
        <a:lstStyle/>
        <a:p>
          <a:endParaRPr lang="en-US"/>
        </a:p>
      </dgm:t>
    </dgm:pt>
    <dgm:pt modelId="{FED563F0-13F2-4560-BBDC-8F8051D0F2F5}" type="pres">
      <dgm:prSet presAssocID="{AA8DBB32-BAAF-45EA-8C58-BAE5AABF1905}" presName="root" presStyleCnt="0">
        <dgm:presLayoutVars>
          <dgm:dir/>
          <dgm:resizeHandles val="exact"/>
        </dgm:presLayoutVars>
      </dgm:prSet>
      <dgm:spPr/>
    </dgm:pt>
    <dgm:pt modelId="{22238F5F-463C-43D4-B1E0-A0163E1BD0CB}" type="pres">
      <dgm:prSet presAssocID="{351503CC-D570-492E-8880-0516AFFA0943}" presName="compNode" presStyleCnt="0"/>
      <dgm:spPr/>
    </dgm:pt>
    <dgm:pt modelId="{0E5BE791-CEC7-4078-81A1-B4D601D98430}" type="pres">
      <dgm:prSet presAssocID="{351503CC-D570-492E-8880-0516AFFA0943}" presName="iconBgRect" presStyleLbl="bgShp" presStyleIdx="0" presStyleCnt="3"/>
      <dgm:spPr/>
    </dgm:pt>
    <dgm:pt modelId="{7039BC14-3C03-4E93-A2FF-D5F63DD520A9}" type="pres">
      <dgm:prSet presAssocID="{351503CC-D570-492E-8880-0516AFFA0943}"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s with solid fill"/>
        </a:ext>
      </dgm:extLst>
    </dgm:pt>
    <dgm:pt modelId="{15A42034-7F6D-469B-A162-C156597E80D2}" type="pres">
      <dgm:prSet presAssocID="{351503CC-D570-492E-8880-0516AFFA0943}" presName="spaceRect" presStyleCnt="0"/>
      <dgm:spPr/>
    </dgm:pt>
    <dgm:pt modelId="{C0481AC3-866A-47A2-B0E3-7E5B5DD4EC0A}" type="pres">
      <dgm:prSet presAssocID="{351503CC-D570-492E-8880-0516AFFA0943}" presName="textRect" presStyleLbl="revTx" presStyleIdx="0" presStyleCnt="3">
        <dgm:presLayoutVars>
          <dgm:chMax val="1"/>
          <dgm:chPref val="1"/>
        </dgm:presLayoutVars>
      </dgm:prSet>
      <dgm:spPr/>
    </dgm:pt>
    <dgm:pt modelId="{C6301F32-7843-46B1-AFA5-AF86858CE359}" type="pres">
      <dgm:prSet presAssocID="{5E147180-3107-48BA-808E-7EC6C002A171}" presName="sibTrans" presStyleCnt="0"/>
      <dgm:spPr/>
    </dgm:pt>
    <dgm:pt modelId="{6FE66AC2-DE3A-41CE-B1D0-FCC07302E71A}" type="pres">
      <dgm:prSet presAssocID="{3C16C128-E8C5-49DE-9119-C3EC6F77BC0B}" presName="compNode" presStyleCnt="0"/>
      <dgm:spPr/>
    </dgm:pt>
    <dgm:pt modelId="{6B724880-C66C-4C66-AD36-4796332E6C16}" type="pres">
      <dgm:prSet presAssocID="{3C16C128-E8C5-49DE-9119-C3EC6F77BC0B}" presName="iconBgRect" presStyleLbl="bgShp" presStyleIdx="1" presStyleCnt="3"/>
      <dgm:spPr/>
    </dgm:pt>
    <dgm:pt modelId="{3B6111F0-3D76-49A4-B6DF-BE2B6A270A07}" type="pres">
      <dgm:prSet presAssocID="{3C16C128-E8C5-49DE-9119-C3EC6F77BC0B}"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hought bubble with solid fill"/>
        </a:ext>
      </dgm:extLst>
    </dgm:pt>
    <dgm:pt modelId="{2D1C1A45-05BE-44E0-A611-978FDC9A78B0}" type="pres">
      <dgm:prSet presAssocID="{3C16C128-E8C5-49DE-9119-C3EC6F77BC0B}" presName="spaceRect" presStyleCnt="0"/>
      <dgm:spPr/>
    </dgm:pt>
    <dgm:pt modelId="{AC75F01B-3DF4-4D67-9902-4EFB6C87A004}" type="pres">
      <dgm:prSet presAssocID="{3C16C128-E8C5-49DE-9119-C3EC6F77BC0B}" presName="textRect" presStyleLbl="revTx" presStyleIdx="1" presStyleCnt="3">
        <dgm:presLayoutVars>
          <dgm:chMax val="1"/>
          <dgm:chPref val="1"/>
        </dgm:presLayoutVars>
      </dgm:prSet>
      <dgm:spPr/>
    </dgm:pt>
    <dgm:pt modelId="{E3912439-E8D5-4545-9010-5EBC4F9E7542}" type="pres">
      <dgm:prSet presAssocID="{1805E285-F02F-4683-BCF3-642D86CCDDDB}" presName="sibTrans" presStyleCnt="0"/>
      <dgm:spPr/>
    </dgm:pt>
    <dgm:pt modelId="{7C85D92B-0CA8-4FE8-986B-4E26D586016B}" type="pres">
      <dgm:prSet presAssocID="{A4E9DED4-85A3-49BA-B98B-EDD281E95104}" presName="compNode" presStyleCnt="0"/>
      <dgm:spPr/>
    </dgm:pt>
    <dgm:pt modelId="{76686A26-4466-4CE8-B962-B3DE84287C28}" type="pres">
      <dgm:prSet presAssocID="{A4E9DED4-85A3-49BA-B98B-EDD281E95104}" presName="iconBgRect" presStyleLbl="bgShp" presStyleIdx="2" presStyleCnt="3"/>
      <dgm:spPr/>
    </dgm:pt>
    <dgm:pt modelId="{081467D8-D694-4975-83EF-ED780A7EBDAB}" type="pres">
      <dgm:prSet presAssocID="{A4E9DED4-85A3-49BA-B98B-EDD281E95104}"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seball hat with solid fill"/>
        </a:ext>
      </dgm:extLst>
    </dgm:pt>
    <dgm:pt modelId="{8CFA8A88-4191-41F5-88AD-4D9F520EF87E}" type="pres">
      <dgm:prSet presAssocID="{A4E9DED4-85A3-49BA-B98B-EDD281E95104}" presName="spaceRect" presStyleCnt="0"/>
      <dgm:spPr/>
    </dgm:pt>
    <dgm:pt modelId="{F4F8A31C-8349-4F68-9EA1-B7DB5241218A}" type="pres">
      <dgm:prSet presAssocID="{A4E9DED4-85A3-49BA-B98B-EDD281E95104}" presName="textRect" presStyleLbl="revTx" presStyleIdx="2" presStyleCnt="3">
        <dgm:presLayoutVars>
          <dgm:chMax val="1"/>
          <dgm:chPref val="1"/>
        </dgm:presLayoutVars>
      </dgm:prSet>
      <dgm:spPr/>
    </dgm:pt>
  </dgm:ptLst>
  <dgm:cxnLst>
    <dgm:cxn modelId="{B2B8CA74-FC6D-4F7E-9F13-0EAD07EC7965}" type="presOf" srcId="{3C16C128-E8C5-49DE-9119-C3EC6F77BC0B}" destId="{AC75F01B-3DF4-4D67-9902-4EFB6C87A004}" srcOrd="0" destOrd="0" presId="urn:microsoft.com/office/officeart/2018/5/layout/IconCircleLabelList"/>
    <dgm:cxn modelId="{CD4D6856-3577-4D46-AF72-EFE4812166BF}" srcId="{AA8DBB32-BAAF-45EA-8C58-BAE5AABF1905}" destId="{351503CC-D570-492E-8880-0516AFFA0943}" srcOrd="0" destOrd="0" parTransId="{DE7AE573-9128-47C2-B4CB-1F37E7FF976D}" sibTransId="{5E147180-3107-48BA-808E-7EC6C002A171}"/>
    <dgm:cxn modelId="{BCCD5876-6632-4CD8-9C01-9CDB21031AC6}" type="presOf" srcId="{351503CC-D570-492E-8880-0516AFFA0943}" destId="{C0481AC3-866A-47A2-B0E3-7E5B5DD4EC0A}" srcOrd="0" destOrd="0" presId="urn:microsoft.com/office/officeart/2018/5/layout/IconCircleLabelList"/>
    <dgm:cxn modelId="{990FD176-CD65-486A-B245-C7E30DABD667}" type="presOf" srcId="{AA8DBB32-BAAF-45EA-8C58-BAE5AABF1905}" destId="{FED563F0-13F2-4560-BBDC-8F8051D0F2F5}" srcOrd="0" destOrd="0" presId="urn:microsoft.com/office/officeart/2018/5/layout/IconCircleLabelList"/>
    <dgm:cxn modelId="{36457484-69A8-4431-9BE0-871C3197D691}" srcId="{AA8DBB32-BAAF-45EA-8C58-BAE5AABF1905}" destId="{A4E9DED4-85A3-49BA-B98B-EDD281E95104}" srcOrd="2" destOrd="0" parTransId="{F41FB30A-664D-4404-AC16-1382F309F6B4}" sibTransId="{2C1A83D5-D0F3-4F0A-B708-F2F140DBDF69}"/>
    <dgm:cxn modelId="{09F2AA93-938F-4E58-9858-EA37E734E7F9}" srcId="{AA8DBB32-BAAF-45EA-8C58-BAE5AABF1905}" destId="{3C16C128-E8C5-49DE-9119-C3EC6F77BC0B}" srcOrd="1" destOrd="0" parTransId="{91F8026B-A392-4145-A9A3-D7D15CD5759B}" sibTransId="{1805E285-F02F-4683-BCF3-642D86CCDDDB}"/>
    <dgm:cxn modelId="{2EE39CDD-05C4-462C-AFDB-3B9632653580}" type="presOf" srcId="{A4E9DED4-85A3-49BA-B98B-EDD281E95104}" destId="{F4F8A31C-8349-4F68-9EA1-B7DB5241218A}" srcOrd="0" destOrd="0" presId="urn:microsoft.com/office/officeart/2018/5/layout/IconCircleLabelList"/>
    <dgm:cxn modelId="{F91D6457-8F1B-4C57-B082-3BBE91165E36}" type="presParOf" srcId="{FED563F0-13F2-4560-BBDC-8F8051D0F2F5}" destId="{22238F5F-463C-43D4-B1E0-A0163E1BD0CB}" srcOrd="0" destOrd="0" presId="urn:microsoft.com/office/officeart/2018/5/layout/IconCircleLabelList"/>
    <dgm:cxn modelId="{3848E01B-4504-466B-BC0C-C42344F25B99}" type="presParOf" srcId="{22238F5F-463C-43D4-B1E0-A0163E1BD0CB}" destId="{0E5BE791-CEC7-4078-81A1-B4D601D98430}" srcOrd="0" destOrd="0" presId="urn:microsoft.com/office/officeart/2018/5/layout/IconCircleLabelList"/>
    <dgm:cxn modelId="{1664537E-3AE2-4A1A-A8C3-2439D7167C69}" type="presParOf" srcId="{22238F5F-463C-43D4-B1E0-A0163E1BD0CB}" destId="{7039BC14-3C03-4E93-A2FF-D5F63DD520A9}" srcOrd="1" destOrd="0" presId="urn:microsoft.com/office/officeart/2018/5/layout/IconCircleLabelList"/>
    <dgm:cxn modelId="{BF511145-C500-47CD-9F43-355292841A67}" type="presParOf" srcId="{22238F5F-463C-43D4-B1E0-A0163E1BD0CB}" destId="{15A42034-7F6D-469B-A162-C156597E80D2}" srcOrd="2" destOrd="0" presId="urn:microsoft.com/office/officeart/2018/5/layout/IconCircleLabelList"/>
    <dgm:cxn modelId="{61C8C0C4-CC3B-41B2-BFA5-276736D510AB}" type="presParOf" srcId="{22238F5F-463C-43D4-B1E0-A0163E1BD0CB}" destId="{C0481AC3-866A-47A2-B0E3-7E5B5DD4EC0A}" srcOrd="3" destOrd="0" presId="urn:microsoft.com/office/officeart/2018/5/layout/IconCircleLabelList"/>
    <dgm:cxn modelId="{8B0F5197-C3C8-4F25-92DA-AB53CB2206A5}" type="presParOf" srcId="{FED563F0-13F2-4560-BBDC-8F8051D0F2F5}" destId="{C6301F32-7843-46B1-AFA5-AF86858CE359}" srcOrd="1" destOrd="0" presId="urn:microsoft.com/office/officeart/2018/5/layout/IconCircleLabelList"/>
    <dgm:cxn modelId="{552C6921-EB3E-4912-A64B-0130C2FC91D9}" type="presParOf" srcId="{FED563F0-13F2-4560-BBDC-8F8051D0F2F5}" destId="{6FE66AC2-DE3A-41CE-B1D0-FCC07302E71A}" srcOrd="2" destOrd="0" presId="urn:microsoft.com/office/officeart/2018/5/layout/IconCircleLabelList"/>
    <dgm:cxn modelId="{D6749FA2-DED8-45AA-85C9-7B0D58EBA82D}" type="presParOf" srcId="{6FE66AC2-DE3A-41CE-B1D0-FCC07302E71A}" destId="{6B724880-C66C-4C66-AD36-4796332E6C16}" srcOrd="0" destOrd="0" presId="urn:microsoft.com/office/officeart/2018/5/layout/IconCircleLabelList"/>
    <dgm:cxn modelId="{9A7DE84A-7B4D-44D1-B040-2AF9DBC85BB0}" type="presParOf" srcId="{6FE66AC2-DE3A-41CE-B1D0-FCC07302E71A}" destId="{3B6111F0-3D76-49A4-B6DF-BE2B6A270A07}" srcOrd="1" destOrd="0" presId="urn:microsoft.com/office/officeart/2018/5/layout/IconCircleLabelList"/>
    <dgm:cxn modelId="{DF09CAF9-1215-4008-99E3-74D1AFE25095}" type="presParOf" srcId="{6FE66AC2-DE3A-41CE-B1D0-FCC07302E71A}" destId="{2D1C1A45-05BE-44E0-A611-978FDC9A78B0}" srcOrd="2" destOrd="0" presId="urn:microsoft.com/office/officeart/2018/5/layout/IconCircleLabelList"/>
    <dgm:cxn modelId="{6F3EBFF7-BEE3-480F-89BF-56FAF364091D}" type="presParOf" srcId="{6FE66AC2-DE3A-41CE-B1D0-FCC07302E71A}" destId="{AC75F01B-3DF4-4D67-9902-4EFB6C87A004}" srcOrd="3" destOrd="0" presId="urn:microsoft.com/office/officeart/2018/5/layout/IconCircleLabelList"/>
    <dgm:cxn modelId="{C793B1B8-FE99-469E-8397-B53073032A7E}" type="presParOf" srcId="{FED563F0-13F2-4560-BBDC-8F8051D0F2F5}" destId="{E3912439-E8D5-4545-9010-5EBC4F9E7542}" srcOrd="3" destOrd="0" presId="urn:microsoft.com/office/officeart/2018/5/layout/IconCircleLabelList"/>
    <dgm:cxn modelId="{AA3982A9-E405-4106-9407-BCA96A46599E}" type="presParOf" srcId="{FED563F0-13F2-4560-BBDC-8F8051D0F2F5}" destId="{7C85D92B-0CA8-4FE8-986B-4E26D586016B}" srcOrd="4" destOrd="0" presId="urn:microsoft.com/office/officeart/2018/5/layout/IconCircleLabelList"/>
    <dgm:cxn modelId="{401493BE-FC2B-4028-9856-163D564018CD}" type="presParOf" srcId="{7C85D92B-0CA8-4FE8-986B-4E26D586016B}" destId="{76686A26-4466-4CE8-B962-B3DE84287C28}" srcOrd="0" destOrd="0" presId="urn:microsoft.com/office/officeart/2018/5/layout/IconCircleLabelList"/>
    <dgm:cxn modelId="{57AD210F-8FBD-4AEA-A770-55A95BE71577}" type="presParOf" srcId="{7C85D92B-0CA8-4FE8-986B-4E26D586016B}" destId="{081467D8-D694-4975-83EF-ED780A7EBDAB}" srcOrd="1" destOrd="0" presId="urn:microsoft.com/office/officeart/2018/5/layout/IconCircleLabelList"/>
    <dgm:cxn modelId="{F9E9F5C4-FE75-4453-AA53-9783B56E254B}" type="presParOf" srcId="{7C85D92B-0CA8-4FE8-986B-4E26D586016B}" destId="{8CFA8A88-4191-41F5-88AD-4D9F520EF87E}" srcOrd="2" destOrd="0" presId="urn:microsoft.com/office/officeart/2018/5/layout/IconCircleLabelList"/>
    <dgm:cxn modelId="{E6A4A4FC-339F-400F-B3F5-567085949BD2}" type="presParOf" srcId="{7C85D92B-0CA8-4FE8-986B-4E26D586016B}" destId="{F4F8A31C-8349-4F68-9EA1-B7DB5241218A}"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5BE791-CEC7-4078-81A1-B4D601D98430}">
      <dsp:nvSpPr>
        <dsp:cNvPr id="0" name=""/>
        <dsp:cNvSpPr/>
      </dsp:nvSpPr>
      <dsp:spPr>
        <a:xfrm>
          <a:off x="339377" y="689600"/>
          <a:ext cx="1058326" cy="105832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39BC14-3C03-4E93-A2FF-D5F63DD520A9}">
      <dsp:nvSpPr>
        <dsp:cNvPr id="0" name=""/>
        <dsp:cNvSpPr/>
      </dsp:nvSpPr>
      <dsp:spPr>
        <a:xfrm>
          <a:off x="564922" y="915145"/>
          <a:ext cx="607236" cy="60723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481AC3-866A-47A2-B0E3-7E5B5DD4EC0A}">
      <dsp:nvSpPr>
        <dsp:cNvPr id="0" name=""/>
        <dsp:cNvSpPr/>
      </dsp:nvSpPr>
      <dsp:spPr>
        <a:xfrm>
          <a:off x="1059" y="2077569"/>
          <a:ext cx="1734960" cy="6939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kern="1200">
              <a:latin typeface="Aptos"/>
            </a:rPr>
            <a:t>Team Name – Fitness Scholars</a:t>
          </a:r>
        </a:p>
      </dsp:txBody>
      <dsp:txXfrm>
        <a:off x="1059" y="2077569"/>
        <a:ext cx="1734960" cy="693984"/>
      </dsp:txXfrm>
    </dsp:sp>
    <dsp:sp modelId="{6B724880-C66C-4C66-AD36-4796332E6C16}">
      <dsp:nvSpPr>
        <dsp:cNvPr id="0" name=""/>
        <dsp:cNvSpPr/>
      </dsp:nvSpPr>
      <dsp:spPr>
        <a:xfrm>
          <a:off x="2377956" y="689600"/>
          <a:ext cx="1058326" cy="105832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6111F0-3D76-49A4-B6DF-BE2B6A270A07}">
      <dsp:nvSpPr>
        <dsp:cNvPr id="0" name=""/>
        <dsp:cNvSpPr/>
      </dsp:nvSpPr>
      <dsp:spPr>
        <a:xfrm>
          <a:off x="2603501" y="915145"/>
          <a:ext cx="607236" cy="60723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75F01B-3DF4-4D67-9902-4EFB6C87A004}">
      <dsp:nvSpPr>
        <dsp:cNvPr id="0" name=""/>
        <dsp:cNvSpPr/>
      </dsp:nvSpPr>
      <dsp:spPr>
        <a:xfrm>
          <a:off x="2039639" y="2077569"/>
          <a:ext cx="1734960" cy="6939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kern="1200">
              <a:latin typeface="Aptos"/>
            </a:rPr>
            <a:t>Motto - "Learning Smarter, Growing Stronger"</a:t>
          </a:r>
        </a:p>
      </dsp:txBody>
      <dsp:txXfrm>
        <a:off x="2039639" y="2077569"/>
        <a:ext cx="1734960" cy="693984"/>
      </dsp:txXfrm>
    </dsp:sp>
    <dsp:sp modelId="{76686A26-4466-4CE8-B962-B3DE84287C28}">
      <dsp:nvSpPr>
        <dsp:cNvPr id="0" name=""/>
        <dsp:cNvSpPr/>
      </dsp:nvSpPr>
      <dsp:spPr>
        <a:xfrm>
          <a:off x="4416535" y="689600"/>
          <a:ext cx="1058326" cy="105832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1467D8-D694-4975-83EF-ED780A7EBDAB}">
      <dsp:nvSpPr>
        <dsp:cNvPr id="0" name=""/>
        <dsp:cNvSpPr/>
      </dsp:nvSpPr>
      <dsp:spPr>
        <a:xfrm>
          <a:off x="4642080" y="915145"/>
          <a:ext cx="607236" cy="60723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F8A31C-8349-4F68-9EA1-B7DB5241218A}">
      <dsp:nvSpPr>
        <dsp:cNvPr id="0" name=""/>
        <dsp:cNvSpPr/>
      </dsp:nvSpPr>
      <dsp:spPr>
        <a:xfrm>
          <a:off x="4078218" y="2077569"/>
          <a:ext cx="1734960" cy="6939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kern="1200">
              <a:latin typeface="Aptos"/>
            </a:rPr>
            <a:t>Mascot </a:t>
          </a:r>
          <a:r>
            <a:rPr lang="en-US" sz="1400" kern="1200">
              <a:latin typeface="Aptos Display" panose="020F0302020204030204"/>
            </a:rPr>
            <a:t>-</a:t>
          </a:r>
          <a:endParaRPr lang="en-US" sz="1400" kern="1200"/>
        </a:p>
      </dsp:txBody>
      <dsp:txXfrm>
        <a:off x="4078218" y="2077569"/>
        <a:ext cx="1734960" cy="693984"/>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282" name="Group 281">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283"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84" name="Oval 283">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85"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87" name="Rectangle 286">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524000" y="2776538"/>
            <a:ext cx="9144000" cy="1381188"/>
          </a:xfrm>
        </p:spPr>
        <p:txBody>
          <a:bodyPr anchor="ctr">
            <a:normAutofit/>
          </a:bodyPr>
          <a:lstStyle/>
          <a:p>
            <a:r>
              <a:rPr lang="en-US" sz="4400">
                <a:solidFill>
                  <a:schemeClr val="bg2"/>
                </a:solidFill>
                <a:latin typeface="Georgia Pro Cond Black"/>
              </a:rPr>
              <a:t>Fitness Scholars</a:t>
            </a:r>
          </a:p>
        </p:txBody>
      </p:sp>
      <p:sp>
        <p:nvSpPr>
          <p:cNvPr id="3" name="Subtitle 2"/>
          <p:cNvSpPr>
            <a:spLocks noGrp="1"/>
          </p:cNvSpPr>
          <p:nvPr>
            <p:ph type="subTitle" idx="1"/>
          </p:nvPr>
        </p:nvSpPr>
        <p:spPr>
          <a:xfrm>
            <a:off x="1524000" y="4495800"/>
            <a:ext cx="9144000" cy="762000"/>
          </a:xfrm>
        </p:spPr>
        <p:txBody>
          <a:bodyPr vert="horz" lIns="91440" tIns="45720" rIns="91440" bIns="45720" rtlCol="0">
            <a:normAutofit/>
          </a:bodyPr>
          <a:lstStyle/>
          <a:p>
            <a:r>
              <a:rPr lang="en-US" sz="1800"/>
              <a:t>Team members: Charan Saragadam, Trinity Valera, Salim Aldakheel, Ken Kurian, Rohan Maisuria, Edsson Zapata</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E50F32-808B-2E1C-C69E-EC3C33496D63}"/>
            </a:ext>
          </a:extLst>
        </p:cNvPr>
        <p:cNvGrpSpPr/>
        <p:nvPr/>
      </p:nvGrpSpPr>
      <p:grpSpPr>
        <a:xfrm>
          <a:off x="0" y="0"/>
          <a:ext cx="0" cy="0"/>
          <a:chOff x="0" y="0"/>
          <a:chExt cx="0" cy="0"/>
        </a:xfrm>
      </p:grpSpPr>
      <p:sp useBgFill="1">
        <p:nvSpPr>
          <p:cNvPr id="231" name="Rectangle 230">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FD7062-2EF7-E411-5B21-ECE5D9BF1A19}"/>
              </a:ext>
            </a:extLst>
          </p:cNvPr>
          <p:cNvSpPr>
            <a:spLocks noGrp="1"/>
          </p:cNvSpPr>
          <p:nvPr>
            <p:ph type="title"/>
          </p:nvPr>
        </p:nvSpPr>
        <p:spPr>
          <a:xfrm>
            <a:off x="270012" y="394570"/>
            <a:ext cx="7275609" cy="1181089"/>
          </a:xfrm>
        </p:spPr>
        <p:txBody>
          <a:bodyPr anchor="b">
            <a:normAutofit fontScale="90000"/>
          </a:bodyPr>
          <a:lstStyle/>
          <a:p>
            <a:r>
              <a:rPr lang="en-US" sz="4000">
                <a:latin typeface="Georgia Pro Cond Black"/>
              </a:rPr>
              <a:t>Team name, Motto, and Mascot</a:t>
            </a:r>
          </a:p>
        </p:txBody>
      </p:sp>
      <p:pic>
        <p:nvPicPr>
          <p:cNvPr id="23" name="Picture 22" descr="Oval Callout 5, Textbox">
            <a:extLst>
              <a:ext uri="{FF2B5EF4-FFF2-40B4-BE49-F238E27FC236}">
                <a16:creationId xmlns:a16="http://schemas.microsoft.com/office/drawing/2014/main" id="{8370D633-72E9-ED3D-3A0D-F2C348BEEC57}"/>
              </a:ext>
            </a:extLst>
          </p:cNvPr>
          <p:cNvPicPr>
            <a:picLocks noChangeAspect="1"/>
          </p:cNvPicPr>
          <p:nvPr/>
        </p:nvPicPr>
        <p:blipFill>
          <a:blip r:embed="rId2"/>
          <a:stretch>
            <a:fillRect/>
          </a:stretch>
        </p:blipFill>
        <p:spPr>
          <a:xfrm>
            <a:off x="9142097" y="2226391"/>
            <a:ext cx="1806220" cy="1100771"/>
          </a:xfrm>
          <a:prstGeom prst="rect">
            <a:avLst/>
          </a:prstGeom>
        </p:spPr>
      </p:pic>
      <p:pic>
        <p:nvPicPr>
          <p:cNvPr id="6" name="Picture 5" descr="Cartoon of a brain lifting weights&#10;&#10;AI-generated content may be incorrect.">
            <a:extLst>
              <a:ext uri="{FF2B5EF4-FFF2-40B4-BE49-F238E27FC236}">
                <a16:creationId xmlns:a16="http://schemas.microsoft.com/office/drawing/2014/main" id="{CB3FAF0A-1786-85E3-0EB5-54693BA80AB9}"/>
              </a:ext>
            </a:extLst>
          </p:cNvPr>
          <p:cNvPicPr>
            <a:picLocks noChangeAspect="1"/>
          </p:cNvPicPr>
          <p:nvPr/>
        </p:nvPicPr>
        <p:blipFill>
          <a:blip r:embed="rId3"/>
          <a:stretch>
            <a:fillRect/>
          </a:stretch>
        </p:blipFill>
        <p:spPr>
          <a:xfrm>
            <a:off x="7942351" y="3151707"/>
            <a:ext cx="3360693" cy="2243263"/>
          </a:xfrm>
          <a:prstGeom prst="rect">
            <a:avLst/>
          </a:prstGeom>
        </p:spPr>
      </p:pic>
      <p:sp>
        <p:nvSpPr>
          <p:cNvPr id="232" name="Rectangle 231">
            <a:extLst>
              <a:ext uri="{FF2B5EF4-FFF2-40B4-BE49-F238E27FC236}">
                <a16:creationId xmlns:a16="http://schemas.microsoft.com/office/drawing/2014/main" id="{5A65989E-BBD5-44D7-AA86-7AFD5D46B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66000">
                <a:srgbClr val="000000"/>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231A2881-D8D7-4A7D-ACA3-E9F849F85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0800"/>
            <a:ext cx="8153398" cy="456772"/>
          </a:xfrm>
          <a:prstGeom prst="rect">
            <a:avLst/>
          </a:prstGeom>
          <a:gradFill>
            <a:gsLst>
              <a:gs pos="0">
                <a:srgbClr val="000000">
                  <a:alpha val="63000"/>
                </a:srgbClr>
              </a:gs>
              <a:gs pos="100000">
                <a:schemeClr val="accent1">
                  <a:lumMod val="7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Content Placeholder 2">
            <a:extLst>
              <a:ext uri="{FF2B5EF4-FFF2-40B4-BE49-F238E27FC236}">
                <a16:creationId xmlns:a16="http://schemas.microsoft.com/office/drawing/2014/main" id="{E508498F-0319-0FB9-3BA8-4941EF7F08BB}"/>
              </a:ext>
            </a:extLst>
          </p:cNvPr>
          <p:cNvGraphicFramePr>
            <a:graphicFrameLocks noGrp="1"/>
          </p:cNvGraphicFramePr>
          <p:nvPr>
            <p:ph idx="1"/>
            <p:extLst>
              <p:ext uri="{D42A27DB-BD31-4B8C-83A1-F6EECF244321}">
                <p14:modId xmlns:p14="http://schemas.microsoft.com/office/powerpoint/2010/main" val="3359741044"/>
              </p:ext>
            </p:extLst>
          </p:nvPr>
        </p:nvGraphicFramePr>
        <p:xfrm>
          <a:off x="802369" y="2047392"/>
          <a:ext cx="5814239" cy="34611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96363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70AE13-FD2D-9AB8-ACF1-A51AC126A283}"/>
              </a:ext>
            </a:extLst>
          </p:cNvPr>
          <p:cNvSpPr>
            <a:spLocks noGrp="1"/>
          </p:cNvSpPr>
          <p:nvPr>
            <p:ph type="title"/>
          </p:nvPr>
        </p:nvSpPr>
        <p:spPr>
          <a:xfrm>
            <a:off x="836679" y="1412830"/>
            <a:ext cx="6002110" cy="1495425"/>
          </a:xfrm>
        </p:spPr>
        <p:txBody>
          <a:bodyPr>
            <a:normAutofit/>
          </a:bodyPr>
          <a:lstStyle/>
          <a:p>
            <a:pPr algn="ctr"/>
            <a:r>
              <a:rPr lang="en-US" sz="4000">
                <a:latin typeface="Georgia Pro Cond Black"/>
              </a:rPr>
              <a:t>Our Vision</a:t>
            </a:r>
            <a:endParaRPr lang="en-US"/>
          </a:p>
        </p:txBody>
      </p:sp>
      <p:sp>
        <p:nvSpPr>
          <p:cNvPr id="3" name="Content Placeholder 2">
            <a:extLst>
              <a:ext uri="{FF2B5EF4-FFF2-40B4-BE49-F238E27FC236}">
                <a16:creationId xmlns:a16="http://schemas.microsoft.com/office/drawing/2014/main" id="{6694F193-3355-3479-1A00-DF8A3AFEAC98}"/>
              </a:ext>
            </a:extLst>
          </p:cNvPr>
          <p:cNvSpPr>
            <a:spLocks noGrp="1"/>
          </p:cNvSpPr>
          <p:nvPr>
            <p:ph idx="1"/>
          </p:nvPr>
        </p:nvSpPr>
        <p:spPr>
          <a:xfrm>
            <a:off x="836680" y="3135752"/>
            <a:ext cx="6002110" cy="2372048"/>
          </a:xfrm>
        </p:spPr>
        <p:txBody>
          <a:bodyPr vert="horz" lIns="91440" tIns="45720" rIns="91440" bIns="45720" rtlCol="0" anchor="t">
            <a:normAutofit/>
          </a:bodyPr>
          <a:lstStyle/>
          <a:p>
            <a:pPr marL="0" indent="0" algn="ctr">
              <a:buNone/>
            </a:pPr>
            <a:r>
              <a:rPr lang="en-US" sz="2000">
                <a:highlight>
                  <a:srgbClr val="FFFFFF"/>
                </a:highlight>
              </a:rPr>
              <a:t>"To create a future where technology is leveraged to achieve fitness goals efficiently, promoting healthier habits that will enable every scholar to achieve both physical and mental well-being without compromising academic achievement."</a:t>
            </a:r>
            <a:endParaRPr lang="en-US"/>
          </a:p>
        </p:txBody>
      </p:sp>
      <p:pic>
        <p:nvPicPr>
          <p:cNvPr id="7" name="Picture 6" descr="Wearable Fitness Technology">
            <a:extLst>
              <a:ext uri="{FF2B5EF4-FFF2-40B4-BE49-F238E27FC236}">
                <a16:creationId xmlns:a16="http://schemas.microsoft.com/office/drawing/2014/main" id="{BB3E2DC2-4C99-3EF9-82B0-4F071B39105C}"/>
              </a:ext>
            </a:extLst>
          </p:cNvPr>
          <p:cNvPicPr>
            <a:picLocks noChangeAspect="1"/>
          </p:cNvPicPr>
          <p:nvPr/>
        </p:nvPicPr>
        <p:blipFill>
          <a:blip r:embed="rId2"/>
          <a:srcRect l="40318" r="18733"/>
          <a:stretch>
            <a:fillRect/>
          </a:stretch>
        </p:blipFill>
        <p:spPr>
          <a:xfrm>
            <a:off x="7199440" y="10"/>
            <a:ext cx="4992560" cy="6857990"/>
          </a:xfrm>
          <a:prstGeom prst="rect">
            <a:avLst/>
          </a:prstGeom>
          <a:effectLst/>
        </p:spPr>
      </p:pic>
    </p:spTree>
    <p:extLst>
      <p:ext uri="{BB962C8B-B14F-4D97-AF65-F5344CB8AC3E}">
        <p14:creationId xmlns:p14="http://schemas.microsoft.com/office/powerpoint/2010/main" val="1798708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9BCF80-E124-D400-E23B-FCB623161FDD}"/>
              </a:ext>
            </a:extLst>
          </p:cNvPr>
          <p:cNvSpPr>
            <a:spLocks noGrp="1"/>
          </p:cNvSpPr>
          <p:nvPr>
            <p:ph type="title"/>
          </p:nvPr>
        </p:nvSpPr>
        <p:spPr>
          <a:xfrm>
            <a:off x="5596501" y="489508"/>
            <a:ext cx="5754896" cy="1667569"/>
          </a:xfrm>
        </p:spPr>
        <p:txBody>
          <a:bodyPr anchor="b">
            <a:normAutofit/>
          </a:bodyPr>
          <a:lstStyle/>
          <a:p>
            <a:r>
              <a:rPr lang="en-US" sz="4000" b="1">
                <a:solidFill>
                  <a:srgbClr val="FFC000"/>
                </a:solidFill>
                <a:latin typeface="Georgia Pro Cond"/>
              </a:rPr>
              <a:t>The Mission/Purpose</a:t>
            </a:r>
          </a:p>
        </p:txBody>
      </p:sp>
      <p:pic>
        <p:nvPicPr>
          <p:cNvPr id="4" name="Graphic 3" descr="Map compass with solid fill">
            <a:extLst>
              <a:ext uri="{FF2B5EF4-FFF2-40B4-BE49-F238E27FC236}">
                <a16:creationId xmlns:a16="http://schemas.microsoft.com/office/drawing/2014/main" id="{B4E5FD75-EA2E-F807-0472-AAD4BC3D6D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8130" y="1275070"/>
            <a:ext cx="3876165" cy="3876165"/>
          </a:xfrm>
          <a:prstGeom prst="rect">
            <a:avLst/>
          </a:prstGeom>
        </p:spPr>
      </p:pic>
      <p:sp>
        <p:nvSpPr>
          <p:cNvPr id="3" name="Content Placeholder 2">
            <a:extLst>
              <a:ext uri="{FF2B5EF4-FFF2-40B4-BE49-F238E27FC236}">
                <a16:creationId xmlns:a16="http://schemas.microsoft.com/office/drawing/2014/main" id="{11A330F1-6600-0332-AB2F-D625FDB8A7A3}"/>
              </a:ext>
            </a:extLst>
          </p:cNvPr>
          <p:cNvSpPr>
            <a:spLocks noGrp="1"/>
          </p:cNvSpPr>
          <p:nvPr>
            <p:ph idx="1"/>
          </p:nvPr>
        </p:nvSpPr>
        <p:spPr>
          <a:xfrm>
            <a:off x="5596502" y="2405894"/>
            <a:ext cx="6068660" cy="3567258"/>
          </a:xfrm>
        </p:spPr>
        <p:txBody>
          <a:bodyPr anchor="t">
            <a:normAutofit/>
          </a:bodyPr>
          <a:lstStyle/>
          <a:p>
            <a:r>
              <a:rPr lang="en-US" sz="2000">
                <a:highlight>
                  <a:srgbClr val="FFFFFF"/>
                </a:highlight>
                <a:latin typeface="Aptos Display"/>
                <a:cs typeface="Times New Roman"/>
              </a:rPr>
              <a:t>Fitness Scholars mission is to create an AI-Based Health and Fitness app designed for a student's busy lifestyle by providing personalized workout routines, meal recommendations, and general wellness suggestions to better help students achieve their fitness goals while also achieving their academic goals. We in fitness scholars aim to build a strong team dynamic where helping one another with any difficulties is commonplace. We will strive to share and improve each other's ideas and further encourage creativity within the team.</a:t>
            </a:r>
          </a:p>
        </p:txBody>
      </p:sp>
      <p:sp>
        <p:nvSpPr>
          <p:cNvPr id="23" name="Rectangle 22">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0026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6634F7-F205-1AFB-DA82-D96CF12D7CC8}"/>
              </a:ext>
            </a:extLst>
          </p:cNvPr>
          <p:cNvSpPr>
            <a:spLocks noGrp="1"/>
          </p:cNvSpPr>
          <p:nvPr>
            <p:ph type="title"/>
          </p:nvPr>
        </p:nvSpPr>
        <p:spPr>
          <a:xfrm>
            <a:off x="6896383" y="-3551"/>
            <a:ext cx="1933691" cy="759893"/>
          </a:xfrm>
        </p:spPr>
        <p:txBody>
          <a:bodyPr anchor="b">
            <a:normAutofit/>
          </a:bodyPr>
          <a:lstStyle/>
          <a:p>
            <a:r>
              <a:rPr lang="en-US" sz="4000">
                <a:solidFill>
                  <a:srgbClr val="FF0000"/>
                </a:solidFill>
                <a:latin typeface="Georgia Pro Cond Black"/>
              </a:rPr>
              <a:t>Goals</a:t>
            </a:r>
          </a:p>
        </p:txBody>
      </p:sp>
      <p:pic>
        <p:nvPicPr>
          <p:cNvPr id="4" name="Graphic 3" descr="Bullseye with solid fill">
            <a:extLst>
              <a:ext uri="{FF2B5EF4-FFF2-40B4-BE49-F238E27FC236}">
                <a16:creationId xmlns:a16="http://schemas.microsoft.com/office/drawing/2014/main" id="{E67F3169-C7D4-4D21-5398-14570AAF2E7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4428" y="1170688"/>
            <a:ext cx="3876165" cy="3876165"/>
          </a:xfrm>
          <a:prstGeom prst="rect">
            <a:avLst/>
          </a:prstGeom>
        </p:spPr>
      </p:pic>
      <p:sp>
        <p:nvSpPr>
          <p:cNvPr id="3" name="Content Placeholder 2">
            <a:extLst>
              <a:ext uri="{FF2B5EF4-FFF2-40B4-BE49-F238E27FC236}">
                <a16:creationId xmlns:a16="http://schemas.microsoft.com/office/drawing/2014/main" id="{F1B6220D-A059-8ECD-AE6D-978FF31D2D47}"/>
              </a:ext>
            </a:extLst>
          </p:cNvPr>
          <p:cNvSpPr>
            <a:spLocks noGrp="1"/>
          </p:cNvSpPr>
          <p:nvPr>
            <p:ph idx="1"/>
          </p:nvPr>
        </p:nvSpPr>
        <p:spPr>
          <a:xfrm>
            <a:off x="3690733" y="748498"/>
            <a:ext cx="8365866" cy="1931200"/>
          </a:xfrm>
        </p:spPr>
        <p:txBody>
          <a:bodyPr vert="horz" lIns="91440" tIns="45720" rIns="91440" bIns="45720" rtlCol="0" anchor="t">
            <a:noAutofit/>
          </a:bodyPr>
          <a:lstStyle/>
          <a:p>
            <a:r>
              <a:rPr lang="en-US" sz="2000">
                <a:highlight>
                  <a:srgbClr val="FFFFFF"/>
                </a:highlight>
                <a:latin typeface="Aptos"/>
                <a:cs typeface="Times New Roman"/>
              </a:rPr>
              <a:t>Complete project milestones on time, measured by whether deadlines are met by everyone on the team over the course of the project.</a:t>
            </a:r>
          </a:p>
          <a:p>
            <a:r>
              <a:rPr lang="en-US" sz="2000">
                <a:highlight>
                  <a:srgbClr val="FFFFFF"/>
                </a:highlight>
                <a:latin typeface="Aptos"/>
                <a:cs typeface="Times New Roman"/>
              </a:rPr>
              <a:t>Maintain consistent communication between the team using chat channels such as Discord and Zoom chats. Measured by how consistent each member is participating in team collaboration chats</a:t>
            </a:r>
          </a:p>
          <a:p>
            <a:r>
              <a:rPr lang="en-US" sz="2000">
                <a:highlight>
                  <a:srgbClr val="FFFFFF"/>
                </a:highlight>
                <a:latin typeface="Aptos"/>
                <a:cs typeface="Times New Roman"/>
              </a:rPr>
              <a:t>Improve teamwork within the team by having team member check-ins and offering feedback to each member of the team to increase the team flow. This can also be measured by how many of the blockers/challenges involve poor team communication</a:t>
            </a:r>
          </a:p>
          <a:p>
            <a:r>
              <a:rPr lang="en-US" sz="2000">
                <a:highlight>
                  <a:srgbClr val="FFFFFF"/>
                </a:highlight>
                <a:latin typeface="Aptos"/>
                <a:cs typeface="Times New Roman"/>
              </a:rPr>
              <a:t>Increased creativity by encouraging new ideas and perspectives, this can be measure through the ideas that are presented in the meeting and the notes from brainstorming sessions. Each member should try and present at least one idea or solution during meetings</a:t>
            </a:r>
          </a:p>
          <a:p>
            <a:r>
              <a:rPr lang="en-US" sz="2000">
                <a:highlight>
                  <a:srgbClr val="FFFFFF"/>
                </a:highlight>
                <a:latin typeface="Aptos"/>
                <a:cs typeface="Times New Roman"/>
              </a:rPr>
              <a:t>Encourage outside perspective through feedback from peers, measured by trials and tests done when the product/demo is complete. Get 5 outside perspectives on the app from its desired demographic.</a:t>
            </a:r>
          </a:p>
          <a:p>
            <a:endParaRPr lang="en-US" sz="1400"/>
          </a:p>
        </p:txBody>
      </p:sp>
      <p:sp>
        <p:nvSpPr>
          <p:cNvPr id="23" name="Rectangle 22">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3034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5D2632-9C60-3D54-F73E-7731B3CE8539}"/>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Georgia Pro Cond Black"/>
              </a:rPr>
              <a:t>Roles</a:t>
            </a:r>
          </a:p>
        </p:txBody>
      </p:sp>
      <p:graphicFrame>
        <p:nvGraphicFramePr>
          <p:cNvPr id="5" name="Content Placeholder 4">
            <a:extLst>
              <a:ext uri="{FF2B5EF4-FFF2-40B4-BE49-F238E27FC236}">
                <a16:creationId xmlns:a16="http://schemas.microsoft.com/office/drawing/2014/main" id="{096EAD72-45EC-4D6E-9819-03B0F3F0FD02}"/>
              </a:ext>
            </a:extLst>
          </p:cNvPr>
          <p:cNvGraphicFramePr>
            <a:graphicFrameLocks noGrp="1"/>
          </p:cNvGraphicFramePr>
          <p:nvPr>
            <p:ph idx="1"/>
            <p:extLst>
              <p:ext uri="{D42A27DB-BD31-4B8C-83A1-F6EECF244321}">
                <p14:modId xmlns:p14="http://schemas.microsoft.com/office/powerpoint/2010/main" val="450725996"/>
              </p:ext>
            </p:extLst>
          </p:nvPr>
        </p:nvGraphicFramePr>
        <p:xfrm>
          <a:off x="461103" y="1562742"/>
          <a:ext cx="11271744" cy="5324099"/>
        </p:xfrm>
        <a:graphic>
          <a:graphicData uri="http://schemas.openxmlformats.org/drawingml/2006/table">
            <a:tbl>
              <a:tblPr firstRow="1" bandRow="1">
                <a:solidFill>
                  <a:schemeClr val="bg1">
                    <a:lumMod val="95000"/>
                  </a:schemeClr>
                </a:solidFill>
                <a:tableStyleId>{5C22544A-7EE6-4342-B048-85BDC9FD1C3A}</a:tableStyleId>
              </a:tblPr>
              <a:tblGrid>
                <a:gridCol w="2823953">
                  <a:extLst>
                    <a:ext uri="{9D8B030D-6E8A-4147-A177-3AD203B41FA5}">
                      <a16:colId xmlns:a16="http://schemas.microsoft.com/office/drawing/2014/main" val="2095070487"/>
                    </a:ext>
                  </a:extLst>
                </a:gridCol>
                <a:gridCol w="5405401">
                  <a:extLst>
                    <a:ext uri="{9D8B030D-6E8A-4147-A177-3AD203B41FA5}">
                      <a16:colId xmlns:a16="http://schemas.microsoft.com/office/drawing/2014/main" val="1356126325"/>
                    </a:ext>
                  </a:extLst>
                </a:gridCol>
                <a:gridCol w="3042390">
                  <a:extLst>
                    <a:ext uri="{9D8B030D-6E8A-4147-A177-3AD203B41FA5}">
                      <a16:colId xmlns:a16="http://schemas.microsoft.com/office/drawing/2014/main" val="2245154215"/>
                    </a:ext>
                  </a:extLst>
                </a:gridCol>
              </a:tblGrid>
              <a:tr h="562859">
                <a:tc>
                  <a:txBody>
                    <a:bodyPr/>
                    <a:lstStyle/>
                    <a:p>
                      <a:pPr algn="l" rtl="0" fontAlgn="base">
                        <a:lnSpc>
                          <a:spcPts val="1350"/>
                        </a:lnSpc>
                        <a:buNone/>
                      </a:pPr>
                      <a:r>
                        <a:rPr lang="en-US" sz="1500" b="1" i="0" cap="none" spc="0">
                          <a:solidFill>
                            <a:schemeClr val="tx1"/>
                          </a:solidFill>
                          <a:effectLst/>
                          <a:latin typeface="Times New Roman"/>
                        </a:rPr>
                        <a:t>Role Name </a:t>
                      </a:r>
                    </a:p>
                  </a:txBody>
                  <a:tcPr marL="60518" marR="36213" marT="17291" marB="129681" anchor="b">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gn="l" rtl="0" fontAlgn="base">
                        <a:lnSpc>
                          <a:spcPts val="1350"/>
                        </a:lnSpc>
                        <a:buNone/>
                      </a:pPr>
                      <a:r>
                        <a:rPr lang="en-US" sz="1500" b="1" i="0" cap="none" spc="0">
                          <a:solidFill>
                            <a:schemeClr val="tx1"/>
                          </a:solidFill>
                          <a:effectLst/>
                          <a:latin typeface="Times New Roman"/>
                        </a:rPr>
                        <a:t>Responsibilities </a:t>
                      </a:r>
                    </a:p>
                  </a:txBody>
                  <a:tcPr marL="60518" marR="36213" marT="17291" marB="129681" anchor="b">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gn="l" rtl="0" fontAlgn="base">
                        <a:lnSpc>
                          <a:spcPts val="1350"/>
                        </a:lnSpc>
                        <a:buNone/>
                      </a:pPr>
                      <a:r>
                        <a:rPr lang="en-US" sz="1500" b="1" i="0" cap="none" spc="0">
                          <a:solidFill>
                            <a:schemeClr val="tx1"/>
                          </a:solidFill>
                          <a:effectLst/>
                          <a:latin typeface="Times New Roman"/>
                        </a:rPr>
                        <a:t>Team Member Assigned </a:t>
                      </a:r>
                    </a:p>
                  </a:txBody>
                  <a:tcPr marL="60518" marR="36213" marT="17291" marB="129681" anchor="b">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652153508"/>
                  </a:ext>
                </a:extLst>
              </a:tr>
              <a:tr h="328335">
                <a:tc>
                  <a:txBody>
                    <a:bodyPr/>
                    <a:lstStyle/>
                    <a:p>
                      <a:pPr algn="l" rtl="0" fontAlgn="base">
                        <a:lnSpc>
                          <a:spcPts val="1350"/>
                        </a:lnSpc>
                        <a:buNone/>
                      </a:pPr>
                      <a:r>
                        <a:rPr lang="en-US" sz="1100" b="0" i="0" cap="none" spc="0">
                          <a:solidFill>
                            <a:schemeClr val="tx1"/>
                          </a:solidFill>
                          <a:effectLst/>
                          <a:latin typeface="Times New Roman"/>
                        </a:rPr>
                        <a:t>Coordinator </a:t>
                      </a:r>
                    </a:p>
                  </a:txBody>
                  <a:tcPr marL="60518" marR="36213" marT="17291" marB="129681">
                    <a:lnL w="12700" cap="flat" cmpd="sng" algn="ctr">
                      <a:solidFill>
                        <a:schemeClr val="accent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lvl="0" algn="l">
                        <a:lnSpc>
                          <a:spcPts val="1350"/>
                        </a:lnSpc>
                        <a:buNone/>
                      </a:pPr>
                      <a:r>
                        <a:rPr lang="en-US" sz="1100" b="0" i="0" u="none" strike="noStrike" cap="none" spc="0" baseline="0" noProof="0">
                          <a:solidFill>
                            <a:srgbClr val="000000"/>
                          </a:solidFill>
                          <a:effectLst/>
                          <a:latin typeface="Times New Roman"/>
                        </a:rPr>
                        <a:t>Prepares meeting agenda in advance, organizes discussion topics, task assignments, and ideas.</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rtl="0" fontAlgn="base">
                        <a:lnSpc>
                          <a:spcPts val="1350"/>
                        </a:lnSpc>
                        <a:buNone/>
                      </a:pPr>
                      <a:r>
                        <a:rPr lang="en-US" sz="1100" b="0" i="0" cap="none" spc="0">
                          <a:solidFill>
                            <a:schemeClr val="tx1"/>
                          </a:solidFill>
                          <a:effectLst/>
                          <a:latin typeface="Times New Roman"/>
                        </a:rPr>
                        <a:t>Trinity </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306231284"/>
                  </a:ext>
                </a:extLst>
              </a:tr>
              <a:tr h="469049">
                <a:tc>
                  <a:txBody>
                    <a:bodyPr/>
                    <a:lstStyle/>
                    <a:p>
                      <a:pPr algn="l" rtl="0" fontAlgn="base">
                        <a:lnSpc>
                          <a:spcPts val="1350"/>
                        </a:lnSpc>
                        <a:buNone/>
                      </a:pPr>
                      <a:r>
                        <a:rPr lang="en-US" sz="1100" b="0" i="0" cap="none" spc="0">
                          <a:solidFill>
                            <a:schemeClr val="tx1"/>
                          </a:solidFill>
                          <a:effectLst/>
                          <a:latin typeface="Times New Roman"/>
                        </a:rPr>
                        <a:t>Timekeeper/Scribe </a:t>
                      </a:r>
                    </a:p>
                  </a:txBody>
                  <a:tcPr marL="60518" marR="36213" marT="17291" marB="129681">
                    <a:lnL w="12700" cap="flat" cmpd="sng" algn="ctr">
                      <a:solidFill>
                        <a:schemeClr val="accent1"/>
                      </a:solid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lvl="0" algn="l">
                        <a:lnSpc>
                          <a:spcPts val="1350"/>
                        </a:lnSpc>
                        <a:buNone/>
                      </a:pPr>
                      <a:r>
                        <a:rPr lang="en-US" sz="1100" b="0" i="0" u="none" strike="noStrike" cap="none" spc="0" baseline="0" noProof="0">
                          <a:solidFill>
                            <a:srgbClr val="000000"/>
                          </a:solidFill>
                          <a:effectLst/>
                          <a:latin typeface="Times New Roman"/>
                        </a:rPr>
                        <a:t>Records the results of meetings and tracks the time allocated to meeting agendas, helps to ensure meetings stay on schedule.</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l" rtl="0" fontAlgn="base">
                        <a:lnSpc>
                          <a:spcPts val="1350"/>
                        </a:lnSpc>
                        <a:buNone/>
                      </a:pPr>
                      <a:r>
                        <a:rPr lang="en-US" sz="1100" b="0" i="0" cap="none" spc="0">
                          <a:solidFill>
                            <a:schemeClr val="tx1"/>
                          </a:solidFill>
                          <a:effectLst/>
                          <a:latin typeface="Times New Roman"/>
                        </a:rPr>
                        <a:t>Ken </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149688269"/>
                  </a:ext>
                </a:extLst>
              </a:tr>
              <a:tr h="469049">
                <a:tc>
                  <a:txBody>
                    <a:bodyPr/>
                    <a:lstStyle/>
                    <a:p>
                      <a:pPr algn="l" rtl="0" fontAlgn="base">
                        <a:lnSpc>
                          <a:spcPts val="1350"/>
                        </a:lnSpc>
                        <a:buNone/>
                      </a:pPr>
                      <a:r>
                        <a:rPr lang="en-US" sz="1100" b="0" i="0" cap="none" spc="0">
                          <a:solidFill>
                            <a:schemeClr val="tx1"/>
                          </a:solidFill>
                          <a:effectLst/>
                          <a:latin typeface="Times New Roman"/>
                        </a:rPr>
                        <a:t>Research Manager </a:t>
                      </a:r>
                    </a:p>
                  </a:txBody>
                  <a:tcPr marL="60518" marR="36213" marT="17291" marB="129681">
                    <a:lnL w="12700" cap="flat" cmpd="sng" algn="ctr">
                      <a:solidFill>
                        <a:schemeClr val="accent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rtl="0" fontAlgn="base">
                        <a:lnSpc>
                          <a:spcPts val="1350"/>
                        </a:lnSpc>
                        <a:buNone/>
                      </a:pPr>
                      <a:r>
                        <a:rPr lang="en-US" sz="1100" b="0" i="0" cap="none" spc="0">
                          <a:solidFill>
                            <a:schemeClr val="tx1"/>
                          </a:solidFill>
                          <a:effectLst/>
                          <a:latin typeface="Times New Roman"/>
                        </a:rPr>
                        <a:t> Conducts and keeps track of background research. Gathers information and summarizes for use in design and development decisions.</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rtl="0" fontAlgn="base">
                        <a:lnSpc>
                          <a:spcPts val="1350"/>
                        </a:lnSpc>
                        <a:buNone/>
                      </a:pPr>
                      <a:r>
                        <a:rPr lang="en-US" sz="1100" b="0" i="0" cap="none" spc="0">
                          <a:solidFill>
                            <a:schemeClr val="tx1"/>
                          </a:solidFill>
                          <a:effectLst/>
                          <a:latin typeface="Times New Roman"/>
                        </a:rPr>
                        <a:t>Salim </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990905776"/>
                  </a:ext>
                </a:extLst>
              </a:tr>
              <a:tr h="469049">
                <a:tc>
                  <a:txBody>
                    <a:bodyPr/>
                    <a:lstStyle/>
                    <a:p>
                      <a:pPr algn="l" rtl="0" fontAlgn="base">
                        <a:lnSpc>
                          <a:spcPts val="1350"/>
                        </a:lnSpc>
                        <a:buNone/>
                      </a:pPr>
                      <a:r>
                        <a:rPr lang="en-US" sz="1100" b="0" i="0" cap="none" spc="0">
                          <a:solidFill>
                            <a:schemeClr val="tx1"/>
                          </a:solidFill>
                          <a:effectLst/>
                          <a:latin typeface="Times New Roman"/>
                        </a:rPr>
                        <a:t>Design Manager </a:t>
                      </a:r>
                    </a:p>
                  </a:txBody>
                  <a:tcPr marL="60518" marR="36213" marT="17291" marB="129681">
                    <a:lnL w="12700" cap="flat" cmpd="sng" algn="ctr">
                      <a:solidFill>
                        <a:schemeClr val="accent1"/>
                      </a:solid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lvl="0" algn="l">
                        <a:lnSpc>
                          <a:spcPts val="1350"/>
                        </a:lnSpc>
                        <a:buNone/>
                      </a:pPr>
                      <a:r>
                        <a:rPr lang="en-US" sz="1100" b="0" i="0" u="none" strike="noStrike" cap="none" spc="0" baseline="0" noProof="0">
                          <a:solidFill>
                            <a:srgbClr val="000000"/>
                          </a:solidFill>
                          <a:effectLst/>
                          <a:latin typeface="Times New Roman"/>
                        </a:rPr>
                        <a:t>Keeps track of design ideas and structures to keep records of design concepts and possible revisions.</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l" rtl="0" fontAlgn="base">
                        <a:lnSpc>
                          <a:spcPts val="1350"/>
                        </a:lnSpc>
                        <a:buNone/>
                      </a:pPr>
                      <a:r>
                        <a:rPr lang="en-US" sz="1100" b="0" i="0" cap="none" spc="0">
                          <a:solidFill>
                            <a:schemeClr val="tx1"/>
                          </a:solidFill>
                          <a:effectLst/>
                          <a:latin typeface="Times New Roman"/>
                        </a:rPr>
                        <a:t>Charan </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3730211030"/>
                  </a:ext>
                </a:extLst>
              </a:tr>
              <a:tr h="328335">
                <a:tc>
                  <a:txBody>
                    <a:bodyPr/>
                    <a:lstStyle/>
                    <a:p>
                      <a:pPr algn="l" rtl="0" fontAlgn="base">
                        <a:lnSpc>
                          <a:spcPts val="1350"/>
                        </a:lnSpc>
                        <a:buNone/>
                      </a:pPr>
                      <a:r>
                        <a:rPr lang="en-US" sz="1100" b="0" i="0" cap="none" spc="0">
                          <a:solidFill>
                            <a:schemeClr val="tx1"/>
                          </a:solidFill>
                          <a:effectLst/>
                          <a:latin typeface="Times New Roman"/>
                        </a:rPr>
                        <a:t>Presentation Manager </a:t>
                      </a:r>
                    </a:p>
                  </a:txBody>
                  <a:tcPr marL="60518" marR="36213" marT="17291" marB="129681">
                    <a:lnL w="12700" cap="flat" cmpd="sng" algn="ctr">
                      <a:solidFill>
                        <a:schemeClr val="accent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lvl="0" algn="l">
                        <a:lnSpc>
                          <a:spcPts val="1350"/>
                        </a:lnSpc>
                        <a:buNone/>
                      </a:pPr>
                      <a:r>
                        <a:rPr lang="en-US" sz="1100" b="0" i="0" u="none" strike="noStrike" cap="none" spc="0" baseline="0" noProof="0">
                          <a:solidFill>
                            <a:srgbClr val="000000"/>
                          </a:solidFill>
                          <a:effectLst/>
                          <a:latin typeface="Times New Roman"/>
                        </a:rPr>
                        <a:t>Creates presentations for class and helps keep the team informed and practiced on presentations.</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rtl="0" fontAlgn="base">
                        <a:lnSpc>
                          <a:spcPts val="1350"/>
                        </a:lnSpc>
                        <a:buNone/>
                      </a:pPr>
                      <a:r>
                        <a:rPr lang="en-US" sz="1100" b="0" i="0" cap="none" spc="0">
                          <a:solidFill>
                            <a:schemeClr val="tx1"/>
                          </a:solidFill>
                          <a:effectLst/>
                          <a:latin typeface="Times New Roman"/>
                        </a:rPr>
                        <a:t>Trinity, Rohan, Ken </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798886533"/>
                  </a:ext>
                </a:extLst>
              </a:tr>
              <a:tr h="469049">
                <a:tc>
                  <a:txBody>
                    <a:bodyPr/>
                    <a:lstStyle/>
                    <a:p>
                      <a:pPr algn="l" rtl="0" fontAlgn="base">
                        <a:lnSpc>
                          <a:spcPts val="1350"/>
                        </a:lnSpc>
                        <a:buNone/>
                      </a:pPr>
                      <a:r>
                        <a:rPr lang="en-US" sz="1100" b="0" i="0" cap="none" spc="0">
                          <a:solidFill>
                            <a:schemeClr val="tx1"/>
                          </a:solidFill>
                          <a:effectLst/>
                          <a:latin typeface="Times New Roman"/>
                        </a:rPr>
                        <a:t>Quality Assurance </a:t>
                      </a:r>
                    </a:p>
                  </a:txBody>
                  <a:tcPr marL="60518" marR="36213" marT="17291" marB="129681">
                    <a:lnL w="12700" cap="flat" cmpd="sng" algn="ctr">
                      <a:solidFill>
                        <a:schemeClr val="accent1"/>
                      </a:solid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l" rtl="0" fontAlgn="base">
                        <a:lnSpc>
                          <a:spcPts val="1350"/>
                        </a:lnSpc>
                        <a:buNone/>
                      </a:pPr>
                      <a:r>
                        <a:rPr lang="en-US" sz="1100" b="0" i="0" cap="none" spc="0">
                          <a:solidFill>
                            <a:schemeClr val="tx1"/>
                          </a:solidFill>
                          <a:effectLst/>
                          <a:latin typeface="Times New Roman"/>
                        </a:rPr>
                        <a:t> Tests functionality of the app identifies bugs and provides verification ensuring usability requirements are met.</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l" rtl="0" fontAlgn="base">
                        <a:lnSpc>
                          <a:spcPts val="1350"/>
                        </a:lnSpc>
                        <a:buNone/>
                      </a:pPr>
                      <a:r>
                        <a:rPr lang="en-US" sz="1100" b="0" i="0" cap="none" spc="0">
                          <a:solidFill>
                            <a:schemeClr val="tx1"/>
                          </a:solidFill>
                          <a:effectLst/>
                          <a:latin typeface="Times New Roman"/>
                        </a:rPr>
                        <a:t>Edsson </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594184206"/>
                  </a:ext>
                </a:extLst>
              </a:tr>
              <a:tr h="328335">
                <a:tc>
                  <a:txBody>
                    <a:bodyPr/>
                    <a:lstStyle/>
                    <a:p>
                      <a:pPr algn="l" rtl="0" fontAlgn="base">
                        <a:lnSpc>
                          <a:spcPts val="1350"/>
                        </a:lnSpc>
                        <a:buNone/>
                      </a:pPr>
                      <a:r>
                        <a:rPr lang="en-US" sz="1100" b="0" i="0" cap="none" spc="0">
                          <a:solidFill>
                            <a:schemeClr val="tx1"/>
                          </a:solidFill>
                          <a:effectLst/>
                          <a:latin typeface="Times New Roman"/>
                        </a:rPr>
                        <a:t>Database Coordinator </a:t>
                      </a:r>
                    </a:p>
                  </a:txBody>
                  <a:tcPr marL="60518" marR="36213" marT="17291" marB="129681">
                    <a:lnL w="12700" cap="flat" cmpd="sng" algn="ctr">
                      <a:solidFill>
                        <a:schemeClr val="accent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rtl="0" fontAlgn="base">
                        <a:lnSpc>
                          <a:spcPts val="1350"/>
                        </a:lnSpc>
                        <a:buNone/>
                      </a:pPr>
                      <a:r>
                        <a:rPr lang="en-US" sz="1100" b="0" i="0" cap="none" spc="0">
                          <a:solidFill>
                            <a:schemeClr val="tx1"/>
                          </a:solidFill>
                          <a:effectLst/>
                          <a:latin typeface="Times New Roman"/>
                        </a:rPr>
                        <a:t> Manages and handles data storage and coordinates database integration within the application.</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rtl="0" fontAlgn="base">
                        <a:lnSpc>
                          <a:spcPts val="1350"/>
                        </a:lnSpc>
                        <a:buNone/>
                      </a:pPr>
                      <a:r>
                        <a:rPr lang="en-US" sz="1100" b="0" i="0" cap="none" spc="0">
                          <a:solidFill>
                            <a:schemeClr val="tx1"/>
                          </a:solidFill>
                          <a:effectLst/>
                          <a:latin typeface="Times New Roman"/>
                        </a:rPr>
                        <a:t>Rohan </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783144329"/>
                  </a:ext>
                </a:extLst>
              </a:tr>
              <a:tr h="469049">
                <a:tc>
                  <a:txBody>
                    <a:bodyPr/>
                    <a:lstStyle/>
                    <a:p>
                      <a:pPr algn="l" rtl="0" fontAlgn="base">
                        <a:lnSpc>
                          <a:spcPts val="1350"/>
                        </a:lnSpc>
                        <a:buNone/>
                      </a:pPr>
                      <a:r>
                        <a:rPr lang="en-US" sz="1100" b="0" i="0" cap="none" spc="0">
                          <a:solidFill>
                            <a:schemeClr val="tx1"/>
                          </a:solidFill>
                          <a:effectLst/>
                          <a:latin typeface="Times New Roman"/>
                        </a:rPr>
                        <a:t>Fitness/Content Specialist </a:t>
                      </a:r>
                    </a:p>
                  </a:txBody>
                  <a:tcPr marL="60518" marR="36213" marT="17291" marB="129681">
                    <a:lnL w="12700" cap="flat" cmpd="sng" algn="ctr">
                      <a:solidFill>
                        <a:schemeClr val="accent1"/>
                      </a:solid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l" rtl="0" fontAlgn="base">
                        <a:lnSpc>
                          <a:spcPts val="1350"/>
                        </a:lnSpc>
                        <a:buNone/>
                      </a:pPr>
                      <a:r>
                        <a:rPr lang="en-US" sz="1100" b="0" i="0" cap="none" spc="0">
                          <a:solidFill>
                            <a:schemeClr val="tx1"/>
                          </a:solidFill>
                          <a:effectLst/>
                          <a:latin typeface="Times New Roman"/>
                        </a:rPr>
                        <a:t> Provides and researches knowledge on fitness and health. Ensuring content accuracy and assisting with features related to such.</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l" rtl="0" fontAlgn="base">
                        <a:lnSpc>
                          <a:spcPts val="1350"/>
                        </a:lnSpc>
                        <a:buNone/>
                      </a:pPr>
                      <a:r>
                        <a:rPr lang="en-US" sz="1100" b="0" i="0" cap="none" spc="0">
                          <a:solidFill>
                            <a:schemeClr val="tx1"/>
                          </a:solidFill>
                          <a:effectLst/>
                          <a:latin typeface="Times New Roman"/>
                        </a:rPr>
                        <a:t>Trinity, Ken, Charan, Salim </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3659363011"/>
                  </a:ext>
                </a:extLst>
              </a:tr>
              <a:tr h="328335">
                <a:tc>
                  <a:txBody>
                    <a:bodyPr/>
                    <a:lstStyle/>
                    <a:p>
                      <a:pPr algn="l" rtl="0" fontAlgn="base">
                        <a:lnSpc>
                          <a:spcPts val="1350"/>
                        </a:lnSpc>
                        <a:buNone/>
                      </a:pPr>
                      <a:r>
                        <a:rPr lang="en-US" sz="1100" b="0" i="0" cap="none" spc="0">
                          <a:solidFill>
                            <a:schemeClr val="tx1"/>
                          </a:solidFill>
                          <a:effectLst/>
                          <a:latin typeface="Times New Roman"/>
                        </a:rPr>
                        <a:t>Team Facilitator </a:t>
                      </a:r>
                    </a:p>
                  </a:txBody>
                  <a:tcPr marL="60518" marR="36213" marT="17291" marB="129681">
                    <a:lnL w="12700" cap="flat" cmpd="sng" algn="ctr">
                      <a:solidFill>
                        <a:schemeClr val="accent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rtl="0" fontAlgn="base">
                        <a:lnSpc>
                          <a:spcPts val="1350"/>
                        </a:lnSpc>
                        <a:buNone/>
                      </a:pPr>
                      <a:r>
                        <a:rPr lang="en-US" sz="1100" b="0" i="0" cap="none" spc="0">
                          <a:solidFill>
                            <a:schemeClr val="tx1"/>
                          </a:solidFill>
                          <a:effectLst/>
                          <a:latin typeface="Times New Roman"/>
                        </a:rPr>
                        <a:t>Manages team and tracks deadlines.</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rtl="0" fontAlgn="base">
                        <a:lnSpc>
                          <a:spcPts val="1350"/>
                        </a:lnSpc>
                        <a:buNone/>
                      </a:pPr>
                      <a:r>
                        <a:rPr lang="en-US" sz="1100" b="0" i="0" cap="none" spc="0">
                          <a:solidFill>
                            <a:schemeClr val="tx1"/>
                          </a:solidFill>
                          <a:effectLst/>
                          <a:latin typeface="Times New Roman"/>
                        </a:rPr>
                        <a:t>Trinity </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526979198"/>
                  </a:ext>
                </a:extLst>
              </a:tr>
              <a:tr h="469049">
                <a:tc>
                  <a:txBody>
                    <a:bodyPr/>
                    <a:lstStyle/>
                    <a:p>
                      <a:pPr algn="l" rtl="0" fontAlgn="base">
                        <a:lnSpc>
                          <a:spcPts val="1350"/>
                        </a:lnSpc>
                        <a:buNone/>
                      </a:pPr>
                      <a:r>
                        <a:rPr lang="en-US" sz="1100" b="0" i="0" cap="none" spc="0">
                          <a:solidFill>
                            <a:schemeClr val="tx1"/>
                          </a:solidFill>
                          <a:effectLst/>
                          <a:latin typeface="Times New Roman"/>
                        </a:rPr>
                        <a:t>Lead Developer (Front/Back End) </a:t>
                      </a:r>
                    </a:p>
                  </a:txBody>
                  <a:tcPr marL="60518" marR="36213" marT="17291" marB="129681">
                    <a:lnL w="12700" cap="flat" cmpd="sng" algn="ctr">
                      <a:solidFill>
                        <a:schemeClr val="accent1"/>
                      </a:solid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lvl="0" algn="l">
                        <a:lnSpc>
                          <a:spcPts val="1350"/>
                        </a:lnSpc>
                        <a:buNone/>
                      </a:pPr>
                      <a:r>
                        <a:rPr lang="en-US" sz="1200" b="0" i="0" u="none" strike="noStrike" cap="none" spc="0" noProof="0">
                          <a:solidFill>
                            <a:srgbClr val="000000"/>
                          </a:solidFill>
                          <a:effectLst/>
                          <a:highlight>
                            <a:srgbClr val="FFFFFF"/>
                          </a:highlight>
                          <a:latin typeface="Times New Roman"/>
                        </a:rPr>
                        <a:t>Implements application functionality. Takes lead on coding contributions and ensures technical consistency of the application.</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l" rtl="0" fontAlgn="base">
                        <a:lnSpc>
                          <a:spcPts val="1350"/>
                        </a:lnSpc>
                        <a:buNone/>
                      </a:pPr>
                      <a:r>
                        <a:rPr lang="en-US" sz="1100" b="0" i="0" cap="none" spc="0">
                          <a:solidFill>
                            <a:schemeClr val="tx1"/>
                          </a:solidFill>
                          <a:effectLst/>
                          <a:latin typeface="Times New Roman"/>
                        </a:rPr>
                        <a:t>Edsson (Back end), Trinity (Front end) </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567182217"/>
                  </a:ext>
                </a:extLst>
              </a:tr>
              <a:tr h="328335">
                <a:tc>
                  <a:txBody>
                    <a:bodyPr/>
                    <a:lstStyle/>
                    <a:p>
                      <a:pPr algn="l" rtl="0" fontAlgn="base">
                        <a:lnSpc>
                          <a:spcPts val="1350"/>
                        </a:lnSpc>
                        <a:buNone/>
                      </a:pPr>
                      <a:r>
                        <a:rPr lang="en-US" sz="1100" b="0" i="0" cap="none" spc="0">
                          <a:solidFill>
                            <a:schemeClr val="tx1"/>
                          </a:solidFill>
                          <a:effectLst/>
                          <a:latin typeface="Times New Roman"/>
                        </a:rPr>
                        <a:t>AI/ML specialist </a:t>
                      </a:r>
                    </a:p>
                  </a:txBody>
                  <a:tcPr marL="60518" marR="36213" marT="17291" marB="129681">
                    <a:lnL w="12700" cap="flat" cmpd="sng" algn="ctr">
                      <a:solidFill>
                        <a:schemeClr val="accent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lvl="0" algn="l">
                        <a:lnSpc>
                          <a:spcPts val="1350"/>
                        </a:lnSpc>
                        <a:buNone/>
                      </a:pPr>
                      <a:r>
                        <a:rPr lang="en-US" sz="1200" b="0" i="0" u="none" strike="noStrike" cap="none" spc="0" noProof="0">
                          <a:solidFill>
                            <a:srgbClr val="000000"/>
                          </a:solidFill>
                          <a:effectLst/>
                          <a:highlight>
                            <a:srgbClr val="FFFFFF"/>
                          </a:highlight>
                          <a:latin typeface="Times New Roman"/>
                        </a:rPr>
                        <a:t>Research and integrates AI/ML functionality. Assists with model selection and logic.</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rtl="0" fontAlgn="base">
                        <a:lnSpc>
                          <a:spcPts val="1350"/>
                        </a:lnSpc>
                        <a:buNone/>
                      </a:pPr>
                      <a:r>
                        <a:rPr lang="en-US" sz="1100" b="0" i="0" cap="none" spc="0">
                          <a:solidFill>
                            <a:schemeClr val="tx1"/>
                          </a:solidFill>
                          <a:effectLst/>
                          <a:latin typeface="Times New Roman"/>
                        </a:rPr>
                        <a:t>All Team Members </a:t>
                      </a:r>
                    </a:p>
                  </a:txBody>
                  <a:tcPr marL="60518" marR="36213" marT="17291" marB="12968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616759845"/>
                  </a:ext>
                </a:extLst>
              </a:tr>
            </a:tbl>
          </a:graphicData>
        </a:graphic>
      </p:graphicFrame>
      <p:pic>
        <p:nvPicPr>
          <p:cNvPr id="3" name="Picture 2" descr="Benefits Of Pursuing A Degree In Computer Science In 2026">
            <a:extLst>
              <a:ext uri="{FF2B5EF4-FFF2-40B4-BE49-F238E27FC236}">
                <a16:creationId xmlns:a16="http://schemas.microsoft.com/office/drawing/2014/main" id="{AAFBB0B3-F7BF-6091-4FDB-8CB3CCB36CC8}"/>
              </a:ext>
            </a:extLst>
          </p:cNvPr>
          <p:cNvPicPr>
            <a:picLocks noChangeAspect="1"/>
          </p:cNvPicPr>
          <p:nvPr/>
        </p:nvPicPr>
        <p:blipFill>
          <a:blip r:embed="rId2"/>
          <a:stretch>
            <a:fillRect/>
          </a:stretch>
        </p:blipFill>
        <p:spPr>
          <a:xfrm>
            <a:off x="8124265" y="5604"/>
            <a:ext cx="4067736" cy="1580030"/>
          </a:xfrm>
          <a:prstGeom prst="rect">
            <a:avLst/>
          </a:prstGeom>
        </p:spPr>
      </p:pic>
    </p:spTree>
    <p:extLst>
      <p:ext uri="{BB962C8B-B14F-4D97-AF65-F5344CB8AC3E}">
        <p14:creationId xmlns:p14="http://schemas.microsoft.com/office/powerpoint/2010/main" val="2827602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A7F52E-422E-FDF0-7A88-E785F1C6B17B}"/>
              </a:ext>
            </a:extLst>
          </p:cNvPr>
          <p:cNvSpPr>
            <a:spLocks noGrp="1"/>
          </p:cNvSpPr>
          <p:nvPr>
            <p:ph type="title"/>
          </p:nvPr>
        </p:nvSpPr>
        <p:spPr>
          <a:xfrm>
            <a:off x="1149716" y="656279"/>
            <a:ext cx="5929422" cy="844563"/>
          </a:xfrm>
        </p:spPr>
        <p:txBody>
          <a:bodyPr anchor="b">
            <a:normAutofit/>
          </a:bodyPr>
          <a:lstStyle/>
          <a:p>
            <a:r>
              <a:rPr lang="en-US" sz="4000">
                <a:latin typeface="Georgia Pro Cond Black"/>
              </a:rPr>
              <a:t>Ground Rules</a:t>
            </a:r>
          </a:p>
        </p:txBody>
      </p:sp>
      <p:sp>
        <p:nvSpPr>
          <p:cNvPr id="3" name="Content Placeholder 2">
            <a:extLst>
              <a:ext uri="{FF2B5EF4-FFF2-40B4-BE49-F238E27FC236}">
                <a16:creationId xmlns:a16="http://schemas.microsoft.com/office/drawing/2014/main" id="{98724B18-1802-A6D3-BDBA-E3E34B15F0CD}"/>
              </a:ext>
            </a:extLst>
          </p:cNvPr>
          <p:cNvSpPr>
            <a:spLocks noGrp="1"/>
          </p:cNvSpPr>
          <p:nvPr>
            <p:ph idx="1"/>
          </p:nvPr>
        </p:nvSpPr>
        <p:spPr>
          <a:xfrm>
            <a:off x="757512" y="1874733"/>
            <a:ext cx="6321627" cy="3844750"/>
          </a:xfrm>
        </p:spPr>
        <p:txBody>
          <a:bodyPr vert="horz" lIns="91440" tIns="45720" rIns="91440" bIns="45720" rtlCol="0" anchor="t">
            <a:normAutofit/>
          </a:bodyPr>
          <a:lstStyle/>
          <a:p>
            <a:r>
              <a:rPr lang="en-US" sz="2000">
                <a:highlight>
                  <a:srgbClr val="FFFFFF"/>
                </a:highlight>
                <a:latin typeface="Aptos Display"/>
                <a:cs typeface="Times New Roman"/>
              </a:rPr>
              <a:t>The following ground rules will outline how the team intends to work together throughout the entire project. These rules establish our shared expectations for organization, task completion, communication, and most importantly teamwork. By clearly defining how each decision will be made, how responsibilities are handled, and how each team member interacts with each other. The team will aim to promote accountability, efficiency, and a respectful collaborative environment that supports the accomplishment of our project.</a:t>
            </a:r>
          </a:p>
        </p:txBody>
      </p:sp>
      <p:pic>
        <p:nvPicPr>
          <p:cNvPr id="4" name="Graphic 3" descr="Tree With Roots with solid fill">
            <a:extLst>
              <a:ext uri="{FF2B5EF4-FFF2-40B4-BE49-F238E27FC236}">
                <a16:creationId xmlns:a16="http://schemas.microsoft.com/office/drawing/2014/main" id="{A3729F83-F509-C122-97B6-4301F7F87B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54153" y="1078007"/>
            <a:ext cx="3765176" cy="3765176"/>
          </a:xfrm>
          <a:prstGeom prst="rect">
            <a:avLst/>
          </a:prstGeom>
        </p:spPr>
      </p:pic>
      <p:sp>
        <p:nvSpPr>
          <p:cNvPr id="32" name="Rectangle 31">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6086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BD0592-D7E6-980A-5546-71F04C7D2FC2}"/>
              </a:ext>
            </a:extLst>
          </p:cNvPr>
          <p:cNvSpPr>
            <a:spLocks noGrp="1"/>
          </p:cNvSpPr>
          <p:nvPr>
            <p:ph type="title"/>
          </p:nvPr>
        </p:nvSpPr>
        <p:spPr>
          <a:xfrm>
            <a:off x="5406001" y="-3551"/>
            <a:ext cx="5754896" cy="692658"/>
          </a:xfrm>
        </p:spPr>
        <p:txBody>
          <a:bodyPr anchor="b">
            <a:normAutofit/>
          </a:bodyPr>
          <a:lstStyle/>
          <a:p>
            <a:r>
              <a:rPr lang="en-US" sz="4000">
                <a:solidFill>
                  <a:schemeClr val="tx2">
                    <a:lumMod val="49000"/>
                    <a:lumOff val="51000"/>
                  </a:schemeClr>
                </a:solidFill>
                <a:latin typeface="Georgia Pro Cond Black"/>
              </a:rPr>
              <a:t>Administrative</a:t>
            </a:r>
          </a:p>
        </p:txBody>
      </p:sp>
      <p:pic>
        <p:nvPicPr>
          <p:cNvPr id="4" name="Graphic 3" descr="Meeting with solid fill">
            <a:extLst>
              <a:ext uri="{FF2B5EF4-FFF2-40B4-BE49-F238E27FC236}">
                <a16:creationId xmlns:a16="http://schemas.microsoft.com/office/drawing/2014/main" id="{D52CEFF8-8D66-5EFC-9E28-D5FDEB2EA9C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282" y="938893"/>
            <a:ext cx="3528783" cy="3876165"/>
          </a:xfrm>
          <a:prstGeom prst="rect">
            <a:avLst/>
          </a:prstGeom>
        </p:spPr>
      </p:pic>
      <p:sp>
        <p:nvSpPr>
          <p:cNvPr id="3" name="Content Placeholder 2">
            <a:extLst>
              <a:ext uri="{FF2B5EF4-FFF2-40B4-BE49-F238E27FC236}">
                <a16:creationId xmlns:a16="http://schemas.microsoft.com/office/drawing/2014/main" id="{60563F37-0548-0D46-949C-AB1150E027F3}"/>
              </a:ext>
            </a:extLst>
          </p:cNvPr>
          <p:cNvSpPr>
            <a:spLocks noGrp="1"/>
          </p:cNvSpPr>
          <p:nvPr>
            <p:ph idx="1"/>
          </p:nvPr>
        </p:nvSpPr>
        <p:spPr>
          <a:xfrm>
            <a:off x="3276886" y="680188"/>
            <a:ext cx="8646012" cy="5662757"/>
          </a:xfrm>
        </p:spPr>
        <p:txBody>
          <a:bodyPr vert="horz" lIns="91440" tIns="45720" rIns="91440" bIns="45720" rtlCol="0" anchor="t">
            <a:noAutofit/>
          </a:bodyPr>
          <a:lstStyle/>
          <a:p>
            <a:r>
              <a:rPr lang="en-US" sz="1800">
                <a:highlight>
                  <a:srgbClr val="FFFFFF"/>
                </a:highlight>
                <a:ea typeface="+mn-lt"/>
                <a:cs typeface="+mn-lt"/>
              </a:rPr>
              <a:t>The Fitness Scholars team will meet in person every Tuesday after class to review goals, discuss progress, and assign tasks. The Timekeeper/Scribe will record attendance, key points, and deadlines, and share a summary if anyone is absent.</a:t>
            </a:r>
            <a:endParaRPr lang="en-US">
              <a:ea typeface="+mn-lt"/>
              <a:cs typeface="+mn-lt"/>
            </a:endParaRPr>
          </a:p>
          <a:p>
            <a:endParaRPr lang="en-US" sz="1800">
              <a:highlight>
                <a:srgbClr val="FFFFFF"/>
              </a:highlight>
              <a:ea typeface="+mn-lt"/>
              <a:cs typeface="+mn-lt"/>
            </a:endParaRPr>
          </a:p>
          <a:p>
            <a:r>
              <a:rPr lang="en-US" sz="1800">
                <a:highlight>
                  <a:srgbClr val="FFFFFF"/>
                </a:highlight>
                <a:ea typeface="+mn-lt"/>
                <a:cs typeface="+mn-lt"/>
              </a:rPr>
              <a:t>Additional meetings may be held on Sundays at 2:00 PM via Zoom or in person on campus if needed. Meeting details will be shared ahead of time.</a:t>
            </a:r>
            <a:endParaRPr lang="en-US">
              <a:ea typeface="+mn-lt"/>
              <a:cs typeface="+mn-lt"/>
            </a:endParaRPr>
          </a:p>
          <a:p>
            <a:endParaRPr lang="en-US" sz="1800">
              <a:highlight>
                <a:srgbClr val="FFFFFF"/>
              </a:highlight>
              <a:ea typeface="+mn-lt"/>
              <a:cs typeface="+mn-lt"/>
            </a:endParaRPr>
          </a:p>
          <a:p>
            <a:r>
              <a:rPr lang="en-US" sz="1800">
                <a:highlight>
                  <a:srgbClr val="FFFFFF"/>
                </a:highlight>
                <a:ea typeface="+mn-lt"/>
                <a:cs typeface="+mn-lt"/>
              </a:rPr>
              <a:t>Project progress will be tracked through weekly team reports that list completed tasks, ongoing work, and challenges. If the team falls behind, workloads will be adjusted and a plan will be created to stay on track.</a:t>
            </a:r>
            <a:endParaRPr lang="en-US">
              <a:ea typeface="+mn-lt"/>
              <a:cs typeface="+mn-lt"/>
            </a:endParaRPr>
          </a:p>
          <a:p>
            <a:endParaRPr lang="en-US" sz="1800">
              <a:highlight>
                <a:srgbClr val="FFFFFF"/>
              </a:highlight>
              <a:ea typeface="+mn-lt"/>
              <a:cs typeface="+mn-lt"/>
            </a:endParaRPr>
          </a:p>
          <a:p>
            <a:r>
              <a:rPr lang="en-US" sz="1800">
                <a:highlight>
                  <a:srgbClr val="FFFFFF"/>
                </a:highlight>
                <a:ea typeface="+mn-lt"/>
                <a:cs typeface="+mn-lt"/>
              </a:rPr>
              <a:t>All team communication and shared documents will be managed through tools like Discord, Google Docs, and Zoom to keep everything organized and clear.</a:t>
            </a:r>
            <a:endParaRPr lang="en-US">
              <a:ea typeface="+mn-lt"/>
              <a:cs typeface="+mn-lt"/>
            </a:endParaRPr>
          </a:p>
          <a:p>
            <a:pPr marL="0" indent="0">
              <a:buNone/>
            </a:pPr>
            <a:endParaRPr lang="en-US" sz="1800">
              <a:highlight>
                <a:srgbClr val="FFFFFF"/>
              </a:highlight>
              <a:latin typeface="Aptos"/>
              <a:cs typeface="Times New Roman"/>
            </a:endParaRPr>
          </a:p>
          <a:p>
            <a:endParaRPr lang="en-US" sz="1100"/>
          </a:p>
        </p:txBody>
      </p:sp>
      <p:sp>
        <p:nvSpPr>
          <p:cNvPr id="28" name="Rectangle 27">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6963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5C329F-A038-12CE-A648-A0E80CB60D6A}"/>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BD7943-0C29-E3F6-FAB4-89746938A64F}"/>
              </a:ext>
            </a:extLst>
          </p:cNvPr>
          <p:cNvSpPr>
            <a:spLocks noGrp="1"/>
          </p:cNvSpPr>
          <p:nvPr>
            <p:ph type="title"/>
          </p:nvPr>
        </p:nvSpPr>
        <p:spPr>
          <a:xfrm>
            <a:off x="284912" y="243746"/>
            <a:ext cx="1664749" cy="759893"/>
          </a:xfrm>
        </p:spPr>
        <p:txBody>
          <a:bodyPr anchor="b">
            <a:normAutofit/>
          </a:bodyPr>
          <a:lstStyle/>
          <a:p>
            <a:r>
              <a:rPr lang="en-US" sz="4000" b="1">
                <a:solidFill>
                  <a:schemeClr val="tx2">
                    <a:lumMod val="76000"/>
                    <a:lumOff val="24000"/>
                  </a:schemeClr>
                </a:solidFill>
                <a:latin typeface="Georgia Pro Cond"/>
              </a:rPr>
              <a:t>Task</a:t>
            </a:r>
          </a:p>
        </p:txBody>
      </p:sp>
      <p:pic>
        <p:nvPicPr>
          <p:cNvPr id="20" name="Graphic 19" descr="Backlog">
            <a:extLst>
              <a:ext uri="{FF2B5EF4-FFF2-40B4-BE49-F238E27FC236}">
                <a16:creationId xmlns:a16="http://schemas.microsoft.com/office/drawing/2014/main" id="{AE6A64CC-4EB1-61F6-B43A-0EFA89913BF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18164" y="1351363"/>
            <a:ext cx="3876165" cy="3876165"/>
          </a:xfrm>
          <a:prstGeom prst="rect">
            <a:avLst/>
          </a:prstGeom>
        </p:spPr>
      </p:pic>
      <p:sp>
        <p:nvSpPr>
          <p:cNvPr id="3" name="Content Placeholder 2">
            <a:extLst>
              <a:ext uri="{FF2B5EF4-FFF2-40B4-BE49-F238E27FC236}">
                <a16:creationId xmlns:a16="http://schemas.microsoft.com/office/drawing/2014/main" id="{2CBBF9BD-4DC1-C1A8-4368-5274B831AAC1}"/>
              </a:ext>
            </a:extLst>
          </p:cNvPr>
          <p:cNvSpPr>
            <a:spLocks noGrp="1"/>
          </p:cNvSpPr>
          <p:nvPr>
            <p:ph idx="1"/>
          </p:nvPr>
        </p:nvSpPr>
        <p:spPr>
          <a:xfrm>
            <a:off x="284913" y="1349625"/>
            <a:ext cx="7491807" cy="3197464"/>
          </a:xfrm>
        </p:spPr>
        <p:txBody>
          <a:bodyPr vert="horz" lIns="91440" tIns="45720" rIns="91440" bIns="45720" rtlCol="0" anchor="t">
            <a:noAutofit/>
          </a:bodyPr>
          <a:lstStyle/>
          <a:p>
            <a:r>
              <a:rPr lang="en-US" sz="2000">
                <a:highlight>
                  <a:srgbClr val="FFFFFF"/>
                </a:highlight>
                <a:latin typeface="Aptos"/>
                <a:cs typeface="Times New Roman"/>
              </a:rPr>
              <a:t>Our team goal will be to use consensus voting when making decisions but will resort to majority rule if there is any divide to encourage fairness. Ties will be addressed using a coin toss. </a:t>
            </a:r>
            <a:endParaRPr lang="en-US"/>
          </a:p>
          <a:p>
            <a:r>
              <a:rPr lang="en-US" sz="2000">
                <a:highlight>
                  <a:srgbClr val="FFFFFF"/>
                </a:highlight>
                <a:latin typeface="Aptos"/>
                <a:cs typeface="Times New Roman"/>
              </a:rPr>
              <a:t>All discussions will be professional, respectful, and with end goal in mind. Disagreements will be addressed by the Team </a:t>
            </a:r>
          </a:p>
          <a:p>
            <a:r>
              <a:rPr lang="en-US" sz="2000">
                <a:highlight>
                  <a:srgbClr val="FFFFFF"/>
                </a:highlight>
                <a:latin typeface="Aptos"/>
                <a:cs typeface="Times New Roman"/>
              </a:rPr>
              <a:t>Each member of the team should take responsibility for their roles and responsibilities and should maintain engagement throughout the project. Team members will participate in every meeting, contributing to the overall success of the project. </a:t>
            </a:r>
          </a:p>
          <a:p>
            <a:r>
              <a:rPr lang="en-US" sz="2000">
                <a:highlight>
                  <a:srgbClr val="FFFFFF"/>
                </a:highlight>
                <a:latin typeface="Aptos"/>
                <a:cs typeface="Times New Roman"/>
              </a:rPr>
              <a:t>Most problem-solving will be addressed as a group to encourage participation and allow solutions to be presented. This ensures that the different backgrounds of each team member is utilized during troubleshooting and problem solving. </a:t>
            </a:r>
          </a:p>
          <a:p>
            <a:endParaRPr lang="en-US" sz="1800">
              <a:highlight>
                <a:srgbClr val="FFFFFF"/>
              </a:highlight>
              <a:latin typeface="Times New Roman"/>
              <a:cs typeface="Times New Roman"/>
            </a:endParaRPr>
          </a:p>
          <a:p>
            <a:endParaRPr lang="en-US" sz="1400"/>
          </a:p>
        </p:txBody>
      </p:sp>
      <p:sp>
        <p:nvSpPr>
          <p:cNvPr id="25" name="Rectangle 24">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7274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44CC0B-A9BD-5C5A-409A-CCB43F73D572}"/>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AA644E-233E-BEFD-7390-CE53276895AA}"/>
              </a:ext>
            </a:extLst>
          </p:cNvPr>
          <p:cNvSpPr>
            <a:spLocks noGrp="1"/>
          </p:cNvSpPr>
          <p:nvPr>
            <p:ph type="title"/>
          </p:nvPr>
        </p:nvSpPr>
        <p:spPr>
          <a:xfrm>
            <a:off x="5596502" y="579155"/>
            <a:ext cx="6472071" cy="916775"/>
          </a:xfrm>
        </p:spPr>
        <p:txBody>
          <a:bodyPr anchor="b">
            <a:normAutofit/>
          </a:bodyPr>
          <a:lstStyle/>
          <a:p>
            <a:r>
              <a:rPr lang="en-US" sz="3600">
                <a:solidFill>
                  <a:srgbClr val="F08A05"/>
                </a:solidFill>
                <a:latin typeface="Georgia Pro Cond Black"/>
              </a:rPr>
              <a:t>Interpersonal</a:t>
            </a:r>
          </a:p>
        </p:txBody>
      </p:sp>
      <p:pic>
        <p:nvPicPr>
          <p:cNvPr id="20" name="Graphic 19" descr="Customer Review">
            <a:extLst>
              <a:ext uri="{FF2B5EF4-FFF2-40B4-BE49-F238E27FC236}">
                <a16:creationId xmlns:a16="http://schemas.microsoft.com/office/drawing/2014/main" id="{6C64E56F-F968-0187-68F6-F8AF2B7F81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8130" y="1275070"/>
            <a:ext cx="3876165" cy="3876165"/>
          </a:xfrm>
          <a:prstGeom prst="rect">
            <a:avLst/>
          </a:prstGeom>
        </p:spPr>
      </p:pic>
      <p:sp>
        <p:nvSpPr>
          <p:cNvPr id="3" name="Content Placeholder 2">
            <a:extLst>
              <a:ext uri="{FF2B5EF4-FFF2-40B4-BE49-F238E27FC236}">
                <a16:creationId xmlns:a16="http://schemas.microsoft.com/office/drawing/2014/main" id="{83124C61-AB0C-2F70-285C-7C1F1B35E2CB}"/>
              </a:ext>
            </a:extLst>
          </p:cNvPr>
          <p:cNvSpPr>
            <a:spLocks noGrp="1"/>
          </p:cNvSpPr>
          <p:nvPr>
            <p:ph idx="1"/>
          </p:nvPr>
        </p:nvSpPr>
        <p:spPr>
          <a:xfrm>
            <a:off x="5596502" y="1834394"/>
            <a:ext cx="5754896" cy="3197464"/>
          </a:xfrm>
        </p:spPr>
        <p:txBody>
          <a:bodyPr vert="horz" lIns="91440" tIns="45720" rIns="91440" bIns="45720" rtlCol="0" anchor="t">
            <a:normAutofit/>
          </a:bodyPr>
          <a:lstStyle/>
          <a:p>
            <a:pPr marL="0" indent="0">
              <a:buNone/>
            </a:pPr>
            <a:endParaRPr lang="en-US" sz="2000">
              <a:solidFill>
                <a:srgbClr val="00B0F0"/>
              </a:solidFill>
              <a:highlight>
                <a:srgbClr val="FFFFFF"/>
              </a:highlight>
              <a:latin typeface="Aptos"/>
              <a:cs typeface="Times New Roman"/>
            </a:endParaRPr>
          </a:p>
          <a:p>
            <a:r>
              <a:rPr lang="en-US" sz="2000">
                <a:solidFill>
                  <a:srgbClr val="000000"/>
                </a:solidFill>
                <a:ea typeface="+mn-lt"/>
                <a:cs typeface="+mn-lt"/>
              </a:rPr>
              <a:t>Team members will listen carefully to each other and communicate openly without fear of judgment. We will respect one another and value everyone’s ideas and perspectives. When difficulties come up, we will support and help each other, remembering that we are a team and succeed by working together.</a:t>
            </a:r>
            <a:endParaRPr lang="en-US">
              <a:ea typeface="+mn-lt"/>
              <a:cs typeface="+mn-lt"/>
            </a:endParaRPr>
          </a:p>
          <a:p>
            <a:pPr marL="0" indent="0">
              <a:buNone/>
            </a:pPr>
            <a:endParaRPr lang="en-US" sz="1700">
              <a:solidFill>
                <a:srgbClr val="000000"/>
              </a:solidFill>
              <a:latin typeface="Aptos" panose="020B0004020202020204"/>
              <a:cs typeface="Times New Roman"/>
            </a:endParaRPr>
          </a:p>
        </p:txBody>
      </p:sp>
      <p:sp>
        <p:nvSpPr>
          <p:cNvPr id="25" name="Rectangle 24">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9086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DDFABE-1FD4-4426-120C-529E5C0B0573}"/>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32B839D-B3D4-B687-E1C4-F494763BF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843A5F-F62C-A852-4315-9638D89EB699}"/>
              </a:ext>
            </a:extLst>
          </p:cNvPr>
          <p:cNvSpPr>
            <a:spLocks noGrp="1"/>
          </p:cNvSpPr>
          <p:nvPr>
            <p:ph type="title"/>
          </p:nvPr>
        </p:nvSpPr>
        <p:spPr>
          <a:xfrm>
            <a:off x="832467" y="489507"/>
            <a:ext cx="10522153" cy="759433"/>
          </a:xfrm>
        </p:spPr>
        <p:txBody>
          <a:bodyPr anchor="b">
            <a:normAutofit fontScale="90000"/>
          </a:bodyPr>
          <a:lstStyle/>
          <a:p>
            <a:r>
              <a:rPr lang="en-US" sz="3200">
                <a:solidFill>
                  <a:srgbClr val="F08A05"/>
                </a:solidFill>
                <a:latin typeface="Georgia Pro Cond Black"/>
              </a:rPr>
              <a:t>Procedures: How We Track Team Effectiveness</a:t>
            </a:r>
          </a:p>
        </p:txBody>
      </p:sp>
      <p:sp>
        <p:nvSpPr>
          <p:cNvPr id="25" name="Rectangle 24">
            <a:extLst>
              <a:ext uri="{FF2B5EF4-FFF2-40B4-BE49-F238E27FC236}">
                <a16:creationId xmlns:a16="http://schemas.microsoft.com/office/drawing/2014/main" id="{F8723844-3B0F-5E39-E414-4B58E7E409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FE7509A-3C69-BE2E-3F5A-670F3D874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54F0DA14-AB59-56FC-5393-1BF150BA9B2D}"/>
              </a:ext>
            </a:extLst>
          </p:cNvPr>
          <p:cNvSpPr>
            <a:spLocks noGrp="1"/>
          </p:cNvSpPr>
          <p:nvPr>
            <p:ph idx="1"/>
          </p:nvPr>
        </p:nvSpPr>
        <p:spPr>
          <a:xfrm>
            <a:off x="827762" y="1502036"/>
            <a:ext cx="7676368" cy="4351338"/>
          </a:xfrm>
        </p:spPr>
        <p:txBody>
          <a:bodyPr vert="horz" lIns="91440" tIns="45720" rIns="91440" bIns="45720" rtlCol="0" anchor="t">
            <a:normAutofit/>
          </a:bodyPr>
          <a:lstStyle/>
          <a:p>
            <a:pPr marL="0" indent="0">
              <a:buNone/>
            </a:pPr>
            <a:r>
              <a:rPr lang="en-US" b="1"/>
              <a:t>Our Data Sources</a:t>
            </a:r>
          </a:p>
          <a:p>
            <a:r>
              <a:rPr lang="en-US" sz="2400"/>
              <a:t>Meeting Notes</a:t>
            </a:r>
          </a:p>
          <a:p>
            <a:pPr lvl="1">
              <a:buFont typeface="Courier New" panose="020B0604020202020204" pitchFamily="34" charset="0"/>
              <a:buChar char="o"/>
            </a:pPr>
            <a:r>
              <a:rPr lang="en-US" sz="2000"/>
              <a:t>Record attendance, agenda items, and decisions made</a:t>
            </a:r>
          </a:p>
          <a:p>
            <a:pPr lvl="1">
              <a:buFont typeface="Courier New" panose="020B0604020202020204" pitchFamily="34" charset="0"/>
              <a:buChar char="o"/>
            </a:pPr>
            <a:r>
              <a:rPr lang="en-US" sz="2000"/>
              <a:t>Interpersonal and administrative rules check</a:t>
            </a:r>
          </a:p>
          <a:p>
            <a:r>
              <a:rPr lang="en-US" sz="2400"/>
              <a:t>Weekly Team Reports</a:t>
            </a:r>
          </a:p>
          <a:p>
            <a:pPr lvl="1">
              <a:buFont typeface="Courier New" panose="020B0604020202020204" pitchFamily="34" charset="0"/>
              <a:buChar char="o"/>
            </a:pPr>
            <a:r>
              <a:rPr lang="en-US" sz="2000"/>
              <a:t>Summaries of completed work, blockers, and communication challenges</a:t>
            </a:r>
          </a:p>
          <a:p>
            <a:pPr lvl="1">
              <a:buFont typeface="Courier New" panose="020B0604020202020204" pitchFamily="34" charset="0"/>
              <a:buChar char="o"/>
            </a:pPr>
            <a:r>
              <a:rPr lang="en-US" sz="2000"/>
              <a:t>Interpersonal and task rules check</a:t>
            </a:r>
          </a:p>
          <a:p>
            <a:r>
              <a:rPr lang="en-US" sz="2400"/>
              <a:t>Project Management Document</a:t>
            </a:r>
          </a:p>
          <a:p>
            <a:pPr lvl="1">
              <a:buFont typeface="Courier New" panose="020B0604020202020204" pitchFamily="34" charset="0"/>
              <a:buChar char="o"/>
            </a:pPr>
            <a:r>
              <a:rPr lang="en-US" sz="2000"/>
              <a:t>Tracks task assignments, deadlines, and progress</a:t>
            </a:r>
          </a:p>
          <a:p>
            <a:pPr lvl="1">
              <a:buFont typeface="Courier New" panose="020B0604020202020204" pitchFamily="34" charset="0"/>
              <a:buChar char="o"/>
            </a:pPr>
            <a:r>
              <a:rPr lang="en-US" sz="2000"/>
              <a:t>Administrative and task rules check</a:t>
            </a:r>
          </a:p>
        </p:txBody>
      </p:sp>
      <p:pic>
        <p:nvPicPr>
          <p:cNvPr id="6" name="Picture 5" descr="Animated Blue Navy Clipboard with Checklist Clipart Vector Illustration ...">
            <a:extLst>
              <a:ext uri="{FF2B5EF4-FFF2-40B4-BE49-F238E27FC236}">
                <a16:creationId xmlns:a16="http://schemas.microsoft.com/office/drawing/2014/main" id="{9173F305-E896-F6D2-8F4E-AF1E0FD4FAA0}"/>
              </a:ext>
            </a:extLst>
          </p:cNvPr>
          <p:cNvPicPr>
            <a:picLocks noChangeAspect="1"/>
          </p:cNvPicPr>
          <p:nvPr/>
        </p:nvPicPr>
        <p:blipFill>
          <a:blip r:embed="rId2"/>
          <a:srcRect l="7089" t="2145" r="4478" b="4927"/>
          <a:stretch>
            <a:fillRect/>
          </a:stretch>
        </p:blipFill>
        <p:spPr>
          <a:xfrm>
            <a:off x="9144243" y="1714500"/>
            <a:ext cx="2482692" cy="3339751"/>
          </a:xfrm>
          <a:prstGeom prst="rect">
            <a:avLst/>
          </a:prstGeom>
        </p:spPr>
      </p:pic>
    </p:spTree>
    <p:extLst>
      <p:ext uri="{BB962C8B-B14F-4D97-AF65-F5344CB8AC3E}">
        <p14:creationId xmlns:p14="http://schemas.microsoft.com/office/powerpoint/2010/main" val="377735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7BA022-A3A6-710D-D8BE-078F5A801838}"/>
              </a:ext>
            </a:extLst>
          </p:cNvPr>
          <p:cNvSpPr>
            <a:spLocks noGrp="1"/>
          </p:cNvSpPr>
          <p:nvPr>
            <p:ph type="title"/>
          </p:nvPr>
        </p:nvSpPr>
        <p:spPr>
          <a:xfrm>
            <a:off x="-4490" y="-4869"/>
            <a:ext cx="6691422" cy="1158328"/>
          </a:xfrm>
        </p:spPr>
        <p:txBody>
          <a:bodyPr anchor="b">
            <a:normAutofit/>
          </a:bodyPr>
          <a:lstStyle/>
          <a:p>
            <a:r>
              <a:rPr lang="en-US" sz="3700" b="1">
                <a:solidFill>
                  <a:srgbClr val="05F59D"/>
                </a:solidFill>
                <a:latin typeface="Georgia Pro Cond"/>
              </a:rPr>
              <a:t>Plans and Tools for Gathering Team Self-Assessment Data</a:t>
            </a:r>
          </a:p>
        </p:txBody>
      </p:sp>
      <p:sp>
        <p:nvSpPr>
          <p:cNvPr id="3" name="Content Placeholder 2">
            <a:extLst>
              <a:ext uri="{FF2B5EF4-FFF2-40B4-BE49-F238E27FC236}">
                <a16:creationId xmlns:a16="http://schemas.microsoft.com/office/drawing/2014/main" id="{50A22E40-CF10-28AD-99F8-1268554B6BDC}"/>
              </a:ext>
            </a:extLst>
          </p:cNvPr>
          <p:cNvSpPr>
            <a:spLocks noGrp="1"/>
          </p:cNvSpPr>
          <p:nvPr>
            <p:ph idx="1"/>
          </p:nvPr>
        </p:nvSpPr>
        <p:spPr>
          <a:xfrm>
            <a:off x="118776" y="1146351"/>
            <a:ext cx="9145509" cy="4573133"/>
          </a:xfrm>
        </p:spPr>
        <p:txBody>
          <a:bodyPr vert="horz" lIns="91440" tIns="45720" rIns="91440" bIns="45720" rtlCol="0" anchor="t">
            <a:noAutofit/>
          </a:bodyPr>
          <a:lstStyle/>
          <a:p>
            <a:r>
              <a:rPr lang="en-US" sz="2000">
                <a:highlight>
                  <a:srgbClr val="FFFFFF"/>
                </a:highlight>
                <a:ea typeface="+mn-lt"/>
                <a:cs typeface="+mn-lt"/>
              </a:rPr>
              <a:t>Team self-assessment will be used to evaluate teamwork, communication, and overall performance throughout the project. Information will be collected through:</a:t>
            </a:r>
            <a:endParaRPr lang="en-US" sz="1200">
              <a:ea typeface="+mn-lt"/>
              <a:cs typeface="+mn-lt"/>
            </a:endParaRPr>
          </a:p>
          <a:p>
            <a:pPr lvl="1">
              <a:buFont typeface="Courier New" panose="020B0604020202020204" pitchFamily="34" charset="0"/>
              <a:buChar char="o"/>
            </a:pPr>
            <a:r>
              <a:rPr lang="en-US" sz="1600">
                <a:highlight>
                  <a:srgbClr val="FFFFFF"/>
                </a:highlight>
                <a:ea typeface="+mn-lt"/>
                <a:cs typeface="+mn-lt"/>
              </a:rPr>
              <a:t>meeting notes </a:t>
            </a:r>
            <a:endParaRPr lang="en-US" sz="1600">
              <a:ea typeface="+mn-lt"/>
              <a:cs typeface="+mn-lt"/>
            </a:endParaRPr>
          </a:p>
          <a:p>
            <a:pPr lvl="1">
              <a:buFont typeface="Courier New" panose="020B0604020202020204" pitchFamily="34" charset="0"/>
              <a:buChar char="o"/>
            </a:pPr>
            <a:r>
              <a:rPr lang="en-US" sz="1600">
                <a:highlight>
                  <a:srgbClr val="FFFFFF"/>
                </a:highlight>
                <a:ea typeface="+mn-lt"/>
                <a:cs typeface="+mn-lt"/>
              </a:rPr>
              <a:t>weekly reports </a:t>
            </a:r>
          </a:p>
          <a:p>
            <a:pPr lvl="1">
              <a:buFont typeface="Courier New" panose="020B0604020202020204" pitchFamily="34" charset="0"/>
              <a:buChar char="o"/>
            </a:pPr>
            <a:r>
              <a:rPr lang="en-US" sz="1600">
                <a:highlight>
                  <a:srgbClr val="FFFFFF"/>
                </a:highlight>
                <a:ea typeface="+mn-lt"/>
                <a:cs typeface="+mn-lt"/>
              </a:rPr>
              <a:t>shared progress document that tracks tasks and project milestones.</a:t>
            </a:r>
            <a:endParaRPr lang="en-US" sz="1600">
              <a:ea typeface="+mn-lt"/>
              <a:cs typeface="+mn-lt"/>
            </a:endParaRPr>
          </a:p>
          <a:p>
            <a:endParaRPr lang="en-US" sz="2000">
              <a:highlight>
                <a:srgbClr val="FFFFFF"/>
              </a:highlight>
              <a:ea typeface="+mn-lt"/>
              <a:cs typeface="+mn-lt"/>
            </a:endParaRPr>
          </a:p>
          <a:p>
            <a:r>
              <a:rPr lang="en-US" sz="2000">
                <a:highlight>
                  <a:srgbClr val="FFFFFF"/>
                </a:highlight>
                <a:ea typeface="+mn-lt"/>
                <a:cs typeface="+mn-lt"/>
              </a:rPr>
              <a:t>The team will also hold informal peer feedback check-ins to discuss workload balance and team dynamics. Feedback from users and peers during testing will be reviewed to help improve collaboration and the final product.</a:t>
            </a:r>
            <a:endParaRPr lang="en-US">
              <a:ea typeface="+mn-lt"/>
              <a:cs typeface="+mn-lt"/>
            </a:endParaRPr>
          </a:p>
          <a:p>
            <a:endParaRPr lang="en-US" sz="2000">
              <a:highlight>
                <a:srgbClr val="FFFFFF"/>
              </a:highlight>
              <a:ea typeface="+mn-lt"/>
              <a:cs typeface="+mn-lt"/>
            </a:endParaRPr>
          </a:p>
          <a:p>
            <a:pPr marL="0" indent="0">
              <a:buNone/>
            </a:pPr>
            <a:endParaRPr lang="en-US" sz="1600">
              <a:highlight>
                <a:srgbClr val="FFFFFF"/>
              </a:highlight>
              <a:latin typeface="Aptos"/>
              <a:cs typeface="Times New Roman"/>
            </a:endParaRPr>
          </a:p>
          <a:p>
            <a:endParaRPr lang="en-US" sz="1600"/>
          </a:p>
        </p:txBody>
      </p:sp>
      <p:pic>
        <p:nvPicPr>
          <p:cNvPr id="4" name="Graphic 3" descr="Business Growth with solid fill">
            <a:extLst>
              <a:ext uri="{FF2B5EF4-FFF2-40B4-BE49-F238E27FC236}">
                <a16:creationId xmlns:a16="http://schemas.microsoft.com/office/drawing/2014/main" id="{77F002B8-C13F-1B07-6F29-2806EF5778D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45388" y="719418"/>
            <a:ext cx="3148853" cy="3148853"/>
          </a:xfrm>
          <a:prstGeom prst="rect">
            <a:avLst/>
          </a:prstGeom>
        </p:spPr>
      </p:pic>
      <p:sp>
        <p:nvSpPr>
          <p:cNvPr id="32" name="Rectangle 31">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1131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Slides>
  <Notes>0</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Fitness Scholars</vt:lpstr>
      <vt:lpstr>Team name, Motto, and Mascot</vt:lpstr>
      <vt:lpstr>Our Vision</vt:lpstr>
      <vt:lpstr>The Mission/Purpose</vt:lpstr>
      <vt:lpstr>Goals</vt:lpstr>
      <vt:lpstr>Roles</vt:lpstr>
      <vt:lpstr>Ground Rules</vt:lpstr>
      <vt:lpstr>Administrative</vt:lpstr>
      <vt:lpstr>Task</vt:lpstr>
      <vt:lpstr>Interpersonal</vt:lpstr>
      <vt:lpstr>Procedures: How We Track Team Effectiveness</vt:lpstr>
      <vt:lpstr>Plans and Tools for Gathering Team Self-Assessment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2026-01-25T21:35:28Z</dcterms:created>
  <dcterms:modified xsi:type="dcterms:W3CDTF">2026-01-27T22:00:02Z</dcterms:modified>
</cp:coreProperties>
</file>