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0"/>
  </p:notesMasterIdLst>
  <p:sldIdLst>
    <p:sldId id="256" r:id="rId2"/>
    <p:sldId id="260" r:id="rId3"/>
    <p:sldId id="298" r:id="rId4"/>
    <p:sldId id="299" r:id="rId5"/>
    <p:sldId id="268" r:id="rId6"/>
    <p:sldId id="306" r:id="rId7"/>
    <p:sldId id="300" r:id="rId8"/>
    <p:sldId id="264" r:id="rId9"/>
    <p:sldId id="302" r:id="rId10"/>
    <p:sldId id="301" r:id="rId11"/>
    <p:sldId id="304" r:id="rId12"/>
    <p:sldId id="308" r:id="rId13"/>
    <p:sldId id="305" r:id="rId14"/>
    <p:sldId id="296" r:id="rId15"/>
    <p:sldId id="267" r:id="rId16"/>
    <p:sldId id="307" r:id="rId17"/>
    <p:sldId id="297" r:id="rId18"/>
    <p:sldId id="275" r:id="rId19"/>
  </p:sldIdLst>
  <p:sldSz cx="9144000" cy="5143500" type="screen16x9"/>
  <p:notesSz cx="6858000" cy="9144000"/>
  <p:embeddedFontLst>
    <p:embeddedFont>
      <p:font typeface="Fira Sans" panose="020B0604020202020204" charset="0"/>
      <p:regular r:id="rId21"/>
      <p:bold r:id="rId22"/>
      <p:italic r:id="rId23"/>
      <p:boldItalic r:id="rId24"/>
    </p:embeddedFont>
    <p:embeddedFont>
      <p:font typeface="Prompt" panose="020B0604020202020204" charset="-34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14DC2-0E8F-78B2-EFFC-C23B4A07EE83}" v="1505" dt="2026-02-03T21:55:08.305"/>
    <p1510:client id="{2B8F0C7A-335E-907E-F0A3-4720057CDDB0}" v="16" dt="2026-02-03T18:24:50.211"/>
    <p1510:client id="{34C65722-FF03-092C-E683-DC6C6F409151}" v="249" dt="2026-02-03T21:37:36.888"/>
    <p1510:client id="{3D0B22BC-033C-8722-D4DB-30846A5DD177}" v="103" dt="2026-02-03T21:51:48.920"/>
    <p1510:client id="{4DB95656-58D5-45D5-DF71-845665874404}" v="21" dt="2026-02-03T22:10:28.893"/>
    <p1510:client id="{583C9527-4878-AF48-523D-1B5E496CC549}" v="717" dt="2026-02-03T02:28:06.068"/>
    <p1510:client id="{7E2B594C-852A-EC60-662C-299B74FC00CA}" v="181" dt="2026-02-02T16:23:24.288"/>
    <p1510:client id="{BF1E24A3-4B3D-B871-89A3-92A176A7FB17}" v="15" dt="2026-02-03T21:13:38.821"/>
    <p1510:client id="{CD67B662-5460-0113-2CDE-2C8828F81FC6}" v="522" dt="2026-02-03T21:47:36.803"/>
    <p1510:client id="{F947840E-F7C4-BE45-044B-9834D7DA34EA}" v="1692" dt="2026-02-02T17:39:20.968"/>
  </p1510:revLst>
</p1510:revInfo>
</file>

<file path=ppt/tableStyles.xml><?xml version="1.0" encoding="utf-8"?>
<a:tblStyleLst xmlns:a="http://schemas.openxmlformats.org/drawingml/2006/main" def="{2AE38B62-2E43-4EFB-BA60-B2BCEC86D94B}">
  <a:tblStyle styleId="{2AE38B62-2E43-4EFB-BA60-B2BCEC86D9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96C483-CD4B-4816-8AA2-AF20753F372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ela, Trinity A" userId="S::varelat1472@uhcl.edu::8e774b34-1373-4562-a2c8-7841e1a65b4d" providerId="AD" clId="Web-{A0F2053E-8FAD-ADFD-EB1A-7E68D77B2278}"/>
    <pc:docChg chg="addSld delSld modSld sldOrd">
      <pc:chgData name="Varela, Trinity A" userId="S::varelat1472@uhcl.edu::8e774b34-1373-4562-a2c8-7841e1a65b4d" providerId="AD" clId="Web-{A0F2053E-8FAD-ADFD-EB1A-7E68D77B2278}" dt="2026-02-01T20:46:42.816" v="539"/>
      <pc:docMkLst>
        <pc:docMk/>
      </pc:docMkLst>
      <pc:sldChg chg="addSp delSp modSp">
        <pc:chgData name="Varela, Trinity A" userId="S::varelat1472@uhcl.edu::8e774b34-1373-4562-a2c8-7841e1a65b4d" providerId="AD" clId="Web-{A0F2053E-8FAD-ADFD-EB1A-7E68D77B2278}" dt="2026-02-01T20:16:47.028" v="95" actId="20577"/>
        <pc:sldMkLst>
          <pc:docMk/>
          <pc:sldMk cId="0" sldId="268"/>
        </pc:sldMkLst>
        <pc:spChg chg="add mod">
          <ac:chgData name="Varela, Trinity A" userId="S::varelat1472@uhcl.edu::8e774b34-1373-4562-a2c8-7841e1a65b4d" providerId="AD" clId="Web-{A0F2053E-8FAD-ADFD-EB1A-7E68D77B2278}" dt="2026-02-01T20:16:47.028" v="95" actId="20577"/>
          <ac:spMkLst>
            <pc:docMk/>
            <pc:sldMk cId="0" sldId="268"/>
            <ac:spMk id="5" creationId="{281EEA26-AE4F-7E11-5F0D-E0C63E77DF91}"/>
          </ac:spMkLst>
        </pc:spChg>
        <pc:spChg chg="mod">
          <ac:chgData name="Varela, Trinity A" userId="S::varelat1472@uhcl.edu::8e774b34-1373-4562-a2c8-7841e1a65b4d" providerId="AD" clId="Web-{A0F2053E-8FAD-ADFD-EB1A-7E68D77B2278}" dt="2026-02-01T20:15:18.135" v="79" actId="1076"/>
          <ac:spMkLst>
            <pc:docMk/>
            <pc:sldMk cId="0" sldId="268"/>
            <ac:spMk id="921" creationId="{00000000-0000-0000-0000-000000000000}"/>
          </ac:spMkLst>
        </pc:spChg>
        <pc:grpChg chg="mod">
          <ac:chgData name="Varela, Trinity A" userId="S::varelat1472@uhcl.edu::8e774b34-1373-4562-a2c8-7841e1a65b4d" providerId="AD" clId="Web-{A0F2053E-8FAD-ADFD-EB1A-7E68D77B2278}" dt="2026-02-01T20:13:33.818" v="59" actId="1076"/>
          <ac:grpSpMkLst>
            <pc:docMk/>
            <pc:sldMk cId="0" sldId="268"/>
            <ac:grpSpMk id="937" creationId="{00000000-0000-0000-0000-000000000000}"/>
          </ac:grpSpMkLst>
        </pc:grpChg>
      </pc:sldChg>
      <pc:sldChg chg="modSp">
        <pc:chgData name="Varela, Trinity A" userId="S::varelat1472@uhcl.edu::8e774b34-1373-4562-a2c8-7841e1a65b4d" providerId="AD" clId="Web-{A0F2053E-8FAD-ADFD-EB1A-7E68D77B2278}" dt="2026-02-01T20:44:37.883" v="502"/>
        <pc:sldMkLst>
          <pc:docMk/>
          <pc:sldMk cId="3369097537" sldId="297"/>
        </pc:sldMkLst>
        <pc:graphicFrameChg chg="mod modGraphic">
          <ac:chgData name="Varela, Trinity A" userId="S::varelat1472@uhcl.edu::8e774b34-1373-4562-a2c8-7841e1a65b4d" providerId="AD" clId="Web-{A0F2053E-8FAD-ADFD-EB1A-7E68D77B2278}" dt="2026-02-01T20:44:37.883" v="502"/>
          <ac:graphicFrameMkLst>
            <pc:docMk/>
            <pc:sldMk cId="3369097537" sldId="297"/>
            <ac:graphicFrameMk id="903" creationId="{7776EBDB-730A-FDE6-24DF-12351C2D07A2}"/>
          </ac:graphicFrameMkLst>
        </pc:graphicFrameChg>
      </pc:sldChg>
      <pc:sldChg chg="modSp">
        <pc:chgData name="Varela, Trinity A" userId="S::varelat1472@uhcl.edu::8e774b34-1373-4562-a2c8-7841e1a65b4d" providerId="AD" clId="Web-{A0F2053E-8FAD-ADFD-EB1A-7E68D77B2278}" dt="2026-02-01T20:10:55.402" v="44" actId="1076"/>
        <pc:sldMkLst>
          <pc:docMk/>
          <pc:sldMk cId="2857473285" sldId="299"/>
        </pc:sldMkLst>
        <pc:spChg chg="mod">
          <ac:chgData name="Varela, Trinity A" userId="S::varelat1472@uhcl.edu::8e774b34-1373-4562-a2c8-7841e1a65b4d" providerId="AD" clId="Web-{A0F2053E-8FAD-ADFD-EB1A-7E68D77B2278}" dt="2026-02-01T20:10:55.402" v="44" actId="1076"/>
          <ac:spMkLst>
            <pc:docMk/>
            <pc:sldMk cId="2857473285" sldId="299"/>
            <ac:spMk id="6" creationId="{9BB920E9-25DE-FC13-20A7-A24706C03D4F}"/>
          </ac:spMkLst>
        </pc:spChg>
        <pc:spChg chg="mod">
          <ac:chgData name="Varela, Trinity A" userId="S::varelat1472@uhcl.edu::8e774b34-1373-4562-a2c8-7841e1a65b4d" providerId="AD" clId="Web-{A0F2053E-8FAD-ADFD-EB1A-7E68D77B2278}" dt="2026-02-01T20:10:52.933" v="43" actId="1076"/>
          <ac:spMkLst>
            <pc:docMk/>
            <pc:sldMk cId="2857473285" sldId="299"/>
            <ac:spMk id="8" creationId="{CBFF977B-801A-174D-77B9-44C5954AF50F}"/>
          </ac:spMkLst>
        </pc:spChg>
      </pc:sldChg>
      <pc:sldChg chg="add replId">
        <pc:chgData name="Varela, Trinity A" userId="S::varelat1472@uhcl.edu::8e774b34-1373-4562-a2c8-7841e1a65b4d" providerId="AD" clId="Web-{A0F2053E-8FAD-ADFD-EB1A-7E68D77B2278}" dt="2026-02-01T20:19:34.656" v="97"/>
        <pc:sldMkLst>
          <pc:docMk/>
          <pc:sldMk cId="2794073634" sldId="302"/>
        </pc:sldMkLst>
      </pc:sldChg>
      <pc:sldChg chg="modSp add replId">
        <pc:chgData name="Varela, Trinity A" userId="S::varelat1472@uhcl.edu::8e774b34-1373-4562-a2c8-7841e1a65b4d" providerId="AD" clId="Web-{A0F2053E-8FAD-ADFD-EB1A-7E68D77B2278}" dt="2026-02-01T20:33:19.169" v="406"/>
        <pc:sldMkLst>
          <pc:docMk/>
          <pc:sldMk cId="3309008687" sldId="304"/>
        </pc:sldMkLst>
        <pc:graphicFrameChg chg="mod modGraphic">
          <ac:chgData name="Varela, Trinity A" userId="S::varelat1472@uhcl.edu::8e774b34-1373-4562-a2c8-7841e1a65b4d" providerId="AD" clId="Web-{A0F2053E-8FAD-ADFD-EB1A-7E68D77B2278}" dt="2026-02-01T20:33:19.169" v="406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  <pc:sldChg chg="modSp add replId">
        <pc:chgData name="Varela, Trinity A" userId="S::varelat1472@uhcl.edu::8e774b34-1373-4562-a2c8-7841e1a65b4d" providerId="AD" clId="Web-{A0F2053E-8FAD-ADFD-EB1A-7E68D77B2278}" dt="2026-02-01T20:33:46.436" v="454"/>
        <pc:sldMkLst>
          <pc:docMk/>
          <pc:sldMk cId="2391868340" sldId="305"/>
        </pc:sldMkLst>
        <pc:graphicFrameChg chg="mod modGraphic">
          <ac:chgData name="Varela, Trinity A" userId="S::varelat1472@uhcl.edu::8e774b34-1373-4562-a2c8-7841e1a65b4d" providerId="AD" clId="Web-{A0F2053E-8FAD-ADFD-EB1A-7E68D77B2278}" dt="2026-02-01T20:33:46.436" v="454"/>
          <ac:graphicFrameMkLst>
            <pc:docMk/>
            <pc:sldMk cId="2391868340" sldId="305"/>
            <ac:graphicFrameMk id="903" creationId="{CAAD2A40-E531-5710-002E-CB1DC857E6B3}"/>
          </ac:graphicFrameMkLst>
        </pc:graphicFrameChg>
      </pc:sldChg>
      <pc:sldChg chg="modSp new">
        <pc:chgData name="Varela, Trinity A" userId="S::varelat1472@uhcl.edu::8e774b34-1373-4562-a2c8-7841e1a65b4d" providerId="AD" clId="Web-{A0F2053E-8FAD-ADFD-EB1A-7E68D77B2278}" dt="2026-02-01T20:37:12.349" v="490" actId="20577"/>
        <pc:sldMkLst>
          <pc:docMk/>
          <pc:sldMk cId="2963992130" sldId="306"/>
        </pc:sldMkLst>
        <pc:spChg chg="mod">
          <ac:chgData name="Varela, Trinity A" userId="S::varelat1472@uhcl.edu::8e774b34-1373-4562-a2c8-7841e1a65b4d" providerId="AD" clId="Web-{A0F2053E-8FAD-ADFD-EB1A-7E68D77B2278}" dt="2026-02-01T20:36:20.082" v="470" actId="20577"/>
          <ac:spMkLst>
            <pc:docMk/>
            <pc:sldMk cId="2963992130" sldId="306"/>
            <ac:spMk id="2" creationId="{1E19A86A-7E03-5155-481B-907BEA9901C2}"/>
          </ac:spMkLst>
        </pc:spChg>
        <pc:spChg chg="mod">
          <ac:chgData name="Varela, Trinity A" userId="S::varelat1472@uhcl.edu::8e774b34-1373-4562-a2c8-7841e1a65b4d" providerId="AD" clId="Web-{A0F2053E-8FAD-ADFD-EB1A-7E68D77B2278}" dt="2026-02-01T20:37:12.349" v="490" actId="20577"/>
          <ac:spMkLst>
            <pc:docMk/>
            <pc:sldMk cId="2963992130" sldId="306"/>
            <ac:spMk id="3" creationId="{7C8F23B5-744C-D68C-D05E-B2A2C54616CA}"/>
          </ac:spMkLst>
        </pc:spChg>
      </pc:sldChg>
      <pc:sldChg chg="addSp delSp modSp new">
        <pc:chgData name="Varela, Trinity A" userId="S::varelat1472@uhcl.edu::8e774b34-1373-4562-a2c8-7841e1a65b4d" providerId="AD" clId="Web-{A0F2053E-8FAD-ADFD-EB1A-7E68D77B2278}" dt="2026-02-01T20:46:42.816" v="539"/>
        <pc:sldMkLst>
          <pc:docMk/>
          <pc:sldMk cId="404490869" sldId="307"/>
        </pc:sldMkLst>
        <pc:spChg chg="mod">
          <ac:chgData name="Varela, Trinity A" userId="S::varelat1472@uhcl.edu::8e774b34-1373-4562-a2c8-7841e1a65b4d" providerId="AD" clId="Web-{A0F2053E-8FAD-ADFD-EB1A-7E68D77B2278}" dt="2026-02-01T20:45:56.578" v="536" actId="20577"/>
          <ac:spMkLst>
            <pc:docMk/>
            <pc:sldMk cId="404490869" sldId="307"/>
            <ac:spMk id="2" creationId="{06348667-962E-FF7A-3F7D-D8E27628A35B}"/>
          </ac:spMkLst>
        </pc:spChg>
        <pc:spChg chg="mod">
          <ac:chgData name="Varela, Trinity A" userId="S::varelat1472@uhcl.edu::8e774b34-1373-4562-a2c8-7841e1a65b4d" providerId="AD" clId="Web-{A0F2053E-8FAD-ADFD-EB1A-7E68D77B2278}" dt="2026-02-01T20:45:34.420" v="506" actId="20577"/>
          <ac:spMkLst>
            <pc:docMk/>
            <pc:sldMk cId="404490869" sldId="307"/>
            <ac:spMk id="3" creationId="{26129837-AFC5-A6B4-D5CE-89B59CEBB327}"/>
          </ac:spMkLst>
        </pc:spChg>
        <pc:picChg chg="add mod ord modCrop">
          <ac:chgData name="Varela, Trinity A" userId="S::varelat1472@uhcl.edu::8e774b34-1373-4562-a2c8-7841e1a65b4d" providerId="AD" clId="Web-{A0F2053E-8FAD-ADFD-EB1A-7E68D77B2278}" dt="2026-02-01T20:46:42.816" v="539"/>
          <ac:picMkLst>
            <pc:docMk/>
            <pc:sldMk cId="404490869" sldId="307"/>
            <ac:picMk id="5" creationId="{93E1FB1E-6AD1-2E24-8C15-DF57251A4957}"/>
          </ac:picMkLst>
        </pc:picChg>
      </pc:sldChg>
    </pc:docChg>
  </pc:docChgLst>
  <pc:docChgLst>
    <pc:chgData name="Saragadam, Charan Sai" userId="S::saragadamc0904@uhcl.edu::3d7ac467-ea13-4f3a-9396-799bf767b280" providerId="AD" clId="Web-{5799E22C-3B64-AB42-7242-92FA7C99E87E}"/>
    <pc:docChg chg="modSld">
      <pc:chgData name="Saragadam, Charan Sai" userId="S::saragadamc0904@uhcl.edu::3d7ac467-ea13-4f3a-9396-799bf767b280" providerId="AD" clId="Web-{5799E22C-3B64-AB42-7242-92FA7C99E87E}" dt="2026-02-01T22:06:56.268" v="47"/>
      <pc:docMkLst>
        <pc:docMk/>
      </pc:docMkLst>
      <pc:sldChg chg="modSp">
        <pc:chgData name="Saragadam, Charan Sai" userId="S::saragadamc0904@uhcl.edu::3d7ac467-ea13-4f3a-9396-799bf767b280" providerId="AD" clId="Web-{5799E22C-3B64-AB42-7242-92FA7C99E87E}" dt="2026-02-01T22:06:56.268" v="47"/>
        <pc:sldMkLst>
          <pc:docMk/>
          <pc:sldMk cId="3309008687" sldId="304"/>
        </pc:sldMkLst>
        <pc:graphicFrameChg chg="mod modGraphic">
          <ac:chgData name="Saragadam, Charan Sai" userId="S::saragadamc0904@uhcl.edu::3d7ac467-ea13-4f3a-9396-799bf767b280" providerId="AD" clId="Web-{5799E22C-3B64-AB42-7242-92FA7C99E87E}" dt="2026-02-01T22:06:56.268" v="47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</pc:docChg>
  </pc:docChgLst>
  <pc:docChgLst>
    <pc:chgData name="Varela, Trinity A" userId="S::varelat1472@uhcl.edu::8e774b34-1373-4562-a2c8-7841e1a65b4d" providerId="AD" clId="Web-{4DB95656-58D5-45D5-DF71-845665874404}"/>
    <pc:docChg chg="modSld">
      <pc:chgData name="Varela, Trinity A" userId="S::varelat1472@uhcl.edu::8e774b34-1373-4562-a2c8-7841e1a65b4d" providerId="AD" clId="Web-{4DB95656-58D5-45D5-DF71-845665874404}" dt="2026-02-03T22:10:28.893" v="20" actId="20577"/>
      <pc:docMkLst>
        <pc:docMk/>
      </pc:docMkLst>
      <pc:sldChg chg="addSp modSp">
        <pc:chgData name="Varela, Trinity A" userId="S::varelat1472@uhcl.edu::8e774b34-1373-4562-a2c8-7841e1a65b4d" providerId="AD" clId="Web-{4DB95656-58D5-45D5-DF71-845665874404}" dt="2026-02-03T22:10:28.893" v="20" actId="20577"/>
        <pc:sldMkLst>
          <pc:docMk/>
          <pc:sldMk cId="0" sldId="256"/>
        </pc:sldMkLst>
        <pc:spChg chg="add mod">
          <ac:chgData name="Varela, Trinity A" userId="S::varelat1472@uhcl.edu::8e774b34-1373-4562-a2c8-7841e1a65b4d" providerId="AD" clId="Web-{4DB95656-58D5-45D5-DF71-845665874404}" dt="2026-02-03T22:10:28.893" v="20" actId="20577"/>
          <ac:spMkLst>
            <pc:docMk/>
            <pc:sldMk cId="0" sldId="256"/>
            <ac:spMk id="3" creationId="{FF591D8F-DBE1-06FC-9B2A-53B1B5AB1120}"/>
          </ac:spMkLst>
        </pc:spChg>
        <pc:spChg chg="mod">
          <ac:chgData name="Varela, Trinity A" userId="S::varelat1472@uhcl.edu::8e774b34-1373-4562-a2c8-7841e1a65b4d" providerId="AD" clId="Web-{4DB95656-58D5-45D5-DF71-845665874404}" dt="2026-02-03T22:10:01.096" v="1" actId="1076"/>
          <ac:spMkLst>
            <pc:docMk/>
            <pc:sldMk cId="0" sldId="256"/>
            <ac:spMk id="621" creationId="{00000000-0000-0000-0000-000000000000}"/>
          </ac:spMkLst>
        </pc:spChg>
      </pc:sldChg>
    </pc:docChg>
  </pc:docChgLst>
  <pc:docChgLst>
    <pc:chgData name="Varela, Trinity A" userId="S::varelat1472@uhcl.edu::8e774b34-1373-4562-a2c8-7841e1a65b4d" providerId="AD" clId="Web-{3D0B22BC-033C-8722-D4DB-30846A5DD177}"/>
    <pc:docChg chg="modSld">
      <pc:chgData name="Varela, Trinity A" userId="S::varelat1472@uhcl.edu::8e774b34-1373-4562-a2c8-7841e1a65b4d" providerId="AD" clId="Web-{3D0B22BC-033C-8722-D4DB-30846A5DD177}" dt="2026-02-03T21:51:48.920" v="290" actId="20577"/>
      <pc:docMkLst>
        <pc:docMk/>
      </pc:docMkLst>
      <pc:sldChg chg="modNotes">
        <pc:chgData name="Varela, Trinity A" userId="S::varelat1472@uhcl.edu::8e774b34-1373-4562-a2c8-7841e1a65b4d" providerId="AD" clId="Web-{3D0B22BC-033C-8722-D4DB-30846A5DD177}" dt="2026-02-03T21:45:55.974" v="237"/>
        <pc:sldMkLst>
          <pc:docMk/>
          <pc:sldMk cId="0" sldId="267"/>
        </pc:sldMkLst>
      </pc:sldChg>
      <pc:sldChg chg="delSp modSp mod modClrScheme chgLayout">
        <pc:chgData name="Varela, Trinity A" userId="S::varelat1472@uhcl.edu::8e774b34-1373-4562-a2c8-7841e1a65b4d" providerId="AD" clId="Web-{3D0B22BC-033C-8722-D4DB-30846A5DD177}" dt="2026-02-03T21:51:48.920" v="290" actId="20577"/>
        <pc:sldMkLst>
          <pc:docMk/>
          <pc:sldMk cId="0" sldId="268"/>
        </pc:sldMkLst>
        <pc:spChg chg="mod ord">
          <ac:chgData name="Varela, Trinity A" userId="S::varelat1472@uhcl.edu::8e774b34-1373-4562-a2c8-7841e1a65b4d" providerId="AD" clId="Web-{3D0B22BC-033C-8722-D4DB-30846A5DD177}" dt="2026-02-03T21:51:48.920" v="290" actId="20577"/>
          <ac:spMkLst>
            <pc:docMk/>
            <pc:sldMk cId="0" sldId="268"/>
            <ac:spMk id="5" creationId="{281EEA26-AE4F-7E11-5F0D-E0C63E77DF91}"/>
          </ac:spMkLst>
        </pc:spChg>
        <pc:spChg chg="mod ord">
          <ac:chgData name="Varela, Trinity A" userId="S::varelat1472@uhcl.edu::8e774b34-1373-4562-a2c8-7841e1a65b4d" providerId="AD" clId="Web-{3D0B22BC-033C-8722-D4DB-30846A5DD177}" dt="2026-02-03T21:50:59.154" v="280"/>
          <ac:spMkLst>
            <pc:docMk/>
            <pc:sldMk cId="0" sldId="268"/>
            <ac:spMk id="921" creationId="{00000000-0000-0000-0000-000000000000}"/>
          </ac:spMkLst>
        </pc:spChg>
        <pc:spChg chg="del">
          <ac:chgData name="Varela, Trinity A" userId="S::varelat1472@uhcl.edu::8e774b34-1373-4562-a2c8-7841e1a65b4d" providerId="AD" clId="Web-{3D0B22BC-033C-8722-D4DB-30846A5DD177}" dt="2026-02-03T21:51:06.889" v="284"/>
          <ac:spMkLst>
            <pc:docMk/>
            <pc:sldMk cId="0" sldId="268"/>
            <ac:spMk id="923" creationId="{00000000-0000-0000-0000-000000000000}"/>
          </ac:spMkLst>
        </pc:spChg>
        <pc:grpChg chg="del">
          <ac:chgData name="Varela, Trinity A" userId="S::varelat1472@uhcl.edu::8e774b34-1373-4562-a2c8-7841e1a65b4d" providerId="AD" clId="Web-{3D0B22BC-033C-8722-D4DB-30846A5DD177}" dt="2026-02-03T21:51:08.108" v="285"/>
          <ac:grpSpMkLst>
            <pc:docMk/>
            <pc:sldMk cId="0" sldId="268"/>
            <ac:grpSpMk id="908" creationId="{00000000-0000-0000-0000-000000000000}"/>
          </ac:grpSpMkLst>
        </pc:grpChg>
        <pc:grpChg chg="del">
          <ac:chgData name="Varela, Trinity A" userId="S::varelat1472@uhcl.edu::8e774b34-1373-4562-a2c8-7841e1a65b4d" providerId="AD" clId="Web-{3D0B22BC-033C-8722-D4DB-30846A5DD177}" dt="2026-02-03T21:51:04.170" v="281"/>
          <ac:grpSpMkLst>
            <pc:docMk/>
            <pc:sldMk cId="0" sldId="268"/>
            <ac:grpSpMk id="911" creationId="{00000000-0000-0000-0000-000000000000}"/>
          </ac:grpSpMkLst>
        </pc:grpChg>
        <pc:grpChg chg="del">
          <ac:chgData name="Varela, Trinity A" userId="S::varelat1472@uhcl.edu::8e774b34-1373-4562-a2c8-7841e1a65b4d" providerId="AD" clId="Web-{3D0B22BC-033C-8722-D4DB-30846A5DD177}" dt="2026-02-03T21:51:05.263" v="283"/>
          <ac:grpSpMkLst>
            <pc:docMk/>
            <pc:sldMk cId="0" sldId="268"/>
            <ac:grpSpMk id="924" creationId="{00000000-0000-0000-0000-000000000000}"/>
          </ac:grpSpMkLst>
        </pc:grpChg>
        <pc:grpChg chg="del">
          <ac:chgData name="Varela, Trinity A" userId="S::varelat1472@uhcl.edu::8e774b34-1373-4562-a2c8-7841e1a65b4d" providerId="AD" clId="Web-{3D0B22BC-033C-8722-D4DB-30846A5DD177}" dt="2026-02-03T21:51:11.029" v="286"/>
          <ac:grpSpMkLst>
            <pc:docMk/>
            <pc:sldMk cId="0" sldId="268"/>
            <ac:grpSpMk id="928" creationId="{00000000-0000-0000-0000-000000000000}"/>
          </ac:grpSpMkLst>
        </pc:grpChg>
        <pc:grpChg chg="del">
          <ac:chgData name="Varela, Trinity A" userId="S::varelat1472@uhcl.edu::8e774b34-1373-4562-a2c8-7841e1a65b4d" providerId="AD" clId="Web-{3D0B22BC-033C-8722-D4DB-30846A5DD177}" dt="2026-02-03T21:51:14.482" v="287"/>
          <ac:grpSpMkLst>
            <pc:docMk/>
            <pc:sldMk cId="0" sldId="268"/>
            <ac:grpSpMk id="941" creationId="{00000000-0000-0000-0000-000000000000}"/>
          </ac:grpSpMkLst>
        </pc:grpChg>
        <pc:picChg chg="del">
          <ac:chgData name="Varela, Trinity A" userId="S::varelat1472@uhcl.edu::8e774b34-1373-4562-a2c8-7841e1a65b4d" providerId="AD" clId="Web-{3D0B22BC-033C-8722-D4DB-30846A5DD177}" dt="2026-02-03T21:51:04.560" v="282"/>
          <ac:picMkLst>
            <pc:docMk/>
            <pc:sldMk cId="0" sldId="268"/>
            <ac:picMk id="927" creationId="{00000000-0000-0000-0000-000000000000}"/>
          </ac:picMkLst>
        </pc:picChg>
      </pc:sldChg>
      <pc:sldChg chg="modSp">
        <pc:chgData name="Varela, Trinity A" userId="S::varelat1472@uhcl.edu::8e774b34-1373-4562-a2c8-7841e1a65b4d" providerId="AD" clId="Web-{3D0B22BC-033C-8722-D4DB-30846A5DD177}" dt="2026-02-03T21:49:05.449" v="272" actId="1076"/>
        <pc:sldMkLst>
          <pc:docMk/>
          <pc:sldMk cId="3369097537" sldId="297"/>
        </pc:sldMkLst>
        <pc:graphicFrameChg chg="mod modGraphic">
          <ac:chgData name="Varela, Trinity A" userId="S::varelat1472@uhcl.edu::8e774b34-1373-4562-a2c8-7841e1a65b4d" providerId="AD" clId="Web-{3D0B22BC-033C-8722-D4DB-30846A5DD177}" dt="2026-02-03T21:49:05.449" v="272" actId="1076"/>
          <ac:graphicFrameMkLst>
            <pc:docMk/>
            <pc:sldMk cId="3369097537" sldId="297"/>
            <ac:graphicFrameMk id="903" creationId="{7776EBDB-730A-FDE6-24DF-12351C2D07A2}"/>
          </ac:graphicFrameMkLst>
        </pc:graphicFrameChg>
      </pc:sldChg>
      <pc:sldChg chg="modSp">
        <pc:chgData name="Varela, Trinity A" userId="S::varelat1472@uhcl.edu::8e774b34-1373-4562-a2c8-7841e1a65b4d" providerId="AD" clId="Web-{3D0B22BC-033C-8722-D4DB-30846A5DD177}" dt="2026-02-03T21:51:36.014" v="289" actId="1076"/>
        <pc:sldMkLst>
          <pc:docMk/>
          <pc:sldMk cId="2857473285" sldId="299"/>
        </pc:sldMkLst>
        <pc:spChg chg="mod">
          <ac:chgData name="Varela, Trinity A" userId="S::varelat1472@uhcl.edu::8e774b34-1373-4562-a2c8-7841e1a65b4d" providerId="AD" clId="Web-{3D0B22BC-033C-8722-D4DB-30846A5DD177}" dt="2026-02-03T21:51:36.014" v="289" actId="1076"/>
          <ac:spMkLst>
            <pc:docMk/>
            <pc:sldMk cId="2857473285" sldId="299"/>
            <ac:spMk id="8" creationId="{CBFF977B-801A-174D-77B9-44C5954AF50F}"/>
          </ac:spMkLst>
        </pc:spChg>
      </pc:sldChg>
      <pc:sldChg chg="modSp">
        <pc:chgData name="Varela, Trinity A" userId="S::varelat1472@uhcl.edu::8e774b34-1373-4562-a2c8-7841e1a65b4d" providerId="AD" clId="Web-{3D0B22BC-033C-8722-D4DB-30846A5DD177}" dt="2026-02-03T21:49:29.105" v="275" actId="1076"/>
        <pc:sldMkLst>
          <pc:docMk/>
          <pc:sldMk cId="3309008687" sldId="304"/>
        </pc:sldMkLst>
        <pc:graphicFrameChg chg="mod modGraphic">
          <ac:chgData name="Varela, Trinity A" userId="S::varelat1472@uhcl.edu::8e774b34-1373-4562-a2c8-7841e1a65b4d" providerId="AD" clId="Web-{3D0B22BC-033C-8722-D4DB-30846A5DD177}" dt="2026-02-03T21:49:29.105" v="275" actId="1076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  <pc:sldChg chg="modSp">
        <pc:chgData name="Varela, Trinity A" userId="S::varelat1472@uhcl.edu::8e774b34-1373-4562-a2c8-7841e1a65b4d" providerId="AD" clId="Web-{3D0B22BC-033C-8722-D4DB-30846A5DD177}" dt="2026-02-03T21:50:06.450" v="279" actId="1076"/>
        <pc:sldMkLst>
          <pc:docMk/>
          <pc:sldMk cId="2003221503" sldId="308"/>
        </pc:sldMkLst>
        <pc:graphicFrameChg chg="mod modGraphic">
          <ac:chgData name="Varela, Trinity A" userId="S::varelat1472@uhcl.edu::8e774b34-1373-4562-a2c8-7841e1a65b4d" providerId="AD" clId="Web-{3D0B22BC-033C-8722-D4DB-30846A5DD177}" dt="2026-02-03T21:50:06.450" v="279" actId="1076"/>
          <ac:graphicFrameMkLst>
            <pc:docMk/>
            <pc:sldMk cId="2003221503" sldId="308"/>
            <ac:graphicFrameMk id="903" creationId="{47C8B661-8FDB-6D03-02AA-56298A153AC4}"/>
          </ac:graphicFrameMkLst>
        </pc:graphicFrameChg>
      </pc:sldChg>
    </pc:docChg>
  </pc:docChgLst>
  <pc:docChgLst>
    <pc:chgData name="Zapata, Edsson Romario" userId="S::zapatae9574@uhcl.edu::5199caf6-7db2-42f0-91d5-2c028ed5d3d9" providerId="AD" clId="Web-{CD67B662-5460-0113-2CDE-2C8828F81FC6}"/>
    <pc:docChg chg="modSld">
      <pc:chgData name="Zapata, Edsson Romario" userId="S::zapatae9574@uhcl.edu::5199caf6-7db2-42f0-91d5-2c028ed5d3d9" providerId="AD" clId="Web-{CD67B662-5460-0113-2CDE-2C8828F81FC6}" dt="2026-02-03T21:44:12.693" v="477"/>
      <pc:docMkLst>
        <pc:docMk/>
      </pc:docMkLst>
      <pc:sldChg chg="modSp">
        <pc:chgData name="Zapata, Edsson Romario" userId="S::zapatae9574@uhcl.edu::5199caf6-7db2-42f0-91d5-2c028ed5d3d9" providerId="AD" clId="Web-{CD67B662-5460-0113-2CDE-2C8828F81FC6}" dt="2026-02-03T21:11:39.453" v="105"/>
        <pc:sldMkLst>
          <pc:docMk/>
          <pc:sldMk cId="3309008687" sldId="304"/>
        </pc:sldMkLst>
        <pc:graphicFrameChg chg="mod modGraphic">
          <ac:chgData name="Zapata, Edsson Romario" userId="S::zapatae9574@uhcl.edu::5199caf6-7db2-42f0-91d5-2c028ed5d3d9" providerId="AD" clId="Web-{CD67B662-5460-0113-2CDE-2C8828F81FC6}" dt="2026-02-03T21:11:39.453" v="105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  <pc:sldChg chg="modSp">
        <pc:chgData name="Zapata, Edsson Romario" userId="S::zapatae9574@uhcl.edu::5199caf6-7db2-42f0-91d5-2c028ed5d3d9" providerId="AD" clId="Web-{CD67B662-5460-0113-2CDE-2C8828F81FC6}" dt="2026-02-03T21:44:12.693" v="477"/>
        <pc:sldMkLst>
          <pc:docMk/>
          <pc:sldMk cId="2391868340" sldId="305"/>
        </pc:sldMkLst>
        <pc:graphicFrameChg chg="mod modGraphic">
          <ac:chgData name="Zapata, Edsson Romario" userId="S::zapatae9574@uhcl.edu::5199caf6-7db2-42f0-91d5-2c028ed5d3d9" providerId="AD" clId="Web-{CD67B662-5460-0113-2CDE-2C8828F81FC6}" dt="2026-02-03T21:44:12.693" v="477"/>
          <ac:graphicFrameMkLst>
            <pc:docMk/>
            <pc:sldMk cId="2391868340" sldId="305"/>
            <ac:graphicFrameMk id="903" creationId="{CAAD2A40-E531-5710-002E-CB1DC857E6B3}"/>
          </ac:graphicFrameMkLst>
        </pc:graphicFrameChg>
      </pc:sldChg>
      <pc:sldChg chg="modSp">
        <pc:chgData name="Zapata, Edsson Romario" userId="S::zapatae9574@uhcl.edu::5199caf6-7db2-42f0-91d5-2c028ed5d3d9" providerId="AD" clId="Web-{CD67B662-5460-0113-2CDE-2C8828F81FC6}" dt="2026-02-03T21:13:57.703" v="409"/>
        <pc:sldMkLst>
          <pc:docMk/>
          <pc:sldMk cId="2003221503" sldId="308"/>
        </pc:sldMkLst>
        <pc:graphicFrameChg chg="mod modGraphic">
          <ac:chgData name="Zapata, Edsson Romario" userId="S::zapatae9574@uhcl.edu::5199caf6-7db2-42f0-91d5-2c028ed5d3d9" providerId="AD" clId="Web-{CD67B662-5460-0113-2CDE-2C8828F81FC6}" dt="2026-02-03T21:13:57.703" v="409"/>
          <ac:graphicFrameMkLst>
            <pc:docMk/>
            <pc:sldMk cId="2003221503" sldId="308"/>
            <ac:graphicFrameMk id="903" creationId="{47C8B661-8FDB-6D03-02AA-56298A153AC4}"/>
          </ac:graphicFrameMkLst>
        </pc:graphicFrameChg>
      </pc:sldChg>
    </pc:docChg>
  </pc:docChgLst>
  <pc:docChgLst>
    <pc:chgData name="Zapata, Edsson Romario" userId="S::zapatae9574@uhcl.edu::5199caf6-7db2-42f0-91d5-2c028ed5d3d9" providerId="AD" clId="Web-{F947840E-F7C4-BE45-044B-9834D7DA34EA}"/>
    <pc:docChg chg="modSld">
      <pc:chgData name="Zapata, Edsson Romario" userId="S::zapatae9574@uhcl.edu::5199caf6-7db2-42f0-91d5-2c028ed5d3d9" providerId="AD" clId="Web-{F947840E-F7C4-BE45-044B-9834D7DA34EA}" dt="2026-02-02T17:39:20.968" v="1648"/>
      <pc:docMkLst>
        <pc:docMk/>
      </pc:docMkLst>
      <pc:sldChg chg="modSp">
        <pc:chgData name="Zapata, Edsson Romario" userId="S::zapatae9574@uhcl.edu::5199caf6-7db2-42f0-91d5-2c028ed5d3d9" providerId="AD" clId="Web-{F947840E-F7C4-BE45-044B-9834D7DA34EA}" dt="2026-02-02T17:38:36.452" v="1643"/>
        <pc:sldMkLst>
          <pc:docMk/>
          <pc:sldMk cId="3309008687" sldId="304"/>
        </pc:sldMkLst>
        <pc:graphicFrameChg chg="mod modGraphic">
          <ac:chgData name="Zapata, Edsson Romario" userId="S::zapatae9574@uhcl.edu::5199caf6-7db2-42f0-91d5-2c028ed5d3d9" providerId="AD" clId="Web-{F947840E-F7C4-BE45-044B-9834D7DA34EA}" dt="2026-02-02T17:38:36.452" v="1643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  <pc:sldChg chg="modSp">
        <pc:chgData name="Zapata, Edsson Romario" userId="S::zapatae9574@uhcl.edu::5199caf6-7db2-42f0-91d5-2c028ed5d3d9" providerId="AD" clId="Web-{F947840E-F7C4-BE45-044B-9834D7DA34EA}" dt="2026-02-02T17:39:20.968" v="1648"/>
        <pc:sldMkLst>
          <pc:docMk/>
          <pc:sldMk cId="2391868340" sldId="305"/>
        </pc:sldMkLst>
        <pc:graphicFrameChg chg="mod modGraphic">
          <ac:chgData name="Zapata, Edsson Romario" userId="S::zapatae9574@uhcl.edu::5199caf6-7db2-42f0-91d5-2c028ed5d3d9" providerId="AD" clId="Web-{F947840E-F7C4-BE45-044B-9834D7DA34EA}" dt="2026-02-02T17:39:20.968" v="1648"/>
          <ac:graphicFrameMkLst>
            <pc:docMk/>
            <pc:sldMk cId="2391868340" sldId="305"/>
            <ac:graphicFrameMk id="903" creationId="{CAAD2A40-E531-5710-002E-CB1DC857E6B3}"/>
          </ac:graphicFrameMkLst>
        </pc:graphicFrameChg>
      </pc:sldChg>
    </pc:docChg>
  </pc:docChgLst>
  <pc:docChgLst>
    <pc:chgData name="Kurian, Ken" userId="S::kuriank2328@uhcl.edu::1ca81281-5d19-4cd2-b6c9-56399d9f3df7" providerId="AD" clId="Web-{2B8F0C7A-335E-907E-F0A3-4720057CDDB0}"/>
    <pc:docChg chg="modSld">
      <pc:chgData name="Kurian, Ken" userId="S::kuriank2328@uhcl.edu::1ca81281-5d19-4cd2-b6c9-56399d9f3df7" providerId="AD" clId="Web-{2B8F0C7A-335E-907E-F0A3-4720057CDDB0}" dt="2026-02-03T18:24:50.211" v="7"/>
      <pc:docMkLst>
        <pc:docMk/>
      </pc:docMkLst>
      <pc:sldChg chg="modSp">
        <pc:chgData name="Kurian, Ken" userId="S::kuriank2328@uhcl.edu::1ca81281-5d19-4cd2-b6c9-56399d9f3df7" providerId="AD" clId="Web-{2B8F0C7A-335E-907E-F0A3-4720057CDDB0}" dt="2026-02-03T18:24:50.211" v="7"/>
        <pc:sldMkLst>
          <pc:docMk/>
          <pc:sldMk cId="3369097537" sldId="297"/>
        </pc:sldMkLst>
        <pc:graphicFrameChg chg="mod modGraphic">
          <ac:chgData name="Kurian, Ken" userId="S::kuriank2328@uhcl.edu::1ca81281-5d19-4cd2-b6c9-56399d9f3df7" providerId="AD" clId="Web-{2B8F0C7A-335E-907E-F0A3-4720057CDDB0}" dt="2026-02-03T18:24:50.211" v="7"/>
          <ac:graphicFrameMkLst>
            <pc:docMk/>
            <pc:sldMk cId="3369097537" sldId="297"/>
            <ac:graphicFrameMk id="903" creationId="{7776EBDB-730A-FDE6-24DF-12351C2D07A2}"/>
          </ac:graphicFrameMkLst>
        </pc:graphicFrameChg>
      </pc:sldChg>
    </pc:docChg>
  </pc:docChgLst>
  <pc:docChgLst>
    <pc:chgData name="Varela, Trinity A" userId="S::varelat1472@uhcl.edu::8e774b34-1373-4562-a2c8-7841e1a65b4d" providerId="AD" clId="Web-{7E2B594C-852A-EC60-662C-299B74FC00CA}"/>
    <pc:docChg chg="addSld modSld">
      <pc:chgData name="Varela, Trinity A" userId="S::varelat1472@uhcl.edu::8e774b34-1373-4562-a2c8-7841e1a65b4d" providerId="AD" clId="Web-{7E2B594C-852A-EC60-662C-299B74FC00CA}" dt="2026-02-02T16:23:24.288" v="163"/>
      <pc:docMkLst>
        <pc:docMk/>
      </pc:docMkLst>
      <pc:sldChg chg="addSp delSp modSp">
        <pc:chgData name="Varela, Trinity A" userId="S::varelat1472@uhcl.edu::8e774b34-1373-4562-a2c8-7841e1a65b4d" providerId="AD" clId="Web-{7E2B594C-852A-EC60-662C-299B74FC00CA}" dt="2026-02-02T16:15:52.444" v="9" actId="1076"/>
        <pc:sldMkLst>
          <pc:docMk/>
          <pc:sldMk cId="0" sldId="275"/>
        </pc:sldMkLst>
        <pc:spChg chg="add del mod">
          <ac:chgData name="Varela, Trinity A" userId="S::varelat1472@uhcl.edu::8e774b34-1373-4562-a2c8-7841e1a65b4d" providerId="AD" clId="Web-{7E2B594C-852A-EC60-662C-299B74FC00CA}" dt="2026-02-02T16:15:43.412" v="8"/>
          <ac:spMkLst>
            <pc:docMk/>
            <pc:sldMk cId="0" sldId="275"/>
            <ac:spMk id="3" creationId="{07AFF49B-2E16-38BE-1DEC-C660DD5A5D25}"/>
          </ac:spMkLst>
        </pc:spChg>
        <pc:spChg chg="mod">
          <ac:chgData name="Varela, Trinity A" userId="S::varelat1472@uhcl.edu::8e774b34-1373-4562-a2c8-7841e1a65b4d" providerId="AD" clId="Web-{7E2B594C-852A-EC60-662C-299B74FC00CA}" dt="2026-02-02T16:15:52.444" v="9" actId="1076"/>
          <ac:spMkLst>
            <pc:docMk/>
            <pc:sldMk cId="0" sldId="275"/>
            <ac:spMk id="1078" creationId="{00000000-0000-0000-0000-000000000000}"/>
          </ac:spMkLst>
        </pc:spChg>
        <pc:spChg chg="del mod">
          <ac:chgData name="Varela, Trinity A" userId="S::varelat1472@uhcl.edu::8e774b34-1373-4562-a2c8-7841e1a65b4d" providerId="AD" clId="Web-{7E2B594C-852A-EC60-662C-299B74FC00CA}" dt="2026-02-02T16:15:29.397" v="2"/>
          <ac:spMkLst>
            <pc:docMk/>
            <pc:sldMk cId="0" sldId="275"/>
            <ac:spMk id="1079" creationId="{00000000-0000-0000-0000-000000000000}"/>
          </ac:spMkLst>
        </pc:spChg>
        <pc:spChg chg="del">
          <ac:chgData name="Varela, Trinity A" userId="S::varelat1472@uhcl.edu::8e774b34-1373-4562-a2c8-7841e1a65b4d" providerId="AD" clId="Web-{7E2B594C-852A-EC60-662C-299B74FC00CA}" dt="2026-02-02T16:15:37.616" v="7"/>
          <ac:spMkLst>
            <pc:docMk/>
            <pc:sldMk cId="0" sldId="275"/>
            <ac:spMk id="1080" creationId="{00000000-0000-0000-0000-000000000000}"/>
          </ac:spMkLst>
        </pc:spChg>
        <pc:grpChg chg="del">
          <ac:chgData name="Varela, Trinity A" userId="S::varelat1472@uhcl.edu::8e774b34-1373-4562-a2c8-7841e1a65b4d" providerId="AD" clId="Web-{7E2B594C-852A-EC60-662C-299B74FC00CA}" dt="2026-02-02T16:15:33.850" v="5"/>
          <ac:grpSpMkLst>
            <pc:docMk/>
            <pc:sldMk cId="0" sldId="275"/>
            <ac:grpSpMk id="1296" creationId="{00000000-0000-0000-0000-000000000000}"/>
          </ac:grpSpMkLst>
        </pc:grpChg>
        <pc:grpChg chg="del">
          <ac:chgData name="Varela, Trinity A" userId="S::varelat1472@uhcl.edu::8e774b34-1373-4562-a2c8-7841e1a65b4d" providerId="AD" clId="Web-{7E2B594C-852A-EC60-662C-299B74FC00CA}" dt="2026-02-02T16:15:33.866" v="6"/>
          <ac:grpSpMkLst>
            <pc:docMk/>
            <pc:sldMk cId="0" sldId="275"/>
            <ac:grpSpMk id="1302" creationId="{00000000-0000-0000-0000-000000000000}"/>
          </ac:grpSpMkLst>
        </pc:grpChg>
        <pc:grpChg chg="del">
          <ac:chgData name="Varela, Trinity A" userId="S::varelat1472@uhcl.edu::8e774b34-1373-4562-a2c8-7841e1a65b4d" providerId="AD" clId="Web-{7E2B594C-852A-EC60-662C-299B74FC00CA}" dt="2026-02-02T16:15:30.819" v="3"/>
          <ac:grpSpMkLst>
            <pc:docMk/>
            <pc:sldMk cId="0" sldId="275"/>
            <ac:grpSpMk id="1305" creationId="{00000000-0000-0000-0000-000000000000}"/>
          </ac:grpSpMkLst>
        </pc:grpChg>
        <pc:grpChg chg="del">
          <ac:chgData name="Varela, Trinity A" userId="S::varelat1472@uhcl.edu::8e774b34-1373-4562-a2c8-7841e1a65b4d" providerId="AD" clId="Web-{7E2B594C-852A-EC60-662C-299B74FC00CA}" dt="2026-02-02T16:15:32.209" v="4"/>
          <ac:grpSpMkLst>
            <pc:docMk/>
            <pc:sldMk cId="0" sldId="275"/>
            <ac:grpSpMk id="1384" creationId="{00000000-0000-0000-0000-000000000000}"/>
          </ac:grpSpMkLst>
        </pc:grpChg>
      </pc:sldChg>
      <pc:sldChg chg="modSp">
        <pc:chgData name="Varela, Trinity A" userId="S::varelat1472@uhcl.edu::8e774b34-1373-4562-a2c8-7841e1a65b4d" providerId="AD" clId="Web-{7E2B594C-852A-EC60-662C-299B74FC00CA}" dt="2026-02-02T16:23:10.116" v="162"/>
        <pc:sldMkLst>
          <pc:docMk/>
          <pc:sldMk cId="3309008687" sldId="304"/>
        </pc:sldMkLst>
        <pc:graphicFrameChg chg="mod modGraphic">
          <ac:chgData name="Varela, Trinity A" userId="S::varelat1472@uhcl.edu::8e774b34-1373-4562-a2c8-7841e1a65b4d" providerId="AD" clId="Web-{7E2B594C-852A-EC60-662C-299B74FC00CA}" dt="2026-02-02T16:23:10.116" v="162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  <pc:sldChg chg="add replId">
        <pc:chgData name="Varela, Trinity A" userId="S::varelat1472@uhcl.edu::8e774b34-1373-4562-a2c8-7841e1a65b4d" providerId="AD" clId="Web-{7E2B594C-852A-EC60-662C-299B74FC00CA}" dt="2026-02-02T16:23:24.288" v="163"/>
        <pc:sldMkLst>
          <pc:docMk/>
          <pc:sldMk cId="2003221503" sldId="308"/>
        </pc:sldMkLst>
      </pc:sldChg>
    </pc:docChg>
  </pc:docChgLst>
  <pc:docChgLst>
    <pc:chgData name="Aldakheel, Salim Saad" userId="S::aldakheels7000@uhcl.edu::cf3635f8-ccbc-45a1-8006-5dbc963cc981" providerId="AD" clId="Web-{22714DC2-0E8F-78B2-EFFC-C23B4A07EE83}"/>
    <pc:docChg chg="modSld">
      <pc:chgData name="Aldakheel, Salim Saad" userId="S::aldakheels7000@uhcl.edu::cf3635f8-ccbc-45a1-8006-5dbc963cc981" providerId="AD" clId="Web-{22714DC2-0E8F-78B2-EFFC-C23B4A07EE83}" dt="2026-02-03T21:55:08.305" v="1480"/>
      <pc:docMkLst>
        <pc:docMk/>
      </pc:docMkLst>
      <pc:sldChg chg="modSp">
        <pc:chgData name="Aldakheel, Salim Saad" userId="S::aldakheels7000@uhcl.edu::cf3635f8-ccbc-45a1-8006-5dbc963cc981" providerId="AD" clId="Web-{22714DC2-0E8F-78B2-EFFC-C23B4A07EE83}" dt="2026-02-03T21:55:08.305" v="1480"/>
        <pc:sldMkLst>
          <pc:docMk/>
          <pc:sldMk cId="2391868340" sldId="305"/>
        </pc:sldMkLst>
        <pc:graphicFrameChg chg="mod modGraphic">
          <ac:chgData name="Aldakheel, Salim Saad" userId="S::aldakheels7000@uhcl.edu::cf3635f8-ccbc-45a1-8006-5dbc963cc981" providerId="AD" clId="Web-{22714DC2-0E8F-78B2-EFFC-C23B4A07EE83}" dt="2026-02-03T21:55:08.305" v="1480"/>
          <ac:graphicFrameMkLst>
            <pc:docMk/>
            <pc:sldMk cId="2391868340" sldId="305"/>
            <ac:graphicFrameMk id="903" creationId="{CAAD2A40-E531-5710-002E-CB1DC857E6B3}"/>
          </ac:graphicFrameMkLst>
        </pc:graphicFrameChg>
      </pc:sldChg>
    </pc:docChg>
  </pc:docChgLst>
  <pc:docChgLst>
    <pc:chgData name="Maisuria, Rohan N" userId="S::maisuriar4725@uhcl.edu::3ba683bb-df3e-4b87-bf69-1e34f6a55894" providerId="AD" clId="Web-{34C65722-FF03-092C-E683-DC6C6F409151}"/>
    <pc:docChg chg="modSld">
      <pc:chgData name="Maisuria, Rohan N" userId="S::maisuriar4725@uhcl.edu::3ba683bb-df3e-4b87-bf69-1e34f6a55894" providerId="AD" clId="Web-{34C65722-FF03-092C-E683-DC6C6F409151}" dt="2026-02-03T21:37:36.888" v="220"/>
      <pc:docMkLst>
        <pc:docMk/>
      </pc:docMkLst>
      <pc:sldChg chg="addSp delSp modSp">
        <pc:chgData name="Maisuria, Rohan N" userId="S::maisuriar4725@uhcl.edu::3ba683bb-df3e-4b87-bf69-1e34f6a55894" providerId="AD" clId="Web-{34C65722-FF03-092C-E683-DC6C6F409151}" dt="2026-02-03T21:33:04.404" v="196" actId="1076"/>
        <pc:sldMkLst>
          <pc:docMk/>
          <pc:sldMk cId="0" sldId="264"/>
        </pc:sldMkLst>
        <pc:spChg chg="add del mod">
          <ac:chgData name="Maisuria, Rohan N" userId="S::maisuriar4725@uhcl.edu::3ba683bb-df3e-4b87-bf69-1e34f6a55894" providerId="AD" clId="Web-{34C65722-FF03-092C-E683-DC6C6F409151}" dt="2026-02-03T21:31:58.061" v="184"/>
          <ac:spMkLst>
            <pc:docMk/>
            <pc:sldMk cId="0" sldId="264"/>
            <ac:spMk id="3" creationId="{F3196864-7263-E356-5CD1-E7D9E9F515E3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1:58.061" v="183"/>
          <ac:spMkLst>
            <pc:docMk/>
            <pc:sldMk cId="0" sldId="264"/>
            <ac:spMk id="5" creationId="{9CBF8AAB-A162-5188-FC8E-7C17A645C05E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1:58.045" v="182"/>
          <ac:spMkLst>
            <pc:docMk/>
            <pc:sldMk cId="0" sldId="264"/>
            <ac:spMk id="7" creationId="{FA032BCF-1175-2B6A-61DD-7F000CBDA550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1:58.045" v="181"/>
          <ac:spMkLst>
            <pc:docMk/>
            <pc:sldMk cId="0" sldId="264"/>
            <ac:spMk id="9" creationId="{4428D8F5-73FE-F559-FC06-DDF1D7B5E060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5.373" v="167"/>
          <ac:spMkLst>
            <pc:docMk/>
            <pc:sldMk cId="0" sldId="264"/>
            <ac:spMk id="10" creationId="{57E48CB9-441A-0417-A966-50960F6AB2C6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5.373" v="167"/>
          <ac:spMkLst>
            <pc:docMk/>
            <pc:sldMk cId="0" sldId="264"/>
            <ac:spMk id="11" creationId="{51ED9FEC-47C6-967C-BB05-E0A288A7A5AD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5.373" v="167"/>
          <ac:spMkLst>
            <pc:docMk/>
            <pc:sldMk cId="0" sldId="264"/>
            <ac:spMk id="12" creationId="{F9C9FE19-A4F3-5811-6C78-36666346D8C9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5.373" v="167"/>
          <ac:spMkLst>
            <pc:docMk/>
            <pc:sldMk cId="0" sldId="264"/>
            <ac:spMk id="13" creationId="{79108A8D-7AEB-107D-599F-74F70118336B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3.483" v="166"/>
          <ac:spMkLst>
            <pc:docMk/>
            <pc:sldMk cId="0" sldId="264"/>
            <ac:spMk id="14" creationId="{9A6C664D-3E86-AC56-46C8-D7D12E2CBD41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3.483" v="166"/>
          <ac:spMkLst>
            <pc:docMk/>
            <pc:sldMk cId="0" sldId="264"/>
            <ac:spMk id="15" creationId="{4D44364D-3FFB-CFD7-6268-478FDA0CC7CA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3.483" v="166"/>
          <ac:spMkLst>
            <pc:docMk/>
            <pc:sldMk cId="0" sldId="264"/>
            <ac:spMk id="16" creationId="{22E86CCF-C8BF-7269-B0FB-5360C97FA660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1:23.483" v="166"/>
          <ac:spMkLst>
            <pc:docMk/>
            <pc:sldMk cId="0" sldId="264"/>
            <ac:spMk id="17" creationId="{B1FA73EE-11A5-C92F-CFD1-FA6DE67E8429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2:54.451" v="194" actId="1076"/>
          <ac:spMkLst>
            <pc:docMk/>
            <pc:sldMk cId="0" sldId="264"/>
            <ac:spMk id="18" creationId="{2782ED47-BD78-0D5A-EAA5-AB20D473D78F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3:04.404" v="196" actId="1076"/>
          <ac:spMkLst>
            <pc:docMk/>
            <pc:sldMk cId="0" sldId="264"/>
            <ac:spMk id="19" creationId="{03114907-5659-FE2F-27CA-FC4E6E5EF252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2:50.295" v="193" actId="1076"/>
          <ac:spMkLst>
            <pc:docMk/>
            <pc:sldMk cId="0" sldId="264"/>
            <ac:spMk id="20" creationId="{4E680E7B-B6B5-369F-B126-C5F1FFD91CB1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2:58.404" v="195" actId="1076"/>
          <ac:spMkLst>
            <pc:docMk/>
            <pc:sldMk cId="0" sldId="264"/>
            <ac:spMk id="21" creationId="{3F8EBEDF-618A-4978-E003-5F2C8B4667D4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4:52:08.881" v="153" actId="20577"/>
          <ac:spMkLst>
            <pc:docMk/>
            <pc:sldMk cId="0" sldId="264"/>
            <ac:spMk id="846" creationId="{00000000-0000-0000-0000-000000000000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3:47:38.655" v="22" actId="20577"/>
          <ac:spMkLst>
            <pc:docMk/>
            <pc:sldMk cId="0" sldId="264"/>
            <ac:spMk id="847" creationId="{00000000-0000-0000-0000-000000000000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3:48:02.765" v="24" actId="20577"/>
          <ac:spMkLst>
            <pc:docMk/>
            <pc:sldMk cId="0" sldId="264"/>
            <ac:spMk id="848" creationId="{00000000-0000-0000-0000-000000000000}"/>
          </ac:spMkLst>
        </pc:spChg>
        <pc:spChg chg="del mod">
          <ac:chgData name="Maisuria, Rohan N" userId="S::maisuriar4725@uhcl.edu::3ba683bb-df3e-4b87-bf69-1e34f6a55894" providerId="AD" clId="Web-{34C65722-FF03-092C-E683-DC6C6F409151}" dt="2026-02-03T21:29:03.999" v="157"/>
          <ac:spMkLst>
            <pc:docMk/>
            <pc:sldMk cId="0" sldId="264"/>
            <ac:spMk id="849" creationId="{00000000-0000-0000-0000-000000000000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3:50:30.828" v="60" actId="20577"/>
          <ac:spMkLst>
            <pc:docMk/>
            <pc:sldMk cId="0" sldId="264"/>
            <ac:spMk id="853" creationId="{00000000-0000-0000-0000-000000000000}"/>
          </ac:spMkLst>
        </pc:spChg>
        <pc:spChg chg="del mod">
          <ac:chgData name="Maisuria, Rohan N" userId="S::maisuriar4725@uhcl.edu::3ba683bb-df3e-4b87-bf69-1e34f6a55894" providerId="AD" clId="Web-{34C65722-FF03-092C-E683-DC6C6F409151}" dt="2026-02-03T21:29:03.921" v="156"/>
          <ac:spMkLst>
            <pc:docMk/>
            <pc:sldMk cId="0" sldId="264"/>
            <ac:spMk id="854" creationId="{00000000-0000-0000-0000-000000000000}"/>
          </ac:spMkLst>
        </pc:spChg>
        <pc:spChg chg="del">
          <ac:chgData name="Maisuria, Rohan N" userId="S::maisuriar4725@uhcl.edu::3ba683bb-df3e-4b87-bf69-1e34f6a55894" providerId="AD" clId="Web-{34C65722-FF03-092C-E683-DC6C6F409151}" dt="2026-02-03T21:29:03.827" v="155"/>
          <ac:spMkLst>
            <pc:docMk/>
            <pc:sldMk cId="0" sldId="264"/>
            <ac:spMk id="856" creationId="{00000000-0000-0000-0000-000000000000}"/>
          </ac:spMkLst>
        </pc:spChg>
        <pc:spChg chg="del">
          <ac:chgData name="Maisuria, Rohan N" userId="S::maisuriar4725@uhcl.edu::3ba683bb-df3e-4b87-bf69-1e34f6a55894" providerId="AD" clId="Web-{34C65722-FF03-092C-E683-DC6C6F409151}" dt="2026-02-03T21:29:03.733" v="154"/>
          <ac:spMkLst>
            <pc:docMk/>
            <pc:sldMk cId="0" sldId="264"/>
            <ac:spMk id="857" creationId="{00000000-0000-0000-0000-000000000000}"/>
          </ac:spMkLst>
        </pc:spChg>
      </pc:sldChg>
      <pc:sldChg chg="modSp">
        <pc:chgData name="Maisuria, Rohan N" userId="S::maisuriar4725@uhcl.edu::3ba683bb-df3e-4b87-bf69-1e34f6a55894" providerId="AD" clId="Web-{34C65722-FF03-092C-E683-DC6C6F409151}" dt="2026-02-03T04:51:20.209" v="151"/>
        <pc:sldMkLst>
          <pc:docMk/>
          <pc:sldMk cId="0" sldId="267"/>
        </pc:sldMkLst>
        <pc:graphicFrameChg chg="mod modGraphic">
          <ac:chgData name="Maisuria, Rohan N" userId="S::maisuriar4725@uhcl.edu::3ba683bb-df3e-4b87-bf69-1e34f6a55894" providerId="AD" clId="Web-{34C65722-FF03-092C-E683-DC6C6F409151}" dt="2026-02-03T04:51:20.209" v="151"/>
          <ac:graphicFrameMkLst>
            <pc:docMk/>
            <pc:sldMk cId="0" sldId="267"/>
            <ac:graphicFrameMk id="903" creationId="{00000000-0000-0000-0000-000000000000}"/>
          </ac:graphicFrameMkLst>
        </pc:graphicFrameChg>
      </pc:sldChg>
      <pc:sldChg chg="addSp delSp modSp">
        <pc:chgData name="Maisuria, Rohan N" userId="S::maisuriar4725@uhcl.edu::3ba683bb-df3e-4b87-bf69-1e34f6a55894" providerId="AD" clId="Web-{34C65722-FF03-092C-E683-DC6C6F409151}" dt="2026-02-03T21:37:36.888" v="220"/>
        <pc:sldMkLst>
          <pc:docMk/>
          <pc:sldMk cId="2794073634" sldId="302"/>
        </pc:sldMkLst>
        <pc:spChg chg="add del mod">
          <ac:chgData name="Maisuria, Rohan N" userId="S::maisuriar4725@uhcl.edu::3ba683bb-df3e-4b87-bf69-1e34f6a55894" providerId="AD" clId="Web-{34C65722-FF03-092C-E683-DC6C6F409151}" dt="2026-02-03T21:37:13.841" v="212"/>
          <ac:spMkLst>
            <pc:docMk/>
            <pc:sldMk cId="2794073634" sldId="302"/>
            <ac:spMk id="2" creationId="{03DB2F66-23C7-C697-E1BF-7084BF0D40F0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7:36.888" v="220"/>
          <ac:spMkLst>
            <pc:docMk/>
            <pc:sldMk cId="2794073634" sldId="302"/>
            <ac:spMk id="3" creationId="{74D138F9-C299-BD28-5716-B547F43EE151}"/>
          </ac:spMkLst>
        </pc:spChg>
        <pc:spChg chg="add">
          <ac:chgData name="Maisuria, Rohan N" userId="S::maisuriar4725@uhcl.edu::3ba683bb-df3e-4b87-bf69-1e34f6a55894" providerId="AD" clId="Web-{34C65722-FF03-092C-E683-DC6C6F409151}" dt="2026-02-03T21:29:11.999" v="158"/>
          <ac:spMkLst>
            <pc:docMk/>
            <pc:sldMk cId="2794073634" sldId="302"/>
            <ac:spMk id="4" creationId="{E7025932-53FC-3649-60D5-EA11A4D03E40}"/>
          </ac:spMkLst>
        </pc:spChg>
        <pc:spChg chg="add del">
          <ac:chgData name="Maisuria, Rohan N" userId="S::maisuriar4725@uhcl.edu::3ba683bb-df3e-4b87-bf69-1e34f6a55894" providerId="AD" clId="Web-{34C65722-FF03-092C-E683-DC6C6F409151}" dt="2026-02-03T21:37:36.888" v="219"/>
          <ac:spMkLst>
            <pc:docMk/>
            <pc:sldMk cId="2794073634" sldId="302"/>
            <ac:spMk id="5" creationId="{A3446943-1305-42BB-F2B8-3821CDEDB830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4:13.560" v="207" actId="1076"/>
          <ac:spMkLst>
            <pc:docMk/>
            <pc:sldMk cId="2794073634" sldId="302"/>
            <ac:spMk id="6" creationId="{866DF585-7EC9-8687-FF02-19EE34D4BE8D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7:32.419" v="218" actId="1076"/>
          <ac:spMkLst>
            <pc:docMk/>
            <pc:sldMk cId="2794073634" sldId="302"/>
            <ac:spMk id="7" creationId="{0669795B-6D2F-8AD8-A28D-F3798FE0AD13}"/>
          </ac:spMkLst>
        </pc:spChg>
        <pc:spChg chg="add">
          <ac:chgData name="Maisuria, Rohan N" userId="S::maisuriar4725@uhcl.edu::3ba683bb-df3e-4b87-bf69-1e34f6a55894" providerId="AD" clId="Web-{34C65722-FF03-092C-E683-DC6C6F409151}" dt="2026-02-03T21:29:12.921" v="159"/>
          <ac:spMkLst>
            <pc:docMk/>
            <pc:sldMk cId="2794073634" sldId="302"/>
            <ac:spMk id="8" creationId="{C070282B-D35D-A1D6-BD8A-39221D22A361}"/>
          </ac:spMkLst>
        </pc:spChg>
        <pc:spChg chg="add mod">
          <ac:chgData name="Maisuria, Rohan N" userId="S::maisuriar4725@uhcl.edu::3ba683bb-df3e-4b87-bf69-1e34f6a55894" providerId="AD" clId="Web-{34C65722-FF03-092C-E683-DC6C6F409151}" dt="2026-02-03T21:37:28.513" v="217" actId="1076"/>
          <ac:spMkLst>
            <pc:docMk/>
            <pc:sldMk cId="2794073634" sldId="302"/>
            <ac:spMk id="9" creationId="{C154537E-423D-C4A4-3191-ACE41BE30CA9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3:33.935" v="200"/>
          <ac:spMkLst>
            <pc:docMk/>
            <pc:sldMk cId="2794073634" sldId="302"/>
            <ac:spMk id="11" creationId="{FCF19445-DE6F-B6F9-FACB-251FB257DB1D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3:33.935" v="199"/>
          <ac:spMkLst>
            <pc:docMk/>
            <pc:sldMk cId="2794073634" sldId="302"/>
            <ac:spMk id="13" creationId="{34454C45-6DC1-A257-A029-99D222EAFD43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3:33.935" v="198"/>
          <ac:spMkLst>
            <pc:docMk/>
            <pc:sldMk cId="2794073634" sldId="302"/>
            <ac:spMk id="15" creationId="{2D21E172-4C5B-D7AC-8CE0-6CE66422A7B1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3:33.935" v="197"/>
          <ac:spMkLst>
            <pc:docMk/>
            <pc:sldMk cId="2794073634" sldId="302"/>
            <ac:spMk id="17" creationId="{D64674C1-8D21-6263-E4C5-8AA688A819B1}"/>
          </ac:spMkLst>
        </pc:spChg>
        <pc:spChg chg="add del mod">
          <ac:chgData name="Maisuria, Rohan N" userId="S::maisuriar4725@uhcl.edu::3ba683bb-df3e-4b87-bf69-1e34f6a55894" providerId="AD" clId="Web-{34C65722-FF03-092C-E683-DC6C6F409151}" dt="2026-02-03T21:37:10.997" v="211"/>
          <ac:spMkLst>
            <pc:docMk/>
            <pc:sldMk cId="2794073634" sldId="302"/>
            <ac:spMk id="19" creationId="{62E5D1C1-6CEA-1C21-C92D-0034AD2C61C2}"/>
          </ac:spMkLst>
        </pc:spChg>
        <pc:spChg chg="del mod">
          <ac:chgData name="Maisuria, Rohan N" userId="S::maisuriar4725@uhcl.edu::3ba683bb-df3e-4b87-bf69-1e34f6a55894" providerId="AD" clId="Web-{34C65722-FF03-092C-E683-DC6C6F409151}" dt="2026-02-03T21:31:04.717" v="163"/>
          <ac:spMkLst>
            <pc:docMk/>
            <pc:sldMk cId="2794073634" sldId="302"/>
            <ac:spMk id="846" creationId="{57E48CB9-441A-0417-A966-50960F6AB2C6}"/>
          </ac:spMkLst>
        </pc:spChg>
        <pc:spChg chg="del mod">
          <ac:chgData name="Maisuria, Rohan N" userId="S::maisuriar4725@uhcl.edu::3ba683bb-df3e-4b87-bf69-1e34f6a55894" providerId="AD" clId="Web-{34C65722-FF03-092C-E683-DC6C6F409151}" dt="2026-02-03T21:31:04.608" v="162"/>
          <ac:spMkLst>
            <pc:docMk/>
            <pc:sldMk cId="2794073634" sldId="302"/>
            <ac:spMk id="847" creationId="{51ED9FEC-47C6-967C-BB05-E0A288A7A5AD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3:50:51.050" v="61" actId="20577"/>
          <ac:spMkLst>
            <pc:docMk/>
            <pc:sldMk cId="2794073634" sldId="302"/>
            <ac:spMk id="848" creationId="{BF59892B-195F-A93D-CA27-9C57A0F9C96E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3:52:09.333" v="67" actId="20577"/>
          <ac:spMkLst>
            <pc:docMk/>
            <pc:sldMk cId="2794073634" sldId="302"/>
            <ac:spMk id="849" creationId="{20B037D1-6DB9-1EE2-FD33-D0D43B2D43B5}"/>
          </ac:spMkLst>
        </pc:spChg>
        <pc:spChg chg="del">
          <ac:chgData name="Maisuria, Rohan N" userId="S::maisuriar4725@uhcl.edu::3ba683bb-df3e-4b87-bf69-1e34f6a55894" providerId="AD" clId="Web-{34C65722-FF03-092C-E683-DC6C6F409151}" dt="2026-02-03T21:31:04.498" v="161"/>
          <ac:spMkLst>
            <pc:docMk/>
            <pc:sldMk cId="2794073634" sldId="302"/>
            <ac:spMk id="850" creationId="{F9C9FE19-A4F3-5811-6C78-36666346D8C9}"/>
          </ac:spMkLst>
        </pc:spChg>
        <pc:spChg chg="del">
          <ac:chgData name="Maisuria, Rohan N" userId="S::maisuriar4725@uhcl.edu::3ba683bb-df3e-4b87-bf69-1e34f6a55894" providerId="AD" clId="Web-{34C65722-FF03-092C-E683-DC6C6F409151}" dt="2026-02-03T21:31:04.373" v="160"/>
          <ac:spMkLst>
            <pc:docMk/>
            <pc:sldMk cId="2794073634" sldId="302"/>
            <ac:spMk id="851" creationId="{79108A8D-7AEB-107D-599F-74F70118336B}"/>
          </ac:spMkLst>
        </pc:spChg>
        <pc:spChg chg="mod">
          <ac:chgData name="Maisuria, Rohan N" userId="S::maisuriar4725@uhcl.edu::3ba683bb-df3e-4b87-bf69-1e34f6a55894" providerId="AD" clId="Web-{34C65722-FF03-092C-E683-DC6C6F409151}" dt="2026-02-03T03:49:35.906" v="43" actId="20577"/>
          <ac:spMkLst>
            <pc:docMk/>
            <pc:sldMk cId="2794073634" sldId="302"/>
            <ac:spMk id="853" creationId="{27B015B7-A3AD-3EFE-A99F-E5C2C41F6FC1}"/>
          </ac:spMkLst>
        </pc:spChg>
        <pc:spChg chg="mod">
          <ac:chgData name="Maisuria, Rohan N" userId="S::maisuriar4725@uhcl.edu::3ba683bb-df3e-4b87-bf69-1e34f6a55894" providerId="AD" clId="Web-{34C65722-FF03-092C-E683-DC6C6F409151}" dt="2026-02-03T21:33:58.357" v="204" actId="1076"/>
          <ac:spMkLst>
            <pc:docMk/>
            <pc:sldMk cId="2794073634" sldId="302"/>
            <ac:spMk id="856" creationId="{4738A979-FD12-0290-FF92-F90E1F4C6C98}"/>
          </ac:spMkLst>
        </pc:spChg>
      </pc:sldChg>
      <pc:sldChg chg="modSp">
        <pc:chgData name="Maisuria, Rohan N" userId="S::maisuriar4725@uhcl.edu::3ba683bb-df3e-4b87-bf69-1e34f6a55894" providerId="AD" clId="Web-{34C65722-FF03-092C-E683-DC6C6F409151}" dt="2026-02-03T03:46:53.764" v="20" actId="20577"/>
        <pc:sldMkLst>
          <pc:docMk/>
          <pc:sldMk cId="2963992130" sldId="306"/>
        </pc:sldMkLst>
        <pc:spChg chg="mod">
          <ac:chgData name="Maisuria, Rohan N" userId="S::maisuriar4725@uhcl.edu::3ba683bb-df3e-4b87-bf69-1e34f6a55894" providerId="AD" clId="Web-{34C65722-FF03-092C-E683-DC6C6F409151}" dt="2026-02-03T03:46:53.764" v="20" actId="20577"/>
          <ac:spMkLst>
            <pc:docMk/>
            <pc:sldMk cId="2963992130" sldId="306"/>
            <ac:spMk id="3" creationId="{7C8F23B5-744C-D68C-D05E-B2A2C54616CA}"/>
          </ac:spMkLst>
        </pc:spChg>
      </pc:sldChg>
    </pc:docChg>
  </pc:docChgLst>
  <pc:docChgLst>
    <pc:chgData name="Saragadam, Charan Sai" userId="S::saragadamc0904@uhcl.edu::3d7ac467-ea13-4f3a-9396-799bf767b280" providerId="AD" clId="Web-{BF1E24A3-4B3D-B871-89A3-92A176A7FB17}"/>
    <pc:docChg chg="modSld">
      <pc:chgData name="Saragadam, Charan Sai" userId="S::saragadamc0904@uhcl.edu::3d7ac467-ea13-4f3a-9396-799bf767b280" providerId="AD" clId="Web-{BF1E24A3-4B3D-B871-89A3-92A176A7FB17}" dt="2026-02-03T21:10:34.376" v="9"/>
      <pc:docMkLst>
        <pc:docMk/>
      </pc:docMkLst>
      <pc:sldChg chg="modSp">
        <pc:chgData name="Saragadam, Charan Sai" userId="S::saragadamc0904@uhcl.edu::3d7ac467-ea13-4f3a-9396-799bf767b280" providerId="AD" clId="Web-{BF1E24A3-4B3D-B871-89A3-92A176A7FB17}" dt="2026-02-03T21:10:34.376" v="9"/>
        <pc:sldMkLst>
          <pc:docMk/>
          <pc:sldMk cId="3309008687" sldId="304"/>
        </pc:sldMkLst>
        <pc:graphicFrameChg chg="mod modGraphic">
          <ac:chgData name="Saragadam, Charan Sai" userId="S::saragadamc0904@uhcl.edu::3d7ac467-ea13-4f3a-9396-799bf767b280" providerId="AD" clId="Web-{BF1E24A3-4B3D-B871-89A3-92A176A7FB17}" dt="2026-02-03T21:10:34.376" v="9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</pc:docChg>
  </pc:docChgLst>
  <pc:docChgLst>
    <pc:chgData name="Varela, Trinity A" userId="S::varelat1472@uhcl.edu::8e774b34-1373-4562-a2c8-7841e1a65b4d" providerId="AD" clId="Web-{583C9527-4878-AF48-523D-1B5E496CC549}"/>
    <pc:docChg chg="delSld modSld sldOrd">
      <pc:chgData name="Varela, Trinity A" userId="S::varelat1472@uhcl.edu::8e774b34-1373-4562-a2c8-7841e1a65b4d" providerId="AD" clId="Web-{583C9527-4878-AF48-523D-1B5E496CC549}" dt="2026-02-03T02:28:05.974" v="637" actId="20577"/>
      <pc:docMkLst>
        <pc:docMk/>
      </pc:docMkLst>
      <pc:sldChg chg="del mod modShow">
        <pc:chgData name="Varela, Trinity A" userId="S::varelat1472@uhcl.edu::8e774b34-1373-4562-a2c8-7841e1a65b4d" providerId="AD" clId="Web-{583C9527-4878-AF48-523D-1B5E496CC549}" dt="2026-02-03T02:01:19.353" v="1"/>
        <pc:sldMkLst>
          <pc:docMk/>
          <pc:sldMk cId="0" sldId="259"/>
        </pc:sldMkLst>
      </pc:sldChg>
      <pc:sldChg chg="modSp">
        <pc:chgData name="Varela, Trinity A" userId="S::varelat1472@uhcl.edu::8e774b34-1373-4562-a2c8-7841e1a65b4d" providerId="AD" clId="Web-{583C9527-4878-AF48-523D-1B5E496CC549}" dt="2026-02-03T02:27:56.990" v="627" actId="20577"/>
        <pc:sldMkLst>
          <pc:docMk/>
          <pc:sldMk cId="0" sldId="264"/>
        </pc:sldMkLst>
        <pc:spChg chg="mod">
          <ac:chgData name="Varela, Trinity A" userId="S::varelat1472@uhcl.edu::8e774b34-1373-4562-a2c8-7841e1a65b4d" providerId="AD" clId="Web-{583C9527-4878-AF48-523D-1B5E496CC549}" dt="2026-02-03T02:27:28.209" v="612" actId="20577"/>
          <ac:spMkLst>
            <pc:docMk/>
            <pc:sldMk cId="0" sldId="264"/>
            <ac:spMk id="845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47.318" v="618" actId="20577"/>
          <ac:spMkLst>
            <pc:docMk/>
            <pc:sldMk cId="0" sldId="264"/>
            <ac:spMk id="846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48.943" v="620" actId="20577"/>
          <ac:spMkLst>
            <pc:docMk/>
            <pc:sldMk cId="0" sldId="264"/>
            <ac:spMk id="847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52.709" v="624" actId="20577"/>
          <ac:spMkLst>
            <pc:docMk/>
            <pc:sldMk cId="0" sldId="264"/>
            <ac:spMk id="848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54.568" v="626" actId="20577"/>
          <ac:spMkLst>
            <pc:docMk/>
            <pc:sldMk cId="0" sldId="264"/>
            <ac:spMk id="849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19.693" v="611" actId="20577"/>
          <ac:spMkLst>
            <pc:docMk/>
            <pc:sldMk cId="0" sldId="264"/>
            <ac:spMk id="850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4:58.740" v="566" actId="20577"/>
          <ac:spMkLst>
            <pc:docMk/>
            <pc:sldMk cId="0" sldId="264"/>
            <ac:spMk id="851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5:00.975" v="567" actId="20577"/>
          <ac:spMkLst>
            <pc:docMk/>
            <pc:sldMk cId="0" sldId="264"/>
            <ac:spMk id="852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50.896" v="622" actId="20577"/>
          <ac:spMkLst>
            <pc:docMk/>
            <pc:sldMk cId="0" sldId="264"/>
            <ac:spMk id="853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56.990" v="627" actId="20577"/>
          <ac:spMkLst>
            <pc:docMk/>
            <pc:sldMk cId="0" sldId="264"/>
            <ac:spMk id="854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5:08.459" v="569" actId="20577"/>
          <ac:spMkLst>
            <pc:docMk/>
            <pc:sldMk cId="0" sldId="264"/>
            <ac:spMk id="855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5:15.834" v="570" actId="20577"/>
          <ac:spMkLst>
            <pc:docMk/>
            <pc:sldMk cId="0" sldId="264"/>
            <ac:spMk id="856" creationId="{00000000-0000-0000-0000-00000000000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5:40.787" v="578" actId="20577"/>
          <ac:spMkLst>
            <pc:docMk/>
            <pc:sldMk cId="0" sldId="264"/>
            <ac:spMk id="857" creationId="{00000000-0000-0000-0000-000000000000}"/>
          </ac:spMkLst>
        </pc:spChg>
      </pc:sldChg>
      <pc:sldChg chg="modSp">
        <pc:chgData name="Varela, Trinity A" userId="S::varelat1472@uhcl.edu::8e774b34-1373-4562-a2c8-7841e1a65b4d" providerId="AD" clId="Web-{583C9527-4878-AF48-523D-1B5E496CC549}" dt="2026-02-03T02:04:20.883" v="30" actId="20577"/>
        <pc:sldMkLst>
          <pc:docMk/>
          <pc:sldMk cId="4028332467" sldId="298"/>
        </pc:sldMkLst>
        <pc:spChg chg="mod">
          <ac:chgData name="Varela, Trinity A" userId="S::varelat1472@uhcl.edu::8e774b34-1373-4562-a2c8-7841e1a65b4d" providerId="AD" clId="Web-{583C9527-4878-AF48-523D-1B5E496CC549}" dt="2026-02-03T02:04:20.883" v="30" actId="20577"/>
          <ac:spMkLst>
            <pc:docMk/>
            <pc:sldMk cId="4028332467" sldId="298"/>
            <ac:spMk id="721" creationId="{BE8E1615-5DF1-B83A-1A71-D8EA8CBCFA40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03:20.071" v="22" actId="20577"/>
          <ac:spMkLst>
            <pc:docMk/>
            <pc:sldMk cId="4028332467" sldId="298"/>
            <ac:spMk id="722" creationId="{87A407AC-EEB3-ED11-221A-B96AEAAB8662}"/>
          </ac:spMkLst>
        </pc:spChg>
      </pc:sldChg>
      <pc:sldChg chg="addSp delSp modSp">
        <pc:chgData name="Varela, Trinity A" userId="S::varelat1472@uhcl.edu::8e774b34-1373-4562-a2c8-7841e1a65b4d" providerId="AD" clId="Web-{583C9527-4878-AF48-523D-1B5E496CC549}" dt="2026-02-03T02:28:05.974" v="637" actId="20577"/>
        <pc:sldMkLst>
          <pc:docMk/>
          <pc:sldMk cId="2794073634" sldId="302"/>
        </pc:sldMkLst>
        <pc:spChg chg="add del mod">
          <ac:chgData name="Varela, Trinity A" userId="S::varelat1472@uhcl.edu::8e774b34-1373-4562-a2c8-7841e1a65b4d" providerId="AD" clId="Web-{583C9527-4878-AF48-523D-1B5E496CC549}" dt="2026-02-03T02:26:39.896" v="603"/>
          <ac:spMkLst>
            <pc:docMk/>
            <pc:sldMk cId="2794073634" sldId="302"/>
            <ac:spMk id="3" creationId="{2E80280D-EB64-5A2D-32C3-C92BBC222E60}"/>
          </ac:spMkLst>
        </pc:spChg>
        <pc:spChg chg="add del mod">
          <ac:chgData name="Varela, Trinity A" userId="S::varelat1472@uhcl.edu::8e774b34-1373-4562-a2c8-7841e1a65b4d" providerId="AD" clId="Web-{583C9527-4878-AF48-523D-1B5E496CC549}" dt="2026-02-03T02:26:39.053" v="602"/>
          <ac:spMkLst>
            <pc:docMk/>
            <pc:sldMk cId="2794073634" sldId="302"/>
            <ac:spMk id="5" creationId="{DDF1F242-6A59-3921-EDB7-A93DF2C599C8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7:59.646" v="629" actId="20577"/>
          <ac:spMkLst>
            <pc:docMk/>
            <pc:sldMk cId="2794073634" sldId="302"/>
            <ac:spMk id="846" creationId="{57E48CB9-441A-0417-A966-50960F6AB2C6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8:01.131" v="631" actId="20577"/>
          <ac:spMkLst>
            <pc:docMk/>
            <pc:sldMk cId="2794073634" sldId="302"/>
            <ac:spMk id="847" creationId="{51ED9FEC-47C6-967C-BB05-E0A288A7A5AD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8:04.521" v="635" actId="20577"/>
          <ac:spMkLst>
            <pc:docMk/>
            <pc:sldMk cId="2794073634" sldId="302"/>
            <ac:spMk id="848" creationId="{BF59892B-195F-A93D-CA27-9C57A0F9C96E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8:05.974" v="637" actId="20577"/>
          <ac:spMkLst>
            <pc:docMk/>
            <pc:sldMk cId="2794073634" sldId="302"/>
            <ac:spMk id="849" creationId="{20B037D1-6DB9-1EE2-FD33-D0D43B2D43B5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5:53.631" v="582" actId="20577"/>
          <ac:spMkLst>
            <pc:docMk/>
            <pc:sldMk cId="2794073634" sldId="302"/>
            <ac:spMk id="850" creationId="{F9C9FE19-A4F3-5811-6C78-36666346D8C9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5:59.209" v="583" actId="20577"/>
          <ac:spMkLst>
            <pc:docMk/>
            <pc:sldMk cId="2794073634" sldId="302"/>
            <ac:spMk id="851" creationId="{79108A8D-7AEB-107D-599F-74F70118336B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6:11.209" v="585" actId="20577"/>
          <ac:spMkLst>
            <pc:docMk/>
            <pc:sldMk cId="2794073634" sldId="302"/>
            <ac:spMk id="852" creationId="{0FE90280-90A5-3D70-B73C-B5E46B042809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8:02.912" v="633" actId="20577"/>
          <ac:spMkLst>
            <pc:docMk/>
            <pc:sldMk cId="2794073634" sldId="302"/>
            <ac:spMk id="853" creationId="{27B015B7-A3AD-3EFE-A99F-E5C2C41F6FC1}"/>
          </ac:spMkLst>
        </pc:spChg>
        <pc:spChg chg="del">
          <ac:chgData name="Varela, Trinity A" userId="S::varelat1472@uhcl.edu::8e774b34-1373-4562-a2c8-7841e1a65b4d" providerId="AD" clId="Web-{583C9527-4878-AF48-523D-1B5E496CC549}" dt="2026-02-03T02:26:38.209" v="601"/>
          <ac:spMkLst>
            <pc:docMk/>
            <pc:sldMk cId="2794073634" sldId="302"/>
            <ac:spMk id="854" creationId="{C0A4D048-5CFB-EAD3-9B95-E3C8C550B7A9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6:19.990" v="589" actId="20577"/>
          <ac:spMkLst>
            <pc:docMk/>
            <pc:sldMk cId="2794073634" sldId="302"/>
            <ac:spMk id="855" creationId="{27DA105D-B5D7-6758-257B-55411CAA3E14}"/>
          </ac:spMkLst>
        </pc:spChg>
        <pc:spChg chg="mod">
          <ac:chgData name="Varela, Trinity A" userId="S::varelat1472@uhcl.edu::8e774b34-1373-4562-a2c8-7841e1a65b4d" providerId="AD" clId="Web-{583C9527-4878-AF48-523D-1B5E496CC549}" dt="2026-02-03T02:26:33.584" v="599" actId="20577"/>
          <ac:spMkLst>
            <pc:docMk/>
            <pc:sldMk cId="2794073634" sldId="302"/>
            <ac:spMk id="856" creationId="{4738A979-FD12-0290-FF92-F90E1F4C6C98}"/>
          </ac:spMkLst>
        </pc:spChg>
        <pc:spChg chg="del">
          <ac:chgData name="Varela, Trinity A" userId="S::varelat1472@uhcl.edu::8e774b34-1373-4562-a2c8-7841e1a65b4d" providerId="AD" clId="Web-{583C9527-4878-AF48-523D-1B5E496CC549}" dt="2026-02-03T02:26:36.803" v="600"/>
          <ac:spMkLst>
            <pc:docMk/>
            <pc:sldMk cId="2794073634" sldId="302"/>
            <ac:spMk id="857" creationId="{D9FEE724-5133-5572-AFF9-EADA8F37787A}"/>
          </ac:spMkLst>
        </pc:spChg>
      </pc:sldChg>
      <pc:sldChg chg="modSp">
        <pc:chgData name="Varela, Trinity A" userId="S::varelat1472@uhcl.edu::8e774b34-1373-4562-a2c8-7841e1a65b4d" providerId="AD" clId="Web-{583C9527-4878-AF48-523D-1B5E496CC549}" dt="2026-02-03T02:20:58.272" v="535"/>
        <pc:sldMkLst>
          <pc:docMk/>
          <pc:sldMk cId="3309008687" sldId="304"/>
        </pc:sldMkLst>
        <pc:graphicFrameChg chg="mod modGraphic">
          <ac:chgData name="Varela, Trinity A" userId="S::varelat1472@uhcl.edu::8e774b34-1373-4562-a2c8-7841e1a65b4d" providerId="AD" clId="Web-{583C9527-4878-AF48-523D-1B5E496CC549}" dt="2026-02-03T02:20:58.272" v="535"/>
          <ac:graphicFrameMkLst>
            <pc:docMk/>
            <pc:sldMk cId="3309008687" sldId="304"/>
            <ac:graphicFrameMk id="903" creationId="{5B2AB415-4800-4F06-F806-AC539CB88588}"/>
          </ac:graphicFrameMkLst>
        </pc:graphicFrameChg>
      </pc:sldChg>
      <pc:sldChg chg="modSp">
        <pc:chgData name="Varela, Trinity A" userId="S::varelat1472@uhcl.edu::8e774b34-1373-4562-a2c8-7841e1a65b4d" providerId="AD" clId="Web-{583C9527-4878-AF48-523D-1B5E496CC549}" dt="2026-02-03T02:22:42.928" v="557"/>
        <pc:sldMkLst>
          <pc:docMk/>
          <pc:sldMk cId="2391868340" sldId="305"/>
        </pc:sldMkLst>
        <pc:graphicFrameChg chg="mod modGraphic">
          <ac:chgData name="Varela, Trinity A" userId="S::varelat1472@uhcl.edu::8e774b34-1373-4562-a2c8-7841e1a65b4d" providerId="AD" clId="Web-{583C9527-4878-AF48-523D-1B5E496CC549}" dt="2026-02-03T02:22:42.928" v="557"/>
          <ac:graphicFrameMkLst>
            <pc:docMk/>
            <pc:sldMk cId="2391868340" sldId="305"/>
            <ac:graphicFrameMk id="903" creationId="{CAAD2A40-E531-5710-002E-CB1DC857E6B3}"/>
          </ac:graphicFrameMkLst>
        </pc:graphicFrameChg>
      </pc:sldChg>
      <pc:sldChg chg="modSp ord">
        <pc:chgData name="Varela, Trinity A" userId="S::varelat1472@uhcl.edu::8e774b34-1373-4562-a2c8-7841e1a65b4d" providerId="AD" clId="Web-{583C9527-4878-AF48-523D-1B5E496CC549}" dt="2026-02-03T02:21:56.772" v="539"/>
        <pc:sldMkLst>
          <pc:docMk/>
          <pc:sldMk cId="2003221503" sldId="308"/>
        </pc:sldMkLst>
        <pc:graphicFrameChg chg="mod modGraphic">
          <ac:chgData name="Varela, Trinity A" userId="S::varelat1472@uhcl.edu::8e774b34-1373-4562-a2c8-7841e1a65b4d" providerId="AD" clId="Web-{583C9527-4878-AF48-523D-1B5E496CC549}" dt="2026-02-03T02:21:56.772" v="539"/>
          <ac:graphicFrameMkLst>
            <pc:docMk/>
            <pc:sldMk cId="2003221503" sldId="308"/>
            <ac:graphicFrameMk id="903" creationId="{47C8B661-8FDB-6D03-02AA-56298A153AC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>
          <a:extLst>
            <a:ext uri="{FF2B5EF4-FFF2-40B4-BE49-F238E27FC236}">
              <a16:creationId xmlns:a16="http://schemas.microsoft.com/office/drawing/2014/main" id="{55E90DBB-5B56-0448-4D03-461C19AF5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54dda1946d_6_322:notes">
            <a:extLst>
              <a:ext uri="{FF2B5EF4-FFF2-40B4-BE49-F238E27FC236}">
                <a16:creationId xmlns:a16="http://schemas.microsoft.com/office/drawing/2014/main" id="{4AD09E0F-776D-677A-37FF-5A7C03119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54dda1946d_6_322:notes">
            <a:extLst>
              <a:ext uri="{FF2B5EF4-FFF2-40B4-BE49-F238E27FC236}">
                <a16:creationId xmlns:a16="http://schemas.microsoft.com/office/drawing/2014/main" id="{E6E33A47-A4D2-872A-7A34-9502C6B71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4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>
          <a:extLst>
            <a:ext uri="{FF2B5EF4-FFF2-40B4-BE49-F238E27FC236}">
              <a16:creationId xmlns:a16="http://schemas.microsoft.com/office/drawing/2014/main" id="{CC4C8AD5-CA46-3BAB-00AD-2267775A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54dda1946d_6_308:notes">
            <a:extLst>
              <a:ext uri="{FF2B5EF4-FFF2-40B4-BE49-F238E27FC236}">
                <a16:creationId xmlns:a16="http://schemas.microsoft.com/office/drawing/2014/main" id="{27E94596-881C-D082-1464-A84752C9E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54dda1946d_6_308:notes">
            <a:extLst>
              <a:ext uri="{FF2B5EF4-FFF2-40B4-BE49-F238E27FC236}">
                <a16:creationId xmlns:a16="http://schemas.microsoft.com/office/drawing/2014/main" id="{CDB2321F-5BEF-BDCB-85DC-1223B75DC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942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704C5D2D-BAD6-51AA-AE86-541CFF12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184d99d1a72_0_2:notes">
            <a:extLst>
              <a:ext uri="{FF2B5EF4-FFF2-40B4-BE49-F238E27FC236}">
                <a16:creationId xmlns:a16="http://schemas.microsoft.com/office/drawing/2014/main" id="{0A6907E0-6FF0-F085-C656-FD81514E1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184d99d1a72_0_2:notes">
            <a:extLst>
              <a:ext uri="{FF2B5EF4-FFF2-40B4-BE49-F238E27FC236}">
                <a16:creationId xmlns:a16="http://schemas.microsoft.com/office/drawing/2014/main" id="{CA5B3E19-9C2C-3302-A9DA-4115C0205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1079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5FD3215F-B24E-7B71-C4DE-C1C4DC2D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01:notes">
            <a:extLst>
              <a:ext uri="{FF2B5EF4-FFF2-40B4-BE49-F238E27FC236}">
                <a16:creationId xmlns:a16="http://schemas.microsoft.com/office/drawing/2014/main" id="{FB613775-5ECC-4475-CD02-958197A7A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01:notes">
            <a:extLst>
              <a:ext uri="{FF2B5EF4-FFF2-40B4-BE49-F238E27FC236}">
                <a16:creationId xmlns:a16="http://schemas.microsoft.com/office/drawing/2014/main" id="{F534593B-4493-D6B0-4D83-83DB2ACD8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242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FB1588AA-0650-556B-6FE2-16509ABE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01:notes">
            <a:extLst>
              <a:ext uri="{FF2B5EF4-FFF2-40B4-BE49-F238E27FC236}">
                <a16:creationId xmlns:a16="http://schemas.microsoft.com/office/drawing/2014/main" id="{82209DAC-8275-2433-3344-CC8248E9A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01:notes">
            <a:extLst>
              <a:ext uri="{FF2B5EF4-FFF2-40B4-BE49-F238E27FC236}">
                <a16:creationId xmlns:a16="http://schemas.microsoft.com/office/drawing/2014/main" id="{EB3F8D91-3878-DF02-8C7A-9ECCA1EB2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639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E7F048F4-6C69-E34C-8106-ABE056A26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01:notes">
            <a:extLst>
              <a:ext uri="{FF2B5EF4-FFF2-40B4-BE49-F238E27FC236}">
                <a16:creationId xmlns:a16="http://schemas.microsoft.com/office/drawing/2014/main" id="{52959D7C-68FA-62C5-346C-63B432678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01:notes">
            <a:extLst>
              <a:ext uri="{FF2B5EF4-FFF2-40B4-BE49-F238E27FC236}">
                <a16:creationId xmlns:a16="http://schemas.microsoft.com/office/drawing/2014/main" id="{E865B5E4-22B4-FD09-FB9C-EDF7163BD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780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>
          <a:extLst>
            <a:ext uri="{FF2B5EF4-FFF2-40B4-BE49-F238E27FC236}">
              <a16:creationId xmlns:a16="http://schemas.microsoft.com/office/drawing/2014/main" id="{62147D5A-2502-9D29-272D-D4A05DC2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54dda1946d_6_308:notes">
            <a:extLst>
              <a:ext uri="{FF2B5EF4-FFF2-40B4-BE49-F238E27FC236}">
                <a16:creationId xmlns:a16="http://schemas.microsoft.com/office/drawing/2014/main" id="{8B5092F9-8EA6-F515-2771-84747387E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54dda1946d_6_308:notes">
            <a:extLst>
              <a:ext uri="{FF2B5EF4-FFF2-40B4-BE49-F238E27FC236}">
                <a16:creationId xmlns:a16="http://schemas.microsoft.com/office/drawing/2014/main" id="{22808710-A610-EDBA-EEBA-518F1698F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616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Allow users to customize the app and manage account</a:t>
            </a:r>
          </a:p>
          <a:p>
            <a:pPr marL="0" indent="0">
              <a:buNone/>
            </a:pPr>
            <a:r>
              <a:rPr lang="en-US"/>
              <a:t>Track activity over time, maintain motivation and improve recs</a:t>
            </a:r>
          </a:p>
          <a:p>
            <a:pPr marL="0" indent="0">
              <a:buNone/>
            </a:pPr>
            <a:r>
              <a:rPr lang="en-US"/>
              <a:t>Adapting ensures that user stays engaged (too easy...)</a:t>
            </a:r>
          </a:p>
          <a:p>
            <a:pPr marL="0" indent="0">
              <a:buNone/>
            </a:pPr>
            <a:r>
              <a:rPr lang="en-US"/>
              <a:t>Control their data</a:t>
            </a: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13AFD324-B9A3-FD29-78C2-826EDCBB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01:notes">
            <a:extLst>
              <a:ext uri="{FF2B5EF4-FFF2-40B4-BE49-F238E27FC236}">
                <a16:creationId xmlns:a16="http://schemas.microsoft.com/office/drawing/2014/main" id="{EC829BAE-3084-3B9D-60DC-6991F3744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01:notes">
            <a:extLst>
              <a:ext uri="{FF2B5EF4-FFF2-40B4-BE49-F238E27FC236}">
                <a16:creationId xmlns:a16="http://schemas.microsoft.com/office/drawing/2014/main" id="{9252B231-58BB-5F9C-ABA0-6FA6861DA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749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3999000" cy="2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19325"/>
            <a:ext cx="24411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430575"/>
            <a:ext cx="9144000" cy="71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>
            <a:off x="6119178" y="-212831"/>
            <a:ext cx="3524277" cy="1975522"/>
            <a:chOff x="6119178" y="-212831"/>
            <a:chExt cx="3524277" cy="1975522"/>
          </a:xfrm>
        </p:grpSpPr>
        <p:grpSp>
          <p:nvGrpSpPr>
            <p:cNvPr id="13" name="Google Shape;13;p2"/>
            <p:cNvGrpSpPr/>
            <p:nvPr/>
          </p:nvGrpSpPr>
          <p:grpSpPr>
            <a:xfrm flipH="1">
              <a:off x="6119178" y="-212831"/>
              <a:ext cx="1245921" cy="1258215"/>
              <a:chOff x="8947918" y="1166943"/>
              <a:chExt cx="498967" cy="50387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flipH="1">
              <a:off x="8664082" y="773695"/>
              <a:ext cx="979373" cy="988997"/>
              <a:chOff x="8947918" y="1166943"/>
              <a:chExt cx="498967" cy="50387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-284629" y="2523803"/>
            <a:ext cx="9428629" cy="2619297"/>
            <a:chOff x="-284629" y="2523803"/>
            <a:chExt cx="9428629" cy="2619297"/>
          </a:xfrm>
        </p:grpSpPr>
        <p:sp>
          <p:nvSpPr>
            <p:cNvPr id="23" name="Google Shape;23;p3"/>
            <p:cNvSpPr/>
            <p:nvPr/>
          </p:nvSpPr>
          <p:spPr>
            <a:xfrm>
              <a:off x="0" y="4377200"/>
              <a:ext cx="9144000" cy="765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24" name="Google Shape;24;p3"/>
            <p:cNvGrpSpPr/>
            <p:nvPr/>
          </p:nvGrpSpPr>
          <p:grpSpPr>
            <a:xfrm>
              <a:off x="-284629" y="2523803"/>
              <a:ext cx="1332606" cy="2327932"/>
              <a:chOff x="78398" y="-4015638"/>
              <a:chExt cx="307775" cy="537629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206259" y="-4015638"/>
                <a:ext cx="51986" cy="361949"/>
              </a:xfrm>
              <a:custGeom>
                <a:avLst/>
                <a:gdLst/>
                <a:ahLst/>
                <a:cxnLst/>
                <a:rect l="l" t="t" r="r" b="b"/>
                <a:pathLst>
                  <a:path w="86643" h="603249" extrusionOk="0">
                    <a:moveTo>
                      <a:pt x="56884" y="603250"/>
                    </a:moveTo>
                    <a:lnTo>
                      <a:pt x="18467" y="603250"/>
                    </a:lnTo>
                    <a:cubicBezTo>
                      <a:pt x="18467" y="603250"/>
                      <a:pt x="-33857" y="187325"/>
                      <a:pt x="37644" y="0"/>
                    </a:cubicBezTo>
                    <a:cubicBezTo>
                      <a:pt x="37644" y="0"/>
                      <a:pt x="133656" y="278638"/>
                      <a:pt x="56884" y="6032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131745" y="-3672776"/>
                <a:ext cx="201082" cy="194767"/>
              </a:xfrm>
              <a:custGeom>
                <a:avLst/>
                <a:gdLst/>
                <a:ahLst/>
                <a:cxnLst/>
                <a:rect l="l" t="t" r="r" b="b"/>
                <a:pathLst>
                  <a:path w="335137" h="324611" extrusionOk="0">
                    <a:moveTo>
                      <a:pt x="330573" y="85534"/>
                    </a:moveTo>
                    <a:cubicBezTo>
                      <a:pt x="305364" y="31432"/>
                      <a:pt x="255008" y="31432"/>
                      <a:pt x="255008" y="31432"/>
                    </a:cubicBezTo>
                    <a:lnTo>
                      <a:pt x="255008" y="0"/>
                    </a:lnTo>
                    <a:lnTo>
                      <a:pt x="167568" y="0"/>
                    </a:lnTo>
                    <a:lnTo>
                      <a:pt x="80129" y="0"/>
                    </a:lnTo>
                    <a:lnTo>
                      <a:pt x="80129" y="31432"/>
                    </a:lnTo>
                    <a:cubicBezTo>
                      <a:pt x="80129" y="31432"/>
                      <a:pt x="29773" y="31432"/>
                      <a:pt x="4564" y="85534"/>
                    </a:cubicBezTo>
                    <a:cubicBezTo>
                      <a:pt x="-20645" y="139636"/>
                      <a:pt x="66794" y="324612"/>
                      <a:pt x="66794" y="324612"/>
                    </a:cubicBezTo>
                    <a:lnTo>
                      <a:pt x="167568" y="324612"/>
                    </a:lnTo>
                    <a:lnTo>
                      <a:pt x="268343" y="324612"/>
                    </a:lnTo>
                    <a:cubicBezTo>
                      <a:pt x="268343" y="324676"/>
                      <a:pt x="355782" y="139636"/>
                      <a:pt x="330573" y="855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179791" y="-3654187"/>
                <a:ext cx="104927" cy="2506"/>
              </a:xfrm>
              <a:custGeom>
                <a:avLst/>
                <a:gdLst/>
                <a:ahLst/>
                <a:cxnLst/>
                <a:rect l="l" t="t" r="r" b="b"/>
                <a:pathLst>
                  <a:path w="174878" h="4176" extrusionOk="0">
                    <a:moveTo>
                      <a:pt x="174878" y="684"/>
                    </a:moveTo>
                    <a:cubicBezTo>
                      <a:pt x="146240" y="3478"/>
                      <a:pt x="116268" y="4050"/>
                      <a:pt x="87439" y="4177"/>
                    </a:cubicBezTo>
                    <a:cubicBezTo>
                      <a:pt x="58610" y="4050"/>
                      <a:pt x="28639" y="3415"/>
                      <a:pt x="0" y="684"/>
                    </a:cubicBezTo>
                    <a:lnTo>
                      <a:pt x="0" y="303"/>
                    </a:lnTo>
                    <a:cubicBezTo>
                      <a:pt x="43370" y="494"/>
                      <a:pt x="132397" y="-713"/>
                      <a:pt x="174878" y="684"/>
                    </a:cubicBezTo>
                    <a:lnTo>
                      <a:pt x="174878" y="6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78398" y="-3937470"/>
                <a:ext cx="142418" cy="264909"/>
              </a:xfrm>
              <a:custGeom>
                <a:avLst/>
                <a:gdLst/>
                <a:ahLst/>
                <a:cxnLst/>
                <a:rect l="l" t="t" r="r" b="b"/>
                <a:pathLst>
                  <a:path w="237363" h="441515" extrusionOk="0">
                    <a:moveTo>
                      <a:pt x="237363" y="441515"/>
                    </a:moveTo>
                    <a:cubicBezTo>
                      <a:pt x="237363" y="441515"/>
                      <a:pt x="237363" y="45339"/>
                      <a:pt x="0" y="0"/>
                    </a:cubicBezTo>
                    <a:cubicBezTo>
                      <a:pt x="0" y="0"/>
                      <a:pt x="169101" y="157924"/>
                      <a:pt x="169101" y="441515"/>
                    </a:cubicBezTo>
                    <a:lnTo>
                      <a:pt x="237363" y="4415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120927" y="-3882719"/>
                <a:ext cx="71933" cy="210121"/>
              </a:xfrm>
              <a:custGeom>
                <a:avLst/>
                <a:gdLst/>
                <a:ahLst/>
                <a:cxnLst/>
                <a:rect l="l" t="t" r="r" b="b"/>
                <a:pathLst>
                  <a:path w="119888" h="350202" extrusionOk="0">
                    <a:moveTo>
                      <a:pt x="119888" y="350202"/>
                    </a:moveTo>
                    <a:lnTo>
                      <a:pt x="98235" y="350202"/>
                    </a:lnTo>
                    <a:cubicBezTo>
                      <a:pt x="98235" y="193040"/>
                      <a:pt x="46292" y="74485"/>
                      <a:pt x="0" y="0"/>
                    </a:cubicBezTo>
                    <a:cubicBezTo>
                      <a:pt x="3620" y="4064"/>
                      <a:pt x="119888" y="135445"/>
                      <a:pt x="119888" y="350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114645" y="-3911047"/>
                <a:ext cx="95173" cy="238468"/>
              </a:xfrm>
              <a:custGeom>
                <a:avLst/>
                <a:gdLst/>
                <a:ahLst/>
                <a:cxnLst/>
                <a:rect l="l" t="t" r="r" b="b"/>
                <a:pathLst>
                  <a:path w="158622" h="397446" extrusionOk="0">
                    <a:moveTo>
                      <a:pt x="158114" y="397446"/>
                    </a:moveTo>
                    <a:cubicBezTo>
                      <a:pt x="149098" y="273050"/>
                      <a:pt x="112331" y="107950"/>
                      <a:pt x="20574" y="18351"/>
                    </a:cubicBezTo>
                    <a:cubicBezTo>
                      <a:pt x="17843" y="15811"/>
                      <a:pt x="13462" y="11366"/>
                      <a:pt x="10540" y="9080"/>
                    </a:cubicBezTo>
                    <a:lnTo>
                      <a:pt x="0" y="317"/>
                    </a:lnTo>
                    <a:lnTo>
                      <a:pt x="253" y="0"/>
                    </a:lnTo>
                    <a:cubicBezTo>
                      <a:pt x="2667" y="1841"/>
                      <a:pt x="12001" y="8573"/>
                      <a:pt x="14097" y="10223"/>
                    </a:cubicBezTo>
                    <a:cubicBezTo>
                      <a:pt x="19875" y="15240"/>
                      <a:pt x="26670" y="20828"/>
                      <a:pt x="31940" y="26479"/>
                    </a:cubicBezTo>
                    <a:cubicBezTo>
                      <a:pt x="38481" y="32829"/>
                      <a:pt x="44640" y="40005"/>
                      <a:pt x="50546" y="46926"/>
                    </a:cubicBezTo>
                    <a:cubicBezTo>
                      <a:pt x="53467" y="50863"/>
                      <a:pt x="60388" y="59563"/>
                      <a:pt x="62992" y="63500"/>
                    </a:cubicBezTo>
                    <a:cubicBezTo>
                      <a:pt x="77470" y="84010"/>
                      <a:pt x="89852" y="106743"/>
                      <a:pt x="99885" y="129794"/>
                    </a:cubicBezTo>
                    <a:cubicBezTo>
                      <a:pt x="121920" y="180340"/>
                      <a:pt x="136144" y="234061"/>
                      <a:pt x="145986" y="288226"/>
                    </a:cubicBezTo>
                    <a:cubicBezTo>
                      <a:pt x="149225" y="306324"/>
                      <a:pt x="151828" y="324485"/>
                      <a:pt x="153988" y="342646"/>
                    </a:cubicBezTo>
                    <a:cubicBezTo>
                      <a:pt x="156083" y="360870"/>
                      <a:pt x="157797" y="379158"/>
                      <a:pt x="158623" y="397446"/>
                    </a:cubicBezTo>
                    <a:lnTo>
                      <a:pt x="158114" y="397446"/>
                    </a:lnTo>
                    <a:lnTo>
                      <a:pt x="158114" y="3974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43756" y="-3937470"/>
                <a:ext cx="142418" cy="264909"/>
              </a:xfrm>
              <a:custGeom>
                <a:avLst/>
                <a:gdLst/>
                <a:ahLst/>
                <a:cxnLst/>
                <a:rect l="l" t="t" r="r" b="b"/>
                <a:pathLst>
                  <a:path w="237363" h="441515" extrusionOk="0">
                    <a:moveTo>
                      <a:pt x="0" y="441515"/>
                    </a:moveTo>
                    <a:cubicBezTo>
                      <a:pt x="0" y="441515"/>
                      <a:pt x="0" y="45339"/>
                      <a:pt x="237363" y="0"/>
                    </a:cubicBezTo>
                    <a:cubicBezTo>
                      <a:pt x="237363" y="0"/>
                      <a:pt x="68263" y="157924"/>
                      <a:pt x="68263" y="441515"/>
                    </a:cubicBezTo>
                    <a:lnTo>
                      <a:pt x="0" y="4415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71665" y="-3882719"/>
                <a:ext cx="71933" cy="210121"/>
              </a:xfrm>
              <a:custGeom>
                <a:avLst/>
                <a:gdLst/>
                <a:ahLst/>
                <a:cxnLst/>
                <a:rect l="l" t="t" r="r" b="b"/>
                <a:pathLst>
                  <a:path w="119888" h="350202" extrusionOk="0">
                    <a:moveTo>
                      <a:pt x="0" y="350202"/>
                    </a:moveTo>
                    <a:lnTo>
                      <a:pt x="21653" y="350202"/>
                    </a:lnTo>
                    <a:cubicBezTo>
                      <a:pt x="21653" y="193040"/>
                      <a:pt x="73596" y="74485"/>
                      <a:pt x="119888" y="0"/>
                    </a:cubicBezTo>
                    <a:cubicBezTo>
                      <a:pt x="116205" y="4064"/>
                      <a:pt x="0" y="135445"/>
                      <a:pt x="0" y="350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54797" y="-3911123"/>
                <a:ext cx="95135" cy="238506"/>
              </a:xfrm>
              <a:custGeom>
                <a:avLst/>
                <a:gdLst/>
                <a:ahLst/>
                <a:cxnLst/>
                <a:rect l="l" t="t" r="r" b="b"/>
                <a:pathLst>
                  <a:path w="158559" h="397510" extrusionOk="0">
                    <a:moveTo>
                      <a:pt x="0" y="397510"/>
                    </a:moveTo>
                    <a:cubicBezTo>
                      <a:pt x="6477" y="279527"/>
                      <a:pt x="40195" y="111760"/>
                      <a:pt x="126619" y="26543"/>
                    </a:cubicBezTo>
                    <a:cubicBezTo>
                      <a:pt x="131890" y="20955"/>
                      <a:pt x="138684" y="15304"/>
                      <a:pt x="144463" y="10287"/>
                    </a:cubicBezTo>
                    <a:cubicBezTo>
                      <a:pt x="146939" y="8318"/>
                      <a:pt x="155766" y="1905"/>
                      <a:pt x="158306" y="0"/>
                    </a:cubicBezTo>
                    <a:cubicBezTo>
                      <a:pt x="158306" y="0"/>
                      <a:pt x="158559" y="318"/>
                      <a:pt x="158559" y="318"/>
                    </a:cubicBezTo>
                    <a:lnTo>
                      <a:pt x="148019" y="9081"/>
                    </a:lnTo>
                    <a:cubicBezTo>
                      <a:pt x="145034" y="11430"/>
                      <a:pt x="140780" y="15748"/>
                      <a:pt x="137985" y="18415"/>
                    </a:cubicBezTo>
                    <a:cubicBezTo>
                      <a:pt x="104966" y="50038"/>
                      <a:pt x="81344" y="90170"/>
                      <a:pt x="62484" y="131509"/>
                    </a:cubicBezTo>
                    <a:cubicBezTo>
                      <a:pt x="24829" y="214884"/>
                      <a:pt x="7874" y="307658"/>
                      <a:pt x="0" y="397510"/>
                    </a:cubicBezTo>
                    <a:lnTo>
                      <a:pt x="0" y="3975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30033" y="-3923802"/>
                <a:ext cx="2530" cy="251231"/>
              </a:xfrm>
              <a:custGeom>
                <a:avLst/>
                <a:gdLst/>
                <a:ahLst/>
                <a:cxnLst/>
                <a:rect l="l" t="t" r="r" b="b"/>
                <a:pathLst>
                  <a:path w="4217" h="418718" extrusionOk="0">
                    <a:moveTo>
                      <a:pt x="3456" y="418719"/>
                    </a:moveTo>
                    <a:cubicBezTo>
                      <a:pt x="-989" y="298069"/>
                      <a:pt x="-671" y="173101"/>
                      <a:pt x="1742" y="52324"/>
                    </a:cubicBezTo>
                    <a:cubicBezTo>
                      <a:pt x="2313" y="34861"/>
                      <a:pt x="2631" y="17463"/>
                      <a:pt x="3456" y="0"/>
                    </a:cubicBezTo>
                    <a:cubicBezTo>
                      <a:pt x="4472" y="102997"/>
                      <a:pt x="4472" y="315722"/>
                      <a:pt x="3456" y="418719"/>
                    </a:cubicBezTo>
                    <a:lnTo>
                      <a:pt x="3456" y="4187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206786" y="-3779766"/>
                <a:ext cx="14059" cy="107099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178498" extrusionOk="0">
                    <a:moveTo>
                      <a:pt x="23051" y="178498"/>
                    </a:moveTo>
                    <a:cubicBezTo>
                      <a:pt x="17590" y="126365"/>
                      <a:pt x="11493" y="74295"/>
                      <a:pt x="3302" y="22479"/>
                    </a:cubicBezTo>
                    <a:cubicBezTo>
                      <a:pt x="2413" y="14986"/>
                      <a:pt x="889" y="7684"/>
                      <a:pt x="0" y="127"/>
                    </a:cubicBezTo>
                    <a:lnTo>
                      <a:pt x="381" y="0"/>
                    </a:lnTo>
                    <a:cubicBezTo>
                      <a:pt x="10985" y="43815"/>
                      <a:pt x="17970" y="88456"/>
                      <a:pt x="21336" y="133414"/>
                    </a:cubicBezTo>
                    <a:cubicBezTo>
                      <a:pt x="22479" y="148400"/>
                      <a:pt x="23241" y="163386"/>
                      <a:pt x="23431" y="178435"/>
                    </a:cubicBezTo>
                    <a:lnTo>
                      <a:pt x="23051" y="178435"/>
                    </a:lnTo>
                    <a:lnTo>
                      <a:pt x="23051" y="1784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243055" y="-3779728"/>
                <a:ext cx="14645" cy="107060"/>
              </a:xfrm>
              <a:custGeom>
                <a:avLst/>
                <a:gdLst/>
                <a:ahLst/>
                <a:cxnLst/>
                <a:rect l="l" t="t" r="r" b="b"/>
                <a:pathLst>
                  <a:path w="24409" h="178434" extrusionOk="0">
                    <a:moveTo>
                      <a:pt x="977" y="178435"/>
                    </a:moveTo>
                    <a:cubicBezTo>
                      <a:pt x="-1308" y="148336"/>
                      <a:pt x="660" y="118046"/>
                      <a:pt x="4343" y="88202"/>
                    </a:cubicBezTo>
                    <a:cubicBezTo>
                      <a:pt x="7772" y="62039"/>
                      <a:pt x="12915" y="36068"/>
                      <a:pt x="20600" y="10795"/>
                    </a:cubicBezTo>
                    <a:cubicBezTo>
                      <a:pt x="21679" y="7176"/>
                      <a:pt x="22822" y="3620"/>
                      <a:pt x="24028" y="0"/>
                    </a:cubicBezTo>
                    <a:lnTo>
                      <a:pt x="24409" y="127"/>
                    </a:lnTo>
                    <a:cubicBezTo>
                      <a:pt x="10313" y="58293"/>
                      <a:pt x="3518" y="119443"/>
                      <a:pt x="977" y="178435"/>
                    </a:cubicBezTo>
                    <a:lnTo>
                      <a:pt x="977" y="1784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138822" y="-3672776"/>
                <a:ext cx="184668" cy="194767"/>
              </a:xfrm>
              <a:custGeom>
                <a:avLst/>
                <a:gdLst/>
                <a:ahLst/>
                <a:cxnLst/>
                <a:rect l="l" t="t" r="r" b="b"/>
                <a:pathLst>
                  <a:path w="307780" h="324612" extrusionOk="0">
                    <a:moveTo>
                      <a:pt x="121730" y="174530"/>
                    </a:moveTo>
                    <a:cubicBezTo>
                      <a:pt x="127731" y="175704"/>
                      <a:pt x="132970" y="179546"/>
                      <a:pt x="135764" y="186563"/>
                    </a:cubicBezTo>
                    <a:cubicBezTo>
                      <a:pt x="142685" y="202057"/>
                      <a:pt x="134430" y="220027"/>
                      <a:pt x="140336" y="235394"/>
                    </a:cubicBezTo>
                    <a:cubicBezTo>
                      <a:pt x="140463" y="235458"/>
                      <a:pt x="140590" y="235712"/>
                      <a:pt x="140653" y="235712"/>
                    </a:cubicBezTo>
                    <a:cubicBezTo>
                      <a:pt x="140780" y="235839"/>
                      <a:pt x="140780" y="235776"/>
                      <a:pt x="141034" y="235776"/>
                    </a:cubicBezTo>
                    <a:cubicBezTo>
                      <a:pt x="142939" y="235077"/>
                      <a:pt x="144844" y="232283"/>
                      <a:pt x="146051" y="230441"/>
                    </a:cubicBezTo>
                    <a:cubicBezTo>
                      <a:pt x="149099" y="225679"/>
                      <a:pt x="151575" y="220282"/>
                      <a:pt x="153670" y="214884"/>
                    </a:cubicBezTo>
                    <a:cubicBezTo>
                      <a:pt x="154941" y="210566"/>
                      <a:pt x="159322" y="203708"/>
                      <a:pt x="165228" y="206057"/>
                    </a:cubicBezTo>
                    <a:cubicBezTo>
                      <a:pt x="179134" y="212725"/>
                      <a:pt x="181039" y="247777"/>
                      <a:pt x="181991" y="261683"/>
                    </a:cubicBezTo>
                    <a:cubicBezTo>
                      <a:pt x="182563" y="273621"/>
                      <a:pt x="182372" y="285559"/>
                      <a:pt x="181801" y="297434"/>
                    </a:cubicBezTo>
                    <a:cubicBezTo>
                      <a:pt x="181674" y="303276"/>
                      <a:pt x="181738" y="309118"/>
                      <a:pt x="182817" y="314833"/>
                    </a:cubicBezTo>
                    <a:lnTo>
                      <a:pt x="186755" y="324612"/>
                    </a:lnTo>
                    <a:lnTo>
                      <a:pt x="183835" y="324612"/>
                    </a:lnTo>
                    <a:lnTo>
                      <a:pt x="179896" y="315277"/>
                    </a:lnTo>
                    <a:cubicBezTo>
                      <a:pt x="178690" y="309308"/>
                      <a:pt x="178563" y="303276"/>
                      <a:pt x="178563" y="297244"/>
                    </a:cubicBezTo>
                    <a:cubicBezTo>
                      <a:pt x="178880" y="285369"/>
                      <a:pt x="178943" y="273558"/>
                      <a:pt x="178372" y="261810"/>
                    </a:cubicBezTo>
                    <a:cubicBezTo>
                      <a:pt x="177674" y="250063"/>
                      <a:pt x="176530" y="238252"/>
                      <a:pt x="173546" y="227013"/>
                    </a:cubicBezTo>
                    <a:cubicBezTo>
                      <a:pt x="172086" y="221678"/>
                      <a:pt x="170180" y="215900"/>
                      <a:pt x="166625" y="211709"/>
                    </a:cubicBezTo>
                    <a:cubicBezTo>
                      <a:pt x="162243" y="206438"/>
                      <a:pt x="158751" y="211582"/>
                      <a:pt x="157290" y="216218"/>
                    </a:cubicBezTo>
                    <a:cubicBezTo>
                      <a:pt x="155004" y="221869"/>
                      <a:pt x="146686" y="243967"/>
                      <a:pt x="138240" y="239141"/>
                    </a:cubicBezTo>
                    <a:cubicBezTo>
                      <a:pt x="135891" y="237553"/>
                      <a:pt x="135192" y="234315"/>
                      <a:pt x="134747" y="231838"/>
                    </a:cubicBezTo>
                    <a:cubicBezTo>
                      <a:pt x="132017" y="217170"/>
                      <a:pt x="137668" y="202057"/>
                      <a:pt x="132080" y="188151"/>
                    </a:cubicBezTo>
                    <a:cubicBezTo>
                      <a:pt x="127572" y="176339"/>
                      <a:pt x="114681" y="175641"/>
                      <a:pt x="104839" y="181801"/>
                    </a:cubicBezTo>
                    <a:cubicBezTo>
                      <a:pt x="97346" y="186119"/>
                      <a:pt x="91314" y="192532"/>
                      <a:pt x="86233" y="199581"/>
                    </a:cubicBezTo>
                    <a:cubicBezTo>
                      <a:pt x="72962" y="218821"/>
                      <a:pt x="65405" y="242126"/>
                      <a:pt x="65025" y="265494"/>
                    </a:cubicBezTo>
                    <a:cubicBezTo>
                      <a:pt x="64993" y="283179"/>
                      <a:pt x="68359" y="300704"/>
                      <a:pt x="74193" y="317460"/>
                    </a:cubicBezTo>
                    <a:lnTo>
                      <a:pt x="77815" y="324612"/>
                    </a:lnTo>
                    <a:lnTo>
                      <a:pt x="76354" y="324612"/>
                    </a:lnTo>
                    <a:lnTo>
                      <a:pt x="72645" y="317778"/>
                    </a:lnTo>
                    <a:cubicBezTo>
                      <a:pt x="66390" y="300990"/>
                      <a:pt x="62707" y="283305"/>
                      <a:pt x="62548" y="265366"/>
                    </a:cubicBezTo>
                    <a:cubicBezTo>
                      <a:pt x="62548" y="241363"/>
                      <a:pt x="69851" y="217297"/>
                      <a:pt x="83440" y="197421"/>
                    </a:cubicBezTo>
                    <a:cubicBezTo>
                      <a:pt x="88710" y="189992"/>
                      <a:pt x="95124" y="183134"/>
                      <a:pt x="103125" y="178499"/>
                    </a:cubicBezTo>
                    <a:cubicBezTo>
                      <a:pt x="108967" y="174848"/>
                      <a:pt x="115729" y="173355"/>
                      <a:pt x="121730" y="174530"/>
                    </a:cubicBezTo>
                    <a:close/>
                    <a:moveTo>
                      <a:pt x="136065" y="110950"/>
                    </a:moveTo>
                    <a:cubicBezTo>
                      <a:pt x="143951" y="110470"/>
                      <a:pt x="152068" y="111633"/>
                      <a:pt x="160148" y="114808"/>
                    </a:cubicBezTo>
                    <a:cubicBezTo>
                      <a:pt x="183262" y="123698"/>
                      <a:pt x="195898" y="148145"/>
                      <a:pt x="192342" y="172276"/>
                    </a:cubicBezTo>
                    <a:cubicBezTo>
                      <a:pt x="192278" y="173355"/>
                      <a:pt x="191961" y="175514"/>
                      <a:pt x="191707" y="176594"/>
                    </a:cubicBezTo>
                    <a:cubicBezTo>
                      <a:pt x="189612" y="186245"/>
                      <a:pt x="187579" y="196025"/>
                      <a:pt x="186945" y="205930"/>
                    </a:cubicBezTo>
                    <a:cubicBezTo>
                      <a:pt x="184278" y="240220"/>
                      <a:pt x="196216" y="277432"/>
                      <a:pt x="235268" y="281178"/>
                    </a:cubicBezTo>
                    <a:lnTo>
                      <a:pt x="278073" y="274889"/>
                    </a:lnTo>
                    <a:lnTo>
                      <a:pt x="277370" y="276591"/>
                    </a:lnTo>
                    <a:lnTo>
                      <a:pt x="243714" y="284099"/>
                    </a:lnTo>
                    <a:cubicBezTo>
                      <a:pt x="197168" y="285178"/>
                      <a:pt x="180404" y="246697"/>
                      <a:pt x="183262" y="205676"/>
                    </a:cubicBezTo>
                    <a:cubicBezTo>
                      <a:pt x="183833" y="195644"/>
                      <a:pt x="185866" y="185738"/>
                      <a:pt x="187897" y="175895"/>
                    </a:cubicBezTo>
                    <a:cubicBezTo>
                      <a:pt x="188151" y="174879"/>
                      <a:pt x="188405" y="172783"/>
                      <a:pt x="188469" y="171767"/>
                    </a:cubicBezTo>
                    <a:cubicBezTo>
                      <a:pt x="191644" y="149606"/>
                      <a:pt x="179896" y="126682"/>
                      <a:pt x="158687" y="118427"/>
                    </a:cubicBezTo>
                    <a:cubicBezTo>
                      <a:pt x="135002" y="108521"/>
                      <a:pt x="107442" y="119126"/>
                      <a:pt x="91378" y="137922"/>
                    </a:cubicBezTo>
                    <a:cubicBezTo>
                      <a:pt x="85790" y="143827"/>
                      <a:pt x="81027" y="151765"/>
                      <a:pt x="76518" y="158559"/>
                    </a:cubicBezTo>
                    <a:cubicBezTo>
                      <a:pt x="63311" y="178308"/>
                      <a:pt x="44404" y="192310"/>
                      <a:pt x="23076" y="200517"/>
                    </a:cubicBezTo>
                    <a:lnTo>
                      <a:pt x="8375" y="204020"/>
                    </a:lnTo>
                    <a:lnTo>
                      <a:pt x="7910" y="202377"/>
                    </a:lnTo>
                    <a:lnTo>
                      <a:pt x="25869" y="197215"/>
                    </a:lnTo>
                    <a:cubicBezTo>
                      <a:pt x="47419" y="187579"/>
                      <a:pt x="65946" y="171767"/>
                      <a:pt x="78487" y="149669"/>
                    </a:cubicBezTo>
                    <a:cubicBezTo>
                      <a:pt x="90822" y="128619"/>
                      <a:pt x="112408" y="112391"/>
                      <a:pt x="136065" y="110950"/>
                    </a:cubicBezTo>
                    <a:close/>
                    <a:moveTo>
                      <a:pt x="218696" y="0"/>
                    </a:moveTo>
                    <a:lnTo>
                      <a:pt x="221933" y="0"/>
                    </a:lnTo>
                    <a:lnTo>
                      <a:pt x="247270" y="71754"/>
                    </a:lnTo>
                    <a:cubicBezTo>
                      <a:pt x="249810" y="88328"/>
                      <a:pt x="250572" y="105600"/>
                      <a:pt x="246698" y="122174"/>
                    </a:cubicBezTo>
                    <a:cubicBezTo>
                      <a:pt x="239650" y="146684"/>
                      <a:pt x="215710" y="205231"/>
                      <a:pt x="236539" y="225425"/>
                    </a:cubicBezTo>
                    <a:cubicBezTo>
                      <a:pt x="243778" y="231775"/>
                      <a:pt x="254445" y="231647"/>
                      <a:pt x="263462" y="230124"/>
                    </a:cubicBezTo>
                    <a:cubicBezTo>
                      <a:pt x="279274" y="225869"/>
                      <a:pt x="290386" y="211963"/>
                      <a:pt x="300419" y="199707"/>
                    </a:cubicBezTo>
                    <a:lnTo>
                      <a:pt x="307780" y="187729"/>
                    </a:lnTo>
                    <a:lnTo>
                      <a:pt x="304598" y="198957"/>
                    </a:lnTo>
                    <a:lnTo>
                      <a:pt x="303023" y="201612"/>
                    </a:lnTo>
                    <a:cubicBezTo>
                      <a:pt x="292736" y="214693"/>
                      <a:pt x="281178" y="229171"/>
                      <a:pt x="264288" y="233616"/>
                    </a:cubicBezTo>
                    <a:cubicBezTo>
                      <a:pt x="254065" y="235457"/>
                      <a:pt x="242444" y="235394"/>
                      <a:pt x="234126" y="228219"/>
                    </a:cubicBezTo>
                    <a:cubicBezTo>
                      <a:pt x="215774" y="211010"/>
                      <a:pt x="227966" y="170814"/>
                      <a:pt x="233744" y="149669"/>
                    </a:cubicBezTo>
                    <a:cubicBezTo>
                      <a:pt x="237237" y="136906"/>
                      <a:pt x="243142" y="124777"/>
                      <a:pt x="244666" y="111632"/>
                    </a:cubicBezTo>
                    <a:cubicBezTo>
                      <a:pt x="246460" y="93249"/>
                      <a:pt x="244765" y="73636"/>
                      <a:pt x="240098" y="54154"/>
                    </a:cubicBezTo>
                    <a:close/>
                    <a:moveTo>
                      <a:pt x="173344" y="0"/>
                    </a:moveTo>
                    <a:lnTo>
                      <a:pt x="175546" y="0"/>
                    </a:lnTo>
                    <a:lnTo>
                      <a:pt x="196279" y="24828"/>
                    </a:lnTo>
                    <a:cubicBezTo>
                      <a:pt x="207455" y="46862"/>
                      <a:pt x="225616" y="92011"/>
                      <a:pt x="208344" y="113855"/>
                    </a:cubicBezTo>
                    <a:cubicBezTo>
                      <a:pt x="193866" y="127190"/>
                      <a:pt x="176403" y="101917"/>
                      <a:pt x="168022" y="92011"/>
                    </a:cubicBezTo>
                    <a:cubicBezTo>
                      <a:pt x="160719" y="84518"/>
                      <a:pt x="150750" y="80454"/>
                      <a:pt x="140590" y="78231"/>
                    </a:cubicBezTo>
                    <a:cubicBezTo>
                      <a:pt x="126874" y="75310"/>
                      <a:pt x="112395" y="75501"/>
                      <a:pt x="98489" y="77850"/>
                    </a:cubicBezTo>
                    <a:cubicBezTo>
                      <a:pt x="89853" y="79057"/>
                      <a:pt x="57151" y="87693"/>
                      <a:pt x="68136" y="100393"/>
                    </a:cubicBezTo>
                    <a:cubicBezTo>
                      <a:pt x="92266" y="120522"/>
                      <a:pt x="73851" y="134365"/>
                      <a:pt x="56007" y="148843"/>
                    </a:cubicBezTo>
                    <a:cubicBezTo>
                      <a:pt x="50483" y="153415"/>
                      <a:pt x="44959" y="157987"/>
                      <a:pt x="39878" y="162940"/>
                    </a:cubicBezTo>
                    <a:cubicBezTo>
                      <a:pt x="34481" y="168147"/>
                      <a:pt x="27496" y="171068"/>
                      <a:pt x="20448" y="173100"/>
                    </a:cubicBezTo>
                    <a:lnTo>
                      <a:pt x="518" y="176297"/>
                    </a:lnTo>
                    <a:lnTo>
                      <a:pt x="0" y="174468"/>
                    </a:lnTo>
                    <a:lnTo>
                      <a:pt x="19940" y="170941"/>
                    </a:lnTo>
                    <a:cubicBezTo>
                      <a:pt x="26607" y="168909"/>
                      <a:pt x="33211" y="166052"/>
                      <a:pt x="38228" y="161162"/>
                    </a:cubicBezTo>
                    <a:cubicBezTo>
                      <a:pt x="43307" y="156019"/>
                      <a:pt x="48832" y="151320"/>
                      <a:pt x="54356" y="146684"/>
                    </a:cubicBezTo>
                    <a:cubicBezTo>
                      <a:pt x="62612" y="139001"/>
                      <a:pt x="80836" y="127634"/>
                      <a:pt x="75502" y="114680"/>
                    </a:cubicBezTo>
                    <a:cubicBezTo>
                      <a:pt x="73534" y="109854"/>
                      <a:pt x="69533" y="106489"/>
                      <a:pt x="65660" y="102806"/>
                    </a:cubicBezTo>
                    <a:cubicBezTo>
                      <a:pt x="56579" y="93281"/>
                      <a:pt x="68200" y="83946"/>
                      <a:pt x="76899" y="80390"/>
                    </a:cubicBezTo>
                    <a:cubicBezTo>
                      <a:pt x="103950" y="68960"/>
                      <a:pt x="148781" y="67309"/>
                      <a:pt x="171006" y="89217"/>
                    </a:cubicBezTo>
                    <a:cubicBezTo>
                      <a:pt x="178245" y="97091"/>
                      <a:pt x="189739" y="115633"/>
                      <a:pt x="201867" y="113410"/>
                    </a:cubicBezTo>
                    <a:cubicBezTo>
                      <a:pt x="207963" y="111442"/>
                      <a:pt x="209995" y="103441"/>
                      <a:pt x="210948" y="97535"/>
                    </a:cubicBezTo>
                    <a:cubicBezTo>
                      <a:pt x="212535" y="87058"/>
                      <a:pt x="210948" y="76580"/>
                      <a:pt x="208280" y="66293"/>
                    </a:cubicBezTo>
                    <a:cubicBezTo>
                      <a:pt x="203184" y="47354"/>
                      <a:pt x="195946" y="30003"/>
                      <a:pt x="186680" y="149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4342075" y="2371900"/>
            <a:ext cx="40887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4342075" y="1391475"/>
            <a:ext cx="1332600" cy="92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>
            <a:spLocks noGrp="1"/>
          </p:cNvSpPr>
          <p:nvPr>
            <p:ph type="pic" idx="3"/>
          </p:nvPr>
        </p:nvSpPr>
        <p:spPr>
          <a:xfrm>
            <a:off x="666763" y="539500"/>
            <a:ext cx="2760600" cy="406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8280000" algn="bl" rotWithShape="0">
              <a:schemeClr val="dk1"/>
            </a:outerShdw>
          </a:effectLst>
        </p:spPr>
      </p:sp>
      <p:grpSp>
        <p:nvGrpSpPr>
          <p:cNvPr id="41" name="Google Shape;41;p3"/>
          <p:cNvGrpSpPr/>
          <p:nvPr/>
        </p:nvGrpSpPr>
        <p:grpSpPr>
          <a:xfrm>
            <a:off x="246125" y="1904800"/>
            <a:ext cx="467100" cy="467100"/>
            <a:chOff x="4123025" y="735300"/>
            <a:chExt cx="467100" cy="467100"/>
          </a:xfrm>
        </p:grpSpPr>
        <p:sp>
          <p:nvSpPr>
            <p:cNvPr id="42" name="Google Shape;42;p3"/>
            <p:cNvSpPr/>
            <p:nvPr/>
          </p:nvSpPr>
          <p:spPr>
            <a:xfrm>
              <a:off x="4123025" y="735300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4252475" y="864750"/>
              <a:ext cx="208200" cy="208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1"/>
          </p:nvPr>
        </p:nvSpPr>
        <p:spPr>
          <a:xfrm>
            <a:off x="4996582" y="2999805"/>
            <a:ext cx="30288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2"/>
          </p:nvPr>
        </p:nvSpPr>
        <p:spPr>
          <a:xfrm>
            <a:off x="1118800" y="2997855"/>
            <a:ext cx="3028800" cy="14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3"/>
          </p:nvPr>
        </p:nvSpPr>
        <p:spPr>
          <a:xfrm>
            <a:off x="1118800" y="2536150"/>
            <a:ext cx="30288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4"/>
          </p:nvPr>
        </p:nvSpPr>
        <p:spPr>
          <a:xfrm>
            <a:off x="4996582" y="2528586"/>
            <a:ext cx="30288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9pPr>
          </a:lstStyle>
          <a:p>
            <a:endParaRPr/>
          </a:p>
        </p:txBody>
      </p:sp>
      <p:grpSp>
        <p:nvGrpSpPr>
          <p:cNvPr id="71" name="Google Shape;71;p5"/>
          <p:cNvGrpSpPr/>
          <p:nvPr/>
        </p:nvGrpSpPr>
        <p:grpSpPr>
          <a:xfrm>
            <a:off x="-716570" y="2564833"/>
            <a:ext cx="10190730" cy="2758995"/>
            <a:chOff x="-716570" y="2564833"/>
            <a:chExt cx="10190730" cy="2758995"/>
          </a:xfrm>
        </p:grpSpPr>
        <p:grpSp>
          <p:nvGrpSpPr>
            <p:cNvPr id="72" name="Google Shape;72;p5"/>
            <p:cNvGrpSpPr/>
            <p:nvPr/>
          </p:nvGrpSpPr>
          <p:grpSpPr>
            <a:xfrm rot="-404966">
              <a:off x="-620408" y="3539448"/>
              <a:ext cx="1307184" cy="1713502"/>
              <a:chOff x="5044785" y="3172415"/>
              <a:chExt cx="552229" cy="723881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5100002" y="3590163"/>
                <a:ext cx="365632" cy="306133"/>
              </a:xfrm>
              <a:custGeom>
                <a:avLst/>
                <a:gdLst/>
                <a:ahLst/>
                <a:cxnLst/>
                <a:rect l="l" t="t" r="r" b="b"/>
                <a:pathLst>
                  <a:path w="365632" h="306133" extrusionOk="0">
                    <a:moveTo>
                      <a:pt x="182816" y="0"/>
                    </a:moveTo>
                    <a:lnTo>
                      <a:pt x="0" y="0"/>
                    </a:lnTo>
                    <a:lnTo>
                      <a:pt x="53467" y="305308"/>
                    </a:lnTo>
                    <a:lnTo>
                      <a:pt x="182816" y="306134"/>
                    </a:lnTo>
                    <a:lnTo>
                      <a:pt x="312102" y="305308"/>
                    </a:lnTo>
                    <a:lnTo>
                      <a:pt x="36563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5117401" y="3686365"/>
                <a:ext cx="330962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330962" h="4127" extrusionOk="0">
                    <a:moveTo>
                      <a:pt x="0" y="0"/>
                    </a:moveTo>
                    <a:lnTo>
                      <a:pt x="330962" y="0"/>
                    </a:lnTo>
                    <a:lnTo>
                      <a:pt x="330962" y="4128"/>
                    </a:lnTo>
                    <a:lnTo>
                      <a:pt x="0" y="41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5139753" y="3808222"/>
                <a:ext cx="287337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287337" h="4127" extrusionOk="0">
                    <a:moveTo>
                      <a:pt x="0" y="0"/>
                    </a:moveTo>
                    <a:lnTo>
                      <a:pt x="287337" y="0"/>
                    </a:lnTo>
                    <a:lnTo>
                      <a:pt x="287337" y="4127"/>
                    </a:lnTo>
                    <a:lnTo>
                      <a:pt x="0" y="41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5318271" y="3316921"/>
                <a:ext cx="104311" cy="273114"/>
              </a:xfrm>
              <a:custGeom>
                <a:avLst/>
                <a:gdLst/>
                <a:ahLst/>
                <a:cxnLst/>
                <a:rect l="l" t="t" r="r" b="b"/>
                <a:pathLst>
                  <a:path w="104311" h="273114" extrusionOk="0">
                    <a:moveTo>
                      <a:pt x="103994" y="55373"/>
                    </a:moveTo>
                    <a:cubicBezTo>
                      <a:pt x="99739" y="48578"/>
                      <a:pt x="95485" y="41784"/>
                      <a:pt x="91357" y="34926"/>
                    </a:cubicBezTo>
                    <a:cubicBezTo>
                      <a:pt x="87611" y="29211"/>
                      <a:pt x="83102" y="20194"/>
                      <a:pt x="77959" y="15622"/>
                    </a:cubicBezTo>
                    <a:cubicBezTo>
                      <a:pt x="61576" y="-1142"/>
                      <a:pt x="33318" y="-1142"/>
                      <a:pt x="16872" y="15432"/>
                    </a:cubicBezTo>
                    <a:cubicBezTo>
                      <a:pt x="10903" y="21274"/>
                      <a:pt x="6775" y="28894"/>
                      <a:pt x="4997" y="37021"/>
                    </a:cubicBezTo>
                    <a:cubicBezTo>
                      <a:pt x="3664" y="43689"/>
                      <a:pt x="4235" y="50420"/>
                      <a:pt x="4172" y="57214"/>
                    </a:cubicBezTo>
                    <a:lnTo>
                      <a:pt x="4299" y="81218"/>
                    </a:lnTo>
                    <a:cubicBezTo>
                      <a:pt x="4045" y="109412"/>
                      <a:pt x="4045" y="149417"/>
                      <a:pt x="3473" y="177166"/>
                    </a:cubicBezTo>
                    <a:cubicBezTo>
                      <a:pt x="2965" y="205169"/>
                      <a:pt x="2076" y="245492"/>
                      <a:pt x="743" y="273114"/>
                    </a:cubicBezTo>
                    <a:cubicBezTo>
                      <a:pt x="-83" y="242063"/>
                      <a:pt x="-400" y="67057"/>
                      <a:pt x="743" y="39181"/>
                    </a:cubicBezTo>
                    <a:cubicBezTo>
                      <a:pt x="2140" y="29211"/>
                      <a:pt x="7093" y="19813"/>
                      <a:pt x="14332" y="12828"/>
                    </a:cubicBezTo>
                    <a:cubicBezTo>
                      <a:pt x="31985" y="-4762"/>
                      <a:pt x="62528" y="-4190"/>
                      <a:pt x="79483" y="14098"/>
                    </a:cubicBezTo>
                    <a:cubicBezTo>
                      <a:pt x="84626" y="18988"/>
                      <a:pt x="88945" y="28195"/>
                      <a:pt x="92501" y="34227"/>
                    </a:cubicBezTo>
                    <a:cubicBezTo>
                      <a:pt x="92501" y="34227"/>
                      <a:pt x="104311" y="55119"/>
                      <a:pt x="104311" y="55119"/>
                    </a:cubicBezTo>
                    <a:lnTo>
                      <a:pt x="103994" y="55373"/>
                    </a:lnTo>
                    <a:lnTo>
                      <a:pt x="103994" y="553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5185473" y="3184106"/>
                <a:ext cx="107437" cy="406056"/>
              </a:xfrm>
              <a:custGeom>
                <a:avLst/>
                <a:gdLst/>
                <a:ahLst/>
                <a:cxnLst/>
                <a:rect l="l" t="t" r="r" b="b"/>
                <a:pathLst>
                  <a:path w="107437" h="406056" extrusionOk="0">
                    <a:moveTo>
                      <a:pt x="0" y="83667"/>
                    </a:moveTo>
                    <a:cubicBezTo>
                      <a:pt x="3620" y="73190"/>
                      <a:pt x="7239" y="62712"/>
                      <a:pt x="10986" y="52298"/>
                    </a:cubicBezTo>
                    <a:cubicBezTo>
                      <a:pt x="14542" y="43027"/>
                      <a:pt x="18224" y="29565"/>
                      <a:pt x="23940" y="21310"/>
                    </a:cubicBezTo>
                    <a:cubicBezTo>
                      <a:pt x="37655" y="-661"/>
                      <a:pt x="64008" y="-7963"/>
                      <a:pt x="84074" y="10515"/>
                    </a:cubicBezTo>
                    <a:cubicBezTo>
                      <a:pt x="98870" y="23914"/>
                      <a:pt x="105220" y="43662"/>
                      <a:pt x="106871" y="62903"/>
                    </a:cubicBezTo>
                    <a:cubicBezTo>
                      <a:pt x="107823" y="101193"/>
                      <a:pt x="107315" y="168186"/>
                      <a:pt x="107188" y="206540"/>
                    </a:cubicBezTo>
                    <a:cubicBezTo>
                      <a:pt x="106553" y="270230"/>
                      <a:pt x="106743" y="343192"/>
                      <a:pt x="103568" y="406057"/>
                    </a:cubicBezTo>
                    <a:cubicBezTo>
                      <a:pt x="103568" y="356146"/>
                      <a:pt x="103251" y="117894"/>
                      <a:pt x="103442" y="73571"/>
                    </a:cubicBezTo>
                    <a:cubicBezTo>
                      <a:pt x="103823" y="51790"/>
                      <a:pt x="98235" y="28295"/>
                      <a:pt x="81915" y="12928"/>
                    </a:cubicBezTo>
                    <a:cubicBezTo>
                      <a:pt x="63310" y="-4725"/>
                      <a:pt x="38926" y="2260"/>
                      <a:pt x="25781" y="22580"/>
                    </a:cubicBezTo>
                    <a:cubicBezTo>
                      <a:pt x="19495" y="31724"/>
                      <a:pt x="16510" y="42583"/>
                      <a:pt x="12319" y="52806"/>
                    </a:cubicBezTo>
                    <a:lnTo>
                      <a:pt x="381" y="83858"/>
                    </a:lnTo>
                    <a:lnTo>
                      <a:pt x="0" y="83667"/>
                    </a:lnTo>
                    <a:lnTo>
                      <a:pt x="0" y="83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5299692" y="3317200"/>
                <a:ext cx="297322" cy="300780"/>
              </a:xfrm>
              <a:custGeom>
                <a:avLst/>
                <a:gdLst/>
                <a:ahLst/>
                <a:cxnLst/>
                <a:rect l="l" t="t" r="r" b="b"/>
                <a:pathLst>
                  <a:path w="297322" h="300780" extrusionOk="0">
                    <a:moveTo>
                      <a:pt x="214394" y="610"/>
                    </a:moveTo>
                    <a:cubicBezTo>
                      <a:pt x="153180" y="-6755"/>
                      <a:pt x="122700" y="54966"/>
                      <a:pt x="122700" y="54966"/>
                    </a:cubicBezTo>
                    <a:cubicBezTo>
                      <a:pt x="122700" y="54966"/>
                      <a:pt x="57930" y="31535"/>
                      <a:pt x="18941" y="79287"/>
                    </a:cubicBezTo>
                    <a:cubicBezTo>
                      <a:pt x="-1824" y="104624"/>
                      <a:pt x="-4681" y="135929"/>
                      <a:pt x="6305" y="166981"/>
                    </a:cubicBezTo>
                    <a:cubicBezTo>
                      <a:pt x="14115" y="158535"/>
                      <a:pt x="23195" y="151359"/>
                      <a:pt x="33736" y="147422"/>
                    </a:cubicBezTo>
                    <a:cubicBezTo>
                      <a:pt x="65677" y="135421"/>
                      <a:pt x="42754" y="183554"/>
                      <a:pt x="29355" y="208256"/>
                    </a:cubicBezTo>
                    <a:cubicBezTo>
                      <a:pt x="56660" y="243689"/>
                      <a:pt x="101300" y="274867"/>
                      <a:pt x="156799" y="291377"/>
                    </a:cubicBezTo>
                    <a:cubicBezTo>
                      <a:pt x="158641" y="283821"/>
                      <a:pt x="161625" y="276645"/>
                      <a:pt x="166324" y="270676"/>
                    </a:cubicBezTo>
                    <a:cubicBezTo>
                      <a:pt x="179342" y="254229"/>
                      <a:pt x="184358" y="277725"/>
                      <a:pt x="186263" y="298489"/>
                    </a:cubicBezTo>
                    <a:cubicBezTo>
                      <a:pt x="189692" y="299124"/>
                      <a:pt x="193121" y="299759"/>
                      <a:pt x="196614" y="300267"/>
                    </a:cubicBezTo>
                    <a:cubicBezTo>
                      <a:pt x="212870" y="302744"/>
                      <a:pt x="229317" y="296140"/>
                      <a:pt x="239286" y="283058"/>
                    </a:cubicBezTo>
                    <a:cubicBezTo>
                      <a:pt x="257892" y="258802"/>
                      <a:pt x="271798" y="233021"/>
                      <a:pt x="281323" y="207240"/>
                    </a:cubicBezTo>
                    <a:cubicBezTo>
                      <a:pt x="267861" y="192317"/>
                      <a:pt x="251478" y="169013"/>
                      <a:pt x="255986" y="147486"/>
                    </a:cubicBezTo>
                    <a:cubicBezTo>
                      <a:pt x="260305" y="127229"/>
                      <a:pt x="278974" y="142724"/>
                      <a:pt x="294086" y="159551"/>
                    </a:cubicBezTo>
                    <a:cubicBezTo>
                      <a:pt x="307739" y="78652"/>
                      <a:pt x="277640" y="8294"/>
                      <a:pt x="214394" y="610"/>
                    </a:cubicBezTo>
                    <a:close/>
                    <a:moveTo>
                      <a:pt x="141686" y="218162"/>
                    </a:moveTo>
                    <a:cubicBezTo>
                      <a:pt x="134765" y="218162"/>
                      <a:pt x="129177" y="205208"/>
                      <a:pt x="129177" y="189206"/>
                    </a:cubicBezTo>
                    <a:cubicBezTo>
                      <a:pt x="129177" y="173203"/>
                      <a:pt x="134765" y="160250"/>
                      <a:pt x="141686" y="160250"/>
                    </a:cubicBezTo>
                    <a:cubicBezTo>
                      <a:pt x="148608" y="160250"/>
                      <a:pt x="154196" y="173203"/>
                      <a:pt x="154196" y="189206"/>
                    </a:cubicBezTo>
                    <a:cubicBezTo>
                      <a:pt x="154196" y="205208"/>
                      <a:pt x="148608" y="218162"/>
                      <a:pt x="141686" y="218162"/>
                    </a:cubicBezTo>
                    <a:close/>
                    <a:moveTo>
                      <a:pt x="202900" y="129960"/>
                    </a:moveTo>
                    <a:cubicBezTo>
                      <a:pt x="198646" y="133008"/>
                      <a:pt x="189502" y="127547"/>
                      <a:pt x="182390" y="117704"/>
                    </a:cubicBezTo>
                    <a:cubicBezTo>
                      <a:pt x="175342" y="107862"/>
                      <a:pt x="172992" y="97448"/>
                      <a:pt x="177246" y="94400"/>
                    </a:cubicBezTo>
                    <a:cubicBezTo>
                      <a:pt x="181501" y="91352"/>
                      <a:pt x="190645" y="96813"/>
                      <a:pt x="197757" y="106656"/>
                    </a:cubicBezTo>
                    <a:cubicBezTo>
                      <a:pt x="204869" y="116498"/>
                      <a:pt x="207155" y="126912"/>
                      <a:pt x="202900" y="129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5044785" y="3172415"/>
                <a:ext cx="269027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9027" h="272092" extrusionOk="0">
                    <a:moveTo>
                      <a:pt x="2893" y="144380"/>
                    </a:moveTo>
                    <a:cubicBezTo>
                      <a:pt x="16546" y="129140"/>
                      <a:pt x="33500" y="115170"/>
                      <a:pt x="37374" y="133458"/>
                    </a:cubicBezTo>
                    <a:cubicBezTo>
                      <a:pt x="41501" y="152953"/>
                      <a:pt x="26642" y="174035"/>
                      <a:pt x="14450" y="187497"/>
                    </a:cubicBezTo>
                    <a:cubicBezTo>
                      <a:pt x="23087" y="210801"/>
                      <a:pt x="35659" y="234106"/>
                      <a:pt x="52487" y="256076"/>
                    </a:cubicBezTo>
                    <a:cubicBezTo>
                      <a:pt x="61567" y="267888"/>
                      <a:pt x="76426" y="273856"/>
                      <a:pt x="91095" y="271634"/>
                    </a:cubicBezTo>
                    <a:cubicBezTo>
                      <a:pt x="94270" y="271126"/>
                      <a:pt x="97381" y="270618"/>
                      <a:pt x="100493" y="270047"/>
                    </a:cubicBezTo>
                    <a:cubicBezTo>
                      <a:pt x="102207" y="251314"/>
                      <a:pt x="106779" y="230042"/>
                      <a:pt x="118527" y="244900"/>
                    </a:cubicBezTo>
                    <a:cubicBezTo>
                      <a:pt x="122781" y="250298"/>
                      <a:pt x="125512" y="256775"/>
                      <a:pt x="127163" y="263633"/>
                    </a:cubicBezTo>
                    <a:cubicBezTo>
                      <a:pt x="177391" y="248711"/>
                      <a:pt x="217841" y="220517"/>
                      <a:pt x="242479" y="188449"/>
                    </a:cubicBezTo>
                    <a:cubicBezTo>
                      <a:pt x="230350" y="166097"/>
                      <a:pt x="209586" y="122536"/>
                      <a:pt x="238478" y="133394"/>
                    </a:cubicBezTo>
                    <a:cubicBezTo>
                      <a:pt x="248003" y="136950"/>
                      <a:pt x="256258" y="143428"/>
                      <a:pt x="263307" y="151111"/>
                    </a:cubicBezTo>
                    <a:cubicBezTo>
                      <a:pt x="273276" y="123044"/>
                      <a:pt x="270673" y="94723"/>
                      <a:pt x="251877" y="71736"/>
                    </a:cubicBezTo>
                    <a:cubicBezTo>
                      <a:pt x="216571" y="28556"/>
                      <a:pt x="157960" y="49765"/>
                      <a:pt x="157960" y="49765"/>
                    </a:cubicBezTo>
                    <a:cubicBezTo>
                      <a:pt x="157960" y="49765"/>
                      <a:pt x="130401" y="-6115"/>
                      <a:pt x="74966" y="552"/>
                    </a:cubicBezTo>
                    <a:cubicBezTo>
                      <a:pt x="17816" y="7411"/>
                      <a:pt x="-9362" y="71101"/>
                      <a:pt x="2893" y="144380"/>
                    </a:cubicBezTo>
                    <a:close/>
                    <a:moveTo>
                      <a:pt x="129576" y="171113"/>
                    </a:moveTo>
                    <a:cubicBezTo>
                      <a:pt x="129576" y="156636"/>
                      <a:pt x="134656" y="144888"/>
                      <a:pt x="140879" y="144888"/>
                    </a:cubicBezTo>
                    <a:cubicBezTo>
                      <a:pt x="147102" y="144888"/>
                      <a:pt x="152182" y="156636"/>
                      <a:pt x="152182" y="171113"/>
                    </a:cubicBezTo>
                    <a:cubicBezTo>
                      <a:pt x="152182" y="185592"/>
                      <a:pt x="147102" y="197339"/>
                      <a:pt x="140879" y="197339"/>
                    </a:cubicBezTo>
                    <a:cubicBezTo>
                      <a:pt x="134656" y="197339"/>
                      <a:pt x="129576" y="185592"/>
                      <a:pt x="129576" y="171113"/>
                    </a:cubicBezTo>
                    <a:close/>
                    <a:moveTo>
                      <a:pt x="90142" y="96501"/>
                    </a:moveTo>
                    <a:cubicBezTo>
                      <a:pt x="96556" y="87611"/>
                      <a:pt x="104874" y="82658"/>
                      <a:pt x="108684" y="85452"/>
                    </a:cubicBezTo>
                    <a:cubicBezTo>
                      <a:pt x="112494" y="88246"/>
                      <a:pt x="110462" y="97644"/>
                      <a:pt x="104049" y="106534"/>
                    </a:cubicBezTo>
                    <a:cubicBezTo>
                      <a:pt x="97635" y="115424"/>
                      <a:pt x="89317" y="120377"/>
                      <a:pt x="85507" y="117583"/>
                    </a:cubicBezTo>
                    <a:cubicBezTo>
                      <a:pt x="81633" y="114789"/>
                      <a:pt x="83729" y="105327"/>
                      <a:pt x="90142" y="96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5185536" y="3445138"/>
                <a:ext cx="76712" cy="145093"/>
              </a:xfrm>
              <a:custGeom>
                <a:avLst/>
                <a:gdLst/>
                <a:ahLst/>
                <a:cxnLst/>
                <a:rect l="l" t="t" r="r" b="b"/>
                <a:pathLst>
                  <a:path w="76712" h="145093" extrusionOk="0">
                    <a:moveTo>
                      <a:pt x="0" y="31423"/>
                    </a:moveTo>
                    <a:cubicBezTo>
                      <a:pt x="3429" y="25898"/>
                      <a:pt x="7557" y="19993"/>
                      <a:pt x="11176" y="14595"/>
                    </a:cubicBezTo>
                    <a:cubicBezTo>
                      <a:pt x="15049" y="8563"/>
                      <a:pt x="21527" y="4435"/>
                      <a:pt x="28194" y="2276"/>
                    </a:cubicBezTo>
                    <a:cubicBezTo>
                      <a:pt x="47054" y="-4582"/>
                      <a:pt x="76327" y="4118"/>
                      <a:pt x="76645" y="27549"/>
                    </a:cubicBezTo>
                    <a:cubicBezTo>
                      <a:pt x="76962" y="57013"/>
                      <a:pt x="76136" y="88636"/>
                      <a:pt x="74866" y="118227"/>
                    </a:cubicBezTo>
                    <a:cubicBezTo>
                      <a:pt x="74295" y="127181"/>
                      <a:pt x="73914" y="136134"/>
                      <a:pt x="73152" y="145088"/>
                    </a:cubicBezTo>
                    <a:cubicBezTo>
                      <a:pt x="72009" y="146040"/>
                      <a:pt x="72898" y="37582"/>
                      <a:pt x="72517" y="37645"/>
                    </a:cubicBezTo>
                    <a:cubicBezTo>
                      <a:pt x="72390" y="33772"/>
                      <a:pt x="72771" y="28057"/>
                      <a:pt x="72327" y="24247"/>
                    </a:cubicBezTo>
                    <a:cubicBezTo>
                      <a:pt x="67437" y="1260"/>
                      <a:pt x="33210" y="-2296"/>
                      <a:pt x="17082" y="10912"/>
                    </a:cubicBezTo>
                    <a:cubicBezTo>
                      <a:pt x="13589" y="13643"/>
                      <a:pt x="11176" y="17516"/>
                      <a:pt x="8382" y="21009"/>
                    </a:cubicBezTo>
                    <a:lnTo>
                      <a:pt x="191" y="31677"/>
                    </a:lnTo>
                    <a:lnTo>
                      <a:pt x="0" y="31423"/>
                    </a:lnTo>
                    <a:lnTo>
                      <a:pt x="0" y="314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075968" y="3459466"/>
                <a:ext cx="219498" cy="213194"/>
              </a:xfrm>
              <a:custGeom>
                <a:avLst/>
                <a:gdLst/>
                <a:ahLst/>
                <a:cxnLst/>
                <a:rect l="l" t="t" r="r" b="b"/>
                <a:pathLst>
                  <a:path w="219498" h="213194" extrusionOk="0">
                    <a:moveTo>
                      <a:pt x="18002" y="134761"/>
                    </a:moveTo>
                    <a:cubicBezTo>
                      <a:pt x="24542" y="119520"/>
                      <a:pt x="33877" y="104407"/>
                      <a:pt x="41624" y="117488"/>
                    </a:cubicBezTo>
                    <a:cubicBezTo>
                      <a:pt x="49816" y="131331"/>
                      <a:pt x="43910" y="151334"/>
                      <a:pt x="38068" y="164859"/>
                    </a:cubicBezTo>
                    <a:cubicBezTo>
                      <a:pt x="50704" y="180480"/>
                      <a:pt x="66389" y="195086"/>
                      <a:pt x="84994" y="207595"/>
                    </a:cubicBezTo>
                    <a:cubicBezTo>
                      <a:pt x="94964" y="214326"/>
                      <a:pt x="107918" y="215024"/>
                      <a:pt x="118649" y="209500"/>
                    </a:cubicBezTo>
                    <a:cubicBezTo>
                      <a:pt x="120935" y="208293"/>
                      <a:pt x="123222" y="207087"/>
                      <a:pt x="125444" y="205817"/>
                    </a:cubicBezTo>
                    <a:cubicBezTo>
                      <a:pt x="121952" y="191021"/>
                      <a:pt x="119919" y="173559"/>
                      <a:pt x="132747" y="181877"/>
                    </a:cubicBezTo>
                    <a:cubicBezTo>
                      <a:pt x="137446" y="184925"/>
                      <a:pt x="141192" y="189180"/>
                      <a:pt x="144177" y="194006"/>
                    </a:cubicBezTo>
                    <a:cubicBezTo>
                      <a:pt x="178784" y="169622"/>
                      <a:pt x="202533" y="137491"/>
                      <a:pt x="213137" y="106503"/>
                    </a:cubicBezTo>
                    <a:cubicBezTo>
                      <a:pt x="198088" y="92533"/>
                      <a:pt x="170847" y="64530"/>
                      <a:pt x="195866" y="65355"/>
                    </a:cubicBezTo>
                    <a:cubicBezTo>
                      <a:pt x="204121" y="65609"/>
                      <a:pt x="212122" y="68403"/>
                      <a:pt x="219487" y="72467"/>
                    </a:cubicBezTo>
                    <a:cubicBezTo>
                      <a:pt x="219868" y="48337"/>
                      <a:pt x="210534" y="27318"/>
                      <a:pt x="190214" y="14618"/>
                    </a:cubicBezTo>
                    <a:cubicBezTo>
                      <a:pt x="151987" y="-9385"/>
                      <a:pt x="112554" y="22048"/>
                      <a:pt x="112554" y="22048"/>
                    </a:cubicBezTo>
                    <a:cubicBezTo>
                      <a:pt x="112554" y="22048"/>
                      <a:pt x="76993" y="-13639"/>
                      <a:pt x="36227" y="5792"/>
                    </a:cubicBezTo>
                    <a:cubicBezTo>
                      <a:pt x="-5938" y="25858"/>
                      <a:pt x="-10319" y="81738"/>
                      <a:pt x="18002" y="134761"/>
                    </a:cubicBezTo>
                    <a:close/>
                    <a:moveTo>
                      <a:pt x="122079" y="122505"/>
                    </a:moveTo>
                    <a:cubicBezTo>
                      <a:pt x="118332" y="111393"/>
                      <a:pt x="119158" y="101105"/>
                      <a:pt x="123984" y="99518"/>
                    </a:cubicBezTo>
                    <a:cubicBezTo>
                      <a:pt x="128810" y="97930"/>
                      <a:pt x="135667" y="105614"/>
                      <a:pt x="139414" y="116663"/>
                    </a:cubicBezTo>
                    <a:cubicBezTo>
                      <a:pt x="143160" y="127775"/>
                      <a:pt x="142335" y="138062"/>
                      <a:pt x="137509" y="139650"/>
                    </a:cubicBezTo>
                    <a:cubicBezTo>
                      <a:pt x="132683" y="141237"/>
                      <a:pt x="125825" y="133554"/>
                      <a:pt x="122079" y="122505"/>
                    </a:cubicBezTo>
                    <a:close/>
                    <a:moveTo>
                      <a:pt x="72485" y="75451"/>
                    </a:moveTo>
                    <a:cubicBezTo>
                      <a:pt x="75089" y="67006"/>
                      <a:pt x="80168" y="61037"/>
                      <a:pt x="83852" y="62180"/>
                    </a:cubicBezTo>
                    <a:cubicBezTo>
                      <a:pt x="87535" y="63323"/>
                      <a:pt x="88360" y="71070"/>
                      <a:pt x="85756" y="79579"/>
                    </a:cubicBezTo>
                    <a:cubicBezTo>
                      <a:pt x="83153" y="88024"/>
                      <a:pt x="78073" y="93993"/>
                      <a:pt x="74390" y="92850"/>
                    </a:cubicBezTo>
                    <a:cubicBezTo>
                      <a:pt x="70771" y="91707"/>
                      <a:pt x="69881" y="83897"/>
                      <a:pt x="72485" y="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5"/>
            <p:cNvGrpSpPr/>
            <p:nvPr/>
          </p:nvGrpSpPr>
          <p:grpSpPr>
            <a:xfrm flipH="1">
              <a:off x="8694774" y="2564833"/>
              <a:ext cx="779387" cy="787096"/>
              <a:chOff x="8947918" y="1166943"/>
              <a:chExt cx="498967" cy="503870"/>
            </a:xfrm>
          </p:grpSpPr>
          <p:sp>
            <p:nvSpPr>
              <p:cNvPr id="83" name="Google Shape;83;p5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6" name="Google Shape;86;p5"/>
          <p:cNvGrpSpPr/>
          <p:nvPr/>
        </p:nvGrpSpPr>
        <p:grpSpPr>
          <a:xfrm>
            <a:off x="149330" y="1739150"/>
            <a:ext cx="8858295" cy="3196913"/>
            <a:chOff x="149330" y="1739150"/>
            <a:chExt cx="8858295" cy="3196913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8540525" y="1739150"/>
              <a:ext cx="467100" cy="467100"/>
              <a:chOff x="4123025" y="735300"/>
              <a:chExt cx="467100" cy="467100"/>
            </a:xfrm>
          </p:grpSpPr>
          <p:sp>
            <p:nvSpPr>
              <p:cNvPr id="88" name="Google Shape;88;p5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90" name="Google Shape;90;p5"/>
            <p:cNvGrpSpPr/>
            <p:nvPr/>
          </p:nvGrpSpPr>
          <p:grpSpPr>
            <a:xfrm>
              <a:off x="1525976" y="4604001"/>
              <a:ext cx="332061" cy="332061"/>
              <a:chOff x="4252475" y="1680725"/>
              <a:chExt cx="467100" cy="467100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94" name="Google Shape;94;p5"/>
            <p:cNvGrpSpPr/>
            <p:nvPr/>
          </p:nvGrpSpPr>
          <p:grpSpPr>
            <a:xfrm>
              <a:off x="149330" y="3240665"/>
              <a:ext cx="332061" cy="332015"/>
              <a:chOff x="4280525" y="2688025"/>
              <a:chExt cx="467100" cy="46710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6"/>
          <p:cNvGrpSpPr/>
          <p:nvPr/>
        </p:nvGrpSpPr>
        <p:grpSpPr>
          <a:xfrm>
            <a:off x="-316711" y="1220276"/>
            <a:ext cx="9460711" cy="3929049"/>
            <a:chOff x="-316711" y="1220276"/>
            <a:chExt cx="9460711" cy="3929049"/>
          </a:xfrm>
        </p:grpSpPr>
        <p:sp>
          <p:nvSpPr>
            <p:cNvPr id="100" name="Google Shape;100;p6"/>
            <p:cNvSpPr/>
            <p:nvPr/>
          </p:nvSpPr>
          <p:spPr>
            <a:xfrm>
              <a:off x="0" y="4849925"/>
              <a:ext cx="9144000" cy="29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01" name="Google Shape;101;p6"/>
            <p:cNvGrpSpPr/>
            <p:nvPr/>
          </p:nvGrpSpPr>
          <p:grpSpPr>
            <a:xfrm flipH="1">
              <a:off x="741205" y="4733420"/>
              <a:ext cx="1405592" cy="320155"/>
              <a:chOff x="6160325" y="5213222"/>
              <a:chExt cx="982725" cy="223838"/>
            </a:xfrm>
          </p:grpSpPr>
          <p:sp>
            <p:nvSpPr>
              <p:cNvPr id="102" name="Google Shape;102;p6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" name="Google Shape;107;p6"/>
            <p:cNvGrpSpPr/>
            <p:nvPr/>
          </p:nvGrpSpPr>
          <p:grpSpPr>
            <a:xfrm flipH="1">
              <a:off x="-316711" y="1220276"/>
              <a:ext cx="831229" cy="839398"/>
              <a:chOff x="8947918" y="1166943"/>
              <a:chExt cx="498967" cy="503870"/>
            </a:xfrm>
          </p:grpSpPr>
          <p:sp>
            <p:nvSpPr>
              <p:cNvPr id="108" name="Google Shape;108;p6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1" name="Google Shape;111;p6"/>
          <p:cNvGrpSpPr/>
          <p:nvPr/>
        </p:nvGrpSpPr>
        <p:grpSpPr>
          <a:xfrm>
            <a:off x="143005" y="75365"/>
            <a:ext cx="9165745" cy="2795390"/>
            <a:chOff x="143005" y="75365"/>
            <a:chExt cx="9165745" cy="2795390"/>
          </a:xfrm>
        </p:grpSpPr>
        <p:grpSp>
          <p:nvGrpSpPr>
            <p:cNvPr id="112" name="Google Shape;112;p6"/>
            <p:cNvGrpSpPr/>
            <p:nvPr/>
          </p:nvGrpSpPr>
          <p:grpSpPr>
            <a:xfrm>
              <a:off x="8841650" y="1094225"/>
              <a:ext cx="467100" cy="467100"/>
              <a:chOff x="4123025" y="735300"/>
              <a:chExt cx="467100" cy="467100"/>
            </a:xfrm>
          </p:grpSpPr>
          <p:sp>
            <p:nvSpPr>
              <p:cNvPr id="113" name="Google Shape;113;p6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15" name="Google Shape;115;p6"/>
            <p:cNvGrpSpPr/>
            <p:nvPr/>
          </p:nvGrpSpPr>
          <p:grpSpPr>
            <a:xfrm>
              <a:off x="8632876" y="2250539"/>
              <a:ext cx="332061" cy="332061"/>
              <a:chOff x="4252475" y="1680725"/>
              <a:chExt cx="467100" cy="467100"/>
            </a:xfrm>
          </p:grpSpPr>
          <p:sp>
            <p:nvSpPr>
              <p:cNvPr id="116" name="Google Shape;116;p6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>
              <a:off x="143005" y="2538740"/>
              <a:ext cx="332061" cy="332015"/>
              <a:chOff x="4280525" y="2688025"/>
              <a:chExt cx="467100" cy="467100"/>
            </a:xfrm>
          </p:grpSpPr>
          <p:sp>
            <p:nvSpPr>
              <p:cNvPr id="120" name="Google Shape;120;p6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22" name="Google Shape;122;p6"/>
            <p:cNvGrpSpPr/>
            <p:nvPr/>
          </p:nvGrpSpPr>
          <p:grpSpPr>
            <a:xfrm>
              <a:off x="7730155" y="75365"/>
              <a:ext cx="332061" cy="332015"/>
              <a:chOff x="4280525" y="2688025"/>
              <a:chExt cx="467100" cy="467100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7"/>
          <p:cNvGrpSpPr/>
          <p:nvPr/>
        </p:nvGrpSpPr>
        <p:grpSpPr>
          <a:xfrm>
            <a:off x="-269761" y="3298926"/>
            <a:ext cx="9413761" cy="1844574"/>
            <a:chOff x="-269761" y="3298926"/>
            <a:chExt cx="9413761" cy="1844574"/>
          </a:xfrm>
        </p:grpSpPr>
        <p:sp>
          <p:nvSpPr>
            <p:cNvPr id="127" name="Google Shape;127;p7"/>
            <p:cNvSpPr/>
            <p:nvPr/>
          </p:nvSpPr>
          <p:spPr>
            <a:xfrm>
              <a:off x="0" y="4432500"/>
              <a:ext cx="9144000" cy="71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28" name="Google Shape;128;p7"/>
            <p:cNvGrpSpPr/>
            <p:nvPr/>
          </p:nvGrpSpPr>
          <p:grpSpPr>
            <a:xfrm flipH="1">
              <a:off x="-269761" y="3298926"/>
              <a:ext cx="831229" cy="839398"/>
              <a:chOff x="8947918" y="1166943"/>
              <a:chExt cx="498967" cy="503870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p7"/>
          <p:cNvSpPr txBox="1">
            <a:spLocks noGrp="1"/>
          </p:cNvSpPr>
          <p:nvPr>
            <p:ph type="subTitle" idx="1"/>
          </p:nvPr>
        </p:nvSpPr>
        <p:spPr>
          <a:xfrm>
            <a:off x="811975" y="1533675"/>
            <a:ext cx="4294800" cy="17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811975" y="887175"/>
            <a:ext cx="42948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8220000" algn="bl" rotWithShape="0">
              <a:schemeClr val="dk1"/>
            </a:outerShdw>
          </a:effectLst>
        </p:spPr>
      </p:sp>
      <p:grpSp>
        <p:nvGrpSpPr>
          <p:cNvPr id="135" name="Google Shape;135;p7"/>
          <p:cNvGrpSpPr/>
          <p:nvPr/>
        </p:nvGrpSpPr>
        <p:grpSpPr>
          <a:xfrm>
            <a:off x="196126" y="2693901"/>
            <a:ext cx="332061" cy="332061"/>
            <a:chOff x="4252475" y="1680725"/>
            <a:chExt cx="467100" cy="467100"/>
          </a:xfrm>
        </p:grpSpPr>
        <p:sp>
          <p:nvSpPr>
            <p:cNvPr id="136" name="Google Shape;136;p7"/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8"/>
          <p:cNvGrpSpPr/>
          <p:nvPr/>
        </p:nvGrpSpPr>
        <p:grpSpPr>
          <a:xfrm flipH="1">
            <a:off x="0" y="4733420"/>
            <a:ext cx="9144000" cy="415905"/>
            <a:chOff x="0" y="4733420"/>
            <a:chExt cx="9144000" cy="415905"/>
          </a:xfrm>
        </p:grpSpPr>
        <p:sp>
          <p:nvSpPr>
            <p:cNvPr id="141" name="Google Shape;141;p8"/>
            <p:cNvSpPr/>
            <p:nvPr/>
          </p:nvSpPr>
          <p:spPr>
            <a:xfrm>
              <a:off x="0" y="4849925"/>
              <a:ext cx="9144000" cy="29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42" name="Google Shape;142;p8"/>
            <p:cNvGrpSpPr/>
            <p:nvPr/>
          </p:nvGrpSpPr>
          <p:grpSpPr>
            <a:xfrm flipH="1">
              <a:off x="741205" y="4733420"/>
              <a:ext cx="1405592" cy="320155"/>
              <a:chOff x="6160325" y="5213222"/>
              <a:chExt cx="982725" cy="223838"/>
            </a:xfrm>
          </p:grpSpPr>
          <p:sp>
            <p:nvSpPr>
              <p:cNvPr id="143" name="Google Shape;143;p8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9"/>
          <p:cNvGrpSpPr/>
          <p:nvPr/>
        </p:nvGrpSpPr>
        <p:grpSpPr>
          <a:xfrm>
            <a:off x="-716570" y="2564833"/>
            <a:ext cx="10190730" cy="2758995"/>
            <a:chOff x="-716570" y="2564833"/>
            <a:chExt cx="10190730" cy="2758995"/>
          </a:xfrm>
        </p:grpSpPr>
        <p:grpSp>
          <p:nvGrpSpPr>
            <p:cNvPr id="151" name="Google Shape;151;p9"/>
            <p:cNvGrpSpPr/>
            <p:nvPr/>
          </p:nvGrpSpPr>
          <p:grpSpPr>
            <a:xfrm rot="-404966">
              <a:off x="-620408" y="3539448"/>
              <a:ext cx="1307184" cy="1713502"/>
              <a:chOff x="5044785" y="3172415"/>
              <a:chExt cx="552229" cy="723881"/>
            </a:xfrm>
          </p:grpSpPr>
          <p:sp>
            <p:nvSpPr>
              <p:cNvPr id="152" name="Google Shape;152;p9"/>
              <p:cNvSpPr/>
              <p:nvPr/>
            </p:nvSpPr>
            <p:spPr>
              <a:xfrm>
                <a:off x="5100002" y="3590163"/>
                <a:ext cx="365632" cy="306133"/>
              </a:xfrm>
              <a:custGeom>
                <a:avLst/>
                <a:gdLst/>
                <a:ahLst/>
                <a:cxnLst/>
                <a:rect l="l" t="t" r="r" b="b"/>
                <a:pathLst>
                  <a:path w="365632" h="306133" extrusionOk="0">
                    <a:moveTo>
                      <a:pt x="182816" y="0"/>
                    </a:moveTo>
                    <a:lnTo>
                      <a:pt x="0" y="0"/>
                    </a:lnTo>
                    <a:lnTo>
                      <a:pt x="53467" y="305308"/>
                    </a:lnTo>
                    <a:lnTo>
                      <a:pt x="182816" y="306134"/>
                    </a:lnTo>
                    <a:lnTo>
                      <a:pt x="312102" y="305308"/>
                    </a:lnTo>
                    <a:lnTo>
                      <a:pt x="36563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5117401" y="3686365"/>
                <a:ext cx="330962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330962" h="4127" extrusionOk="0">
                    <a:moveTo>
                      <a:pt x="0" y="0"/>
                    </a:moveTo>
                    <a:lnTo>
                      <a:pt x="330962" y="0"/>
                    </a:lnTo>
                    <a:lnTo>
                      <a:pt x="330962" y="4128"/>
                    </a:lnTo>
                    <a:lnTo>
                      <a:pt x="0" y="41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5139753" y="3808222"/>
                <a:ext cx="287337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287337" h="4127" extrusionOk="0">
                    <a:moveTo>
                      <a:pt x="0" y="0"/>
                    </a:moveTo>
                    <a:lnTo>
                      <a:pt x="287337" y="0"/>
                    </a:lnTo>
                    <a:lnTo>
                      <a:pt x="287337" y="4127"/>
                    </a:lnTo>
                    <a:lnTo>
                      <a:pt x="0" y="41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5318271" y="3316921"/>
                <a:ext cx="104311" cy="273114"/>
              </a:xfrm>
              <a:custGeom>
                <a:avLst/>
                <a:gdLst/>
                <a:ahLst/>
                <a:cxnLst/>
                <a:rect l="l" t="t" r="r" b="b"/>
                <a:pathLst>
                  <a:path w="104311" h="273114" extrusionOk="0">
                    <a:moveTo>
                      <a:pt x="103994" y="55373"/>
                    </a:moveTo>
                    <a:cubicBezTo>
                      <a:pt x="99739" y="48578"/>
                      <a:pt x="95485" y="41784"/>
                      <a:pt x="91357" y="34926"/>
                    </a:cubicBezTo>
                    <a:cubicBezTo>
                      <a:pt x="87611" y="29211"/>
                      <a:pt x="83102" y="20194"/>
                      <a:pt x="77959" y="15622"/>
                    </a:cubicBezTo>
                    <a:cubicBezTo>
                      <a:pt x="61576" y="-1142"/>
                      <a:pt x="33318" y="-1142"/>
                      <a:pt x="16872" y="15432"/>
                    </a:cubicBezTo>
                    <a:cubicBezTo>
                      <a:pt x="10903" y="21274"/>
                      <a:pt x="6775" y="28894"/>
                      <a:pt x="4997" y="37021"/>
                    </a:cubicBezTo>
                    <a:cubicBezTo>
                      <a:pt x="3664" y="43689"/>
                      <a:pt x="4235" y="50420"/>
                      <a:pt x="4172" y="57214"/>
                    </a:cubicBezTo>
                    <a:lnTo>
                      <a:pt x="4299" y="81218"/>
                    </a:lnTo>
                    <a:cubicBezTo>
                      <a:pt x="4045" y="109412"/>
                      <a:pt x="4045" y="149417"/>
                      <a:pt x="3473" y="177166"/>
                    </a:cubicBezTo>
                    <a:cubicBezTo>
                      <a:pt x="2965" y="205169"/>
                      <a:pt x="2076" y="245492"/>
                      <a:pt x="743" y="273114"/>
                    </a:cubicBezTo>
                    <a:cubicBezTo>
                      <a:pt x="-83" y="242063"/>
                      <a:pt x="-400" y="67057"/>
                      <a:pt x="743" y="39181"/>
                    </a:cubicBezTo>
                    <a:cubicBezTo>
                      <a:pt x="2140" y="29211"/>
                      <a:pt x="7093" y="19813"/>
                      <a:pt x="14332" y="12828"/>
                    </a:cubicBezTo>
                    <a:cubicBezTo>
                      <a:pt x="31985" y="-4762"/>
                      <a:pt x="62528" y="-4190"/>
                      <a:pt x="79483" y="14098"/>
                    </a:cubicBezTo>
                    <a:cubicBezTo>
                      <a:pt x="84626" y="18988"/>
                      <a:pt x="88945" y="28195"/>
                      <a:pt x="92501" y="34227"/>
                    </a:cubicBezTo>
                    <a:cubicBezTo>
                      <a:pt x="92501" y="34227"/>
                      <a:pt x="104311" y="55119"/>
                      <a:pt x="104311" y="55119"/>
                    </a:cubicBezTo>
                    <a:lnTo>
                      <a:pt x="103994" y="55373"/>
                    </a:lnTo>
                    <a:lnTo>
                      <a:pt x="103994" y="553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5185473" y="3184106"/>
                <a:ext cx="107437" cy="406056"/>
              </a:xfrm>
              <a:custGeom>
                <a:avLst/>
                <a:gdLst/>
                <a:ahLst/>
                <a:cxnLst/>
                <a:rect l="l" t="t" r="r" b="b"/>
                <a:pathLst>
                  <a:path w="107437" h="406056" extrusionOk="0">
                    <a:moveTo>
                      <a:pt x="0" y="83667"/>
                    </a:moveTo>
                    <a:cubicBezTo>
                      <a:pt x="3620" y="73190"/>
                      <a:pt x="7239" y="62712"/>
                      <a:pt x="10986" y="52298"/>
                    </a:cubicBezTo>
                    <a:cubicBezTo>
                      <a:pt x="14542" y="43027"/>
                      <a:pt x="18224" y="29565"/>
                      <a:pt x="23940" y="21310"/>
                    </a:cubicBezTo>
                    <a:cubicBezTo>
                      <a:pt x="37655" y="-661"/>
                      <a:pt x="64008" y="-7963"/>
                      <a:pt x="84074" y="10515"/>
                    </a:cubicBezTo>
                    <a:cubicBezTo>
                      <a:pt x="98870" y="23914"/>
                      <a:pt x="105220" y="43662"/>
                      <a:pt x="106871" y="62903"/>
                    </a:cubicBezTo>
                    <a:cubicBezTo>
                      <a:pt x="107823" y="101193"/>
                      <a:pt x="107315" y="168186"/>
                      <a:pt x="107188" y="206540"/>
                    </a:cubicBezTo>
                    <a:cubicBezTo>
                      <a:pt x="106553" y="270230"/>
                      <a:pt x="106743" y="343192"/>
                      <a:pt x="103568" y="406057"/>
                    </a:cubicBezTo>
                    <a:cubicBezTo>
                      <a:pt x="103568" y="356146"/>
                      <a:pt x="103251" y="117894"/>
                      <a:pt x="103442" y="73571"/>
                    </a:cubicBezTo>
                    <a:cubicBezTo>
                      <a:pt x="103823" y="51790"/>
                      <a:pt x="98235" y="28295"/>
                      <a:pt x="81915" y="12928"/>
                    </a:cubicBezTo>
                    <a:cubicBezTo>
                      <a:pt x="63310" y="-4725"/>
                      <a:pt x="38926" y="2260"/>
                      <a:pt x="25781" y="22580"/>
                    </a:cubicBezTo>
                    <a:cubicBezTo>
                      <a:pt x="19495" y="31724"/>
                      <a:pt x="16510" y="42583"/>
                      <a:pt x="12319" y="52806"/>
                    </a:cubicBezTo>
                    <a:lnTo>
                      <a:pt x="381" y="83858"/>
                    </a:lnTo>
                    <a:lnTo>
                      <a:pt x="0" y="83667"/>
                    </a:lnTo>
                    <a:lnTo>
                      <a:pt x="0" y="83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5299692" y="3317200"/>
                <a:ext cx="297322" cy="300780"/>
              </a:xfrm>
              <a:custGeom>
                <a:avLst/>
                <a:gdLst/>
                <a:ahLst/>
                <a:cxnLst/>
                <a:rect l="l" t="t" r="r" b="b"/>
                <a:pathLst>
                  <a:path w="297322" h="300780" extrusionOk="0">
                    <a:moveTo>
                      <a:pt x="214394" y="610"/>
                    </a:moveTo>
                    <a:cubicBezTo>
                      <a:pt x="153180" y="-6755"/>
                      <a:pt x="122700" y="54966"/>
                      <a:pt x="122700" y="54966"/>
                    </a:cubicBezTo>
                    <a:cubicBezTo>
                      <a:pt x="122700" y="54966"/>
                      <a:pt x="57930" y="31535"/>
                      <a:pt x="18941" y="79287"/>
                    </a:cubicBezTo>
                    <a:cubicBezTo>
                      <a:pt x="-1824" y="104624"/>
                      <a:pt x="-4681" y="135929"/>
                      <a:pt x="6305" y="166981"/>
                    </a:cubicBezTo>
                    <a:cubicBezTo>
                      <a:pt x="14115" y="158535"/>
                      <a:pt x="23195" y="151359"/>
                      <a:pt x="33736" y="147422"/>
                    </a:cubicBezTo>
                    <a:cubicBezTo>
                      <a:pt x="65677" y="135421"/>
                      <a:pt x="42754" y="183554"/>
                      <a:pt x="29355" y="208256"/>
                    </a:cubicBezTo>
                    <a:cubicBezTo>
                      <a:pt x="56660" y="243689"/>
                      <a:pt x="101300" y="274867"/>
                      <a:pt x="156799" y="291377"/>
                    </a:cubicBezTo>
                    <a:cubicBezTo>
                      <a:pt x="158641" y="283821"/>
                      <a:pt x="161625" y="276645"/>
                      <a:pt x="166324" y="270676"/>
                    </a:cubicBezTo>
                    <a:cubicBezTo>
                      <a:pt x="179342" y="254229"/>
                      <a:pt x="184358" y="277725"/>
                      <a:pt x="186263" y="298489"/>
                    </a:cubicBezTo>
                    <a:cubicBezTo>
                      <a:pt x="189692" y="299124"/>
                      <a:pt x="193121" y="299759"/>
                      <a:pt x="196614" y="300267"/>
                    </a:cubicBezTo>
                    <a:cubicBezTo>
                      <a:pt x="212870" y="302744"/>
                      <a:pt x="229317" y="296140"/>
                      <a:pt x="239286" y="283058"/>
                    </a:cubicBezTo>
                    <a:cubicBezTo>
                      <a:pt x="257892" y="258802"/>
                      <a:pt x="271798" y="233021"/>
                      <a:pt x="281323" y="207240"/>
                    </a:cubicBezTo>
                    <a:cubicBezTo>
                      <a:pt x="267861" y="192317"/>
                      <a:pt x="251478" y="169013"/>
                      <a:pt x="255986" y="147486"/>
                    </a:cubicBezTo>
                    <a:cubicBezTo>
                      <a:pt x="260305" y="127229"/>
                      <a:pt x="278974" y="142724"/>
                      <a:pt x="294086" y="159551"/>
                    </a:cubicBezTo>
                    <a:cubicBezTo>
                      <a:pt x="307739" y="78652"/>
                      <a:pt x="277640" y="8294"/>
                      <a:pt x="214394" y="610"/>
                    </a:cubicBezTo>
                    <a:close/>
                    <a:moveTo>
                      <a:pt x="141686" y="218162"/>
                    </a:moveTo>
                    <a:cubicBezTo>
                      <a:pt x="134765" y="218162"/>
                      <a:pt x="129177" y="205208"/>
                      <a:pt x="129177" y="189206"/>
                    </a:cubicBezTo>
                    <a:cubicBezTo>
                      <a:pt x="129177" y="173203"/>
                      <a:pt x="134765" y="160250"/>
                      <a:pt x="141686" y="160250"/>
                    </a:cubicBezTo>
                    <a:cubicBezTo>
                      <a:pt x="148608" y="160250"/>
                      <a:pt x="154196" y="173203"/>
                      <a:pt x="154196" y="189206"/>
                    </a:cubicBezTo>
                    <a:cubicBezTo>
                      <a:pt x="154196" y="205208"/>
                      <a:pt x="148608" y="218162"/>
                      <a:pt x="141686" y="218162"/>
                    </a:cubicBezTo>
                    <a:close/>
                    <a:moveTo>
                      <a:pt x="202900" y="129960"/>
                    </a:moveTo>
                    <a:cubicBezTo>
                      <a:pt x="198646" y="133008"/>
                      <a:pt x="189502" y="127547"/>
                      <a:pt x="182390" y="117704"/>
                    </a:cubicBezTo>
                    <a:cubicBezTo>
                      <a:pt x="175342" y="107862"/>
                      <a:pt x="172992" y="97448"/>
                      <a:pt x="177246" y="94400"/>
                    </a:cubicBezTo>
                    <a:cubicBezTo>
                      <a:pt x="181501" y="91352"/>
                      <a:pt x="190645" y="96813"/>
                      <a:pt x="197757" y="106656"/>
                    </a:cubicBezTo>
                    <a:cubicBezTo>
                      <a:pt x="204869" y="116498"/>
                      <a:pt x="207155" y="126912"/>
                      <a:pt x="202900" y="129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5044785" y="3172415"/>
                <a:ext cx="269027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9027" h="272092" extrusionOk="0">
                    <a:moveTo>
                      <a:pt x="2893" y="144380"/>
                    </a:moveTo>
                    <a:cubicBezTo>
                      <a:pt x="16546" y="129140"/>
                      <a:pt x="33500" y="115170"/>
                      <a:pt x="37374" y="133458"/>
                    </a:cubicBezTo>
                    <a:cubicBezTo>
                      <a:pt x="41501" y="152953"/>
                      <a:pt x="26642" y="174035"/>
                      <a:pt x="14450" y="187497"/>
                    </a:cubicBezTo>
                    <a:cubicBezTo>
                      <a:pt x="23087" y="210801"/>
                      <a:pt x="35659" y="234106"/>
                      <a:pt x="52487" y="256076"/>
                    </a:cubicBezTo>
                    <a:cubicBezTo>
                      <a:pt x="61567" y="267888"/>
                      <a:pt x="76426" y="273856"/>
                      <a:pt x="91095" y="271634"/>
                    </a:cubicBezTo>
                    <a:cubicBezTo>
                      <a:pt x="94270" y="271126"/>
                      <a:pt x="97381" y="270618"/>
                      <a:pt x="100493" y="270047"/>
                    </a:cubicBezTo>
                    <a:cubicBezTo>
                      <a:pt x="102207" y="251314"/>
                      <a:pt x="106779" y="230042"/>
                      <a:pt x="118527" y="244900"/>
                    </a:cubicBezTo>
                    <a:cubicBezTo>
                      <a:pt x="122781" y="250298"/>
                      <a:pt x="125512" y="256775"/>
                      <a:pt x="127163" y="263633"/>
                    </a:cubicBezTo>
                    <a:cubicBezTo>
                      <a:pt x="177391" y="248711"/>
                      <a:pt x="217841" y="220517"/>
                      <a:pt x="242479" y="188449"/>
                    </a:cubicBezTo>
                    <a:cubicBezTo>
                      <a:pt x="230350" y="166097"/>
                      <a:pt x="209586" y="122536"/>
                      <a:pt x="238478" y="133394"/>
                    </a:cubicBezTo>
                    <a:cubicBezTo>
                      <a:pt x="248003" y="136950"/>
                      <a:pt x="256258" y="143428"/>
                      <a:pt x="263307" y="151111"/>
                    </a:cubicBezTo>
                    <a:cubicBezTo>
                      <a:pt x="273276" y="123044"/>
                      <a:pt x="270673" y="94723"/>
                      <a:pt x="251877" y="71736"/>
                    </a:cubicBezTo>
                    <a:cubicBezTo>
                      <a:pt x="216571" y="28556"/>
                      <a:pt x="157960" y="49765"/>
                      <a:pt x="157960" y="49765"/>
                    </a:cubicBezTo>
                    <a:cubicBezTo>
                      <a:pt x="157960" y="49765"/>
                      <a:pt x="130401" y="-6115"/>
                      <a:pt x="74966" y="552"/>
                    </a:cubicBezTo>
                    <a:cubicBezTo>
                      <a:pt x="17816" y="7411"/>
                      <a:pt x="-9362" y="71101"/>
                      <a:pt x="2893" y="144380"/>
                    </a:cubicBezTo>
                    <a:close/>
                    <a:moveTo>
                      <a:pt x="129576" y="171113"/>
                    </a:moveTo>
                    <a:cubicBezTo>
                      <a:pt x="129576" y="156636"/>
                      <a:pt x="134656" y="144888"/>
                      <a:pt x="140879" y="144888"/>
                    </a:cubicBezTo>
                    <a:cubicBezTo>
                      <a:pt x="147102" y="144888"/>
                      <a:pt x="152182" y="156636"/>
                      <a:pt x="152182" y="171113"/>
                    </a:cubicBezTo>
                    <a:cubicBezTo>
                      <a:pt x="152182" y="185592"/>
                      <a:pt x="147102" y="197339"/>
                      <a:pt x="140879" y="197339"/>
                    </a:cubicBezTo>
                    <a:cubicBezTo>
                      <a:pt x="134656" y="197339"/>
                      <a:pt x="129576" y="185592"/>
                      <a:pt x="129576" y="171113"/>
                    </a:cubicBezTo>
                    <a:close/>
                    <a:moveTo>
                      <a:pt x="90142" y="96501"/>
                    </a:moveTo>
                    <a:cubicBezTo>
                      <a:pt x="96556" y="87611"/>
                      <a:pt x="104874" y="82658"/>
                      <a:pt x="108684" y="85452"/>
                    </a:cubicBezTo>
                    <a:cubicBezTo>
                      <a:pt x="112494" y="88246"/>
                      <a:pt x="110462" y="97644"/>
                      <a:pt x="104049" y="106534"/>
                    </a:cubicBezTo>
                    <a:cubicBezTo>
                      <a:pt x="97635" y="115424"/>
                      <a:pt x="89317" y="120377"/>
                      <a:pt x="85507" y="117583"/>
                    </a:cubicBezTo>
                    <a:cubicBezTo>
                      <a:pt x="81633" y="114789"/>
                      <a:pt x="83729" y="105327"/>
                      <a:pt x="90142" y="96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5185536" y="3445138"/>
                <a:ext cx="76712" cy="145093"/>
              </a:xfrm>
              <a:custGeom>
                <a:avLst/>
                <a:gdLst/>
                <a:ahLst/>
                <a:cxnLst/>
                <a:rect l="l" t="t" r="r" b="b"/>
                <a:pathLst>
                  <a:path w="76712" h="145093" extrusionOk="0">
                    <a:moveTo>
                      <a:pt x="0" y="31423"/>
                    </a:moveTo>
                    <a:cubicBezTo>
                      <a:pt x="3429" y="25898"/>
                      <a:pt x="7557" y="19993"/>
                      <a:pt x="11176" y="14595"/>
                    </a:cubicBezTo>
                    <a:cubicBezTo>
                      <a:pt x="15049" y="8563"/>
                      <a:pt x="21527" y="4435"/>
                      <a:pt x="28194" y="2276"/>
                    </a:cubicBezTo>
                    <a:cubicBezTo>
                      <a:pt x="47054" y="-4582"/>
                      <a:pt x="76327" y="4118"/>
                      <a:pt x="76645" y="27549"/>
                    </a:cubicBezTo>
                    <a:cubicBezTo>
                      <a:pt x="76962" y="57013"/>
                      <a:pt x="76136" y="88636"/>
                      <a:pt x="74866" y="118227"/>
                    </a:cubicBezTo>
                    <a:cubicBezTo>
                      <a:pt x="74295" y="127181"/>
                      <a:pt x="73914" y="136134"/>
                      <a:pt x="73152" y="145088"/>
                    </a:cubicBezTo>
                    <a:cubicBezTo>
                      <a:pt x="72009" y="146040"/>
                      <a:pt x="72898" y="37582"/>
                      <a:pt x="72517" y="37645"/>
                    </a:cubicBezTo>
                    <a:cubicBezTo>
                      <a:pt x="72390" y="33772"/>
                      <a:pt x="72771" y="28057"/>
                      <a:pt x="72327" y="24247"/>
                    </a:cubicBezTo>
                    <a:cubicBezTo>
                      <a:pt x="67437" y="1260"/>
                      <a:pt x="33210" y="-2296"/>
                      <a:pt x="17082" y="10912"/>
                    </a:cubicBezTo>
                    <a:cubicBezTo>
                      <a:pt x="13589" y="13643"/>
                      <a:pt x="11176" y="17516"/>
                      <a:pt x="8382" y="21009"/>
                    </a:cubicBezTo>
                    <a:lnTo>
                      <a:pt x="191" y="31677"/>
                    </a:lnTo>
                    <a:lnTo>
                      <a:pt x="0" y="31423"/>
                    </a:lnTo>
                    <a:lnTo>
                      <a:pt x="0" y="314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5075968" y="3459466"/>
                <a:ext cx="219498" cy="213194"/>
              </a:xfrm>
              <a:custGeom>
                <a:avLst/>
                <a:gdLst/>
                <a:ahLst/>
                <a:cxnLst/>
                <a:rect l="l" t="t" r="r" b="b"/>
                <a:pathLst>
                  <a:path w="219498" h="213194" extrusionOk="0">
                    <a:moveTo>
                      <a:pt x="18002" y="134761"/>
                    </a:moveTo>
                    <a:cubicBezTo>
                      <a:pt x="24542" y="119520"/>
                      <a:pt x="33877" y="104407"/>
                      <a:pt x="41624" y="117488"/>
                    </a:cubicBezTo>
                    <a:cubicBezTo>
                      <a:pt x="49816" y="131331"/>
                      <a:pt x="43910" y="151334"/>
                      <a:pt x="38068" y="164859"/>
                    </a:cubicBezTo>
                    <a:cubicBezTo>
                      <a:pt x="50704" y="180480"/>
                      <a:pt x="66389" y="195086"/>
                      <a:pt x="84994" y="207595"/>
                    </a:cubicBezTo>
                    <a:cubicBezTo>
                      <a:pt x="94964" y="214326"/>
                      <a:pt x="107918" y="215024"/>
                      <a:pt x="118649" y="209500"/>
                    </a:cubicBezTo>
                    <a:cubicBezTo>
                      <a:pt x="120935" y="208293"/>
                      <a:pt x="123222" y="207087"/>
                      <a:pt x="125444" y="205817"/>
                    </a:cubicBezTo>
                    <a:cubicBezTo>
                      <a:pt x="121952" y="191021"/>
                      <a:pt x="119919" y="173559"/>
                      <a:pt x="132747" y="181877"/>
                    </a:cubicBezTo>
                    <a:cubicBezTo>
                      <a:pt x="137446" y="184925"/>
                      <a:pt x="141192" y="189180"/>
                      <a:pt x="144177" y="194006"/>
                    </a:cubicBezTo>
                    <a:cubicBezTo>
                      <a:pt x="178784" y="169622"/>
                      <a:pt x="202533" y="137491"/>
                      <a:pt x="213137" y="106503"/>
                    </a:cubicBezTo>
                    <a:cubicBezTo>
                      <a:pt x="198088" y="92533"/>
                      <a:pt x="170847" y="64530"/>
                      <a:pt x="195866" y="65355"/>
                    </a:cubicBezTo>
                    <a:cubicBezTo>
                      <a:pt x="204121" y="65609"/>
                      <a:pt x="212122" y="68403"/>
                      <a:pt x="219487" y="72467"/>
                    </a:cubicBezTo>
                    <a:cubicBezTo>
                      <a:pt x="219868" y="48337"/>
                      <a:pt x="210534" y="27318"/>
                      <a:pt x="190214" y="14618"/>
                    </a:cubicBezTo>
                    <a:cubicBezTo>
                      <a:pt x="151987" y="-9385"/>
                      <a:pt x="112554" y="22048"/>
                      <a:pt x="112554" y="22048"/>
                    </a:cubicBezTo>
                    <a:cubicBezTo>
                      <a:pt x="112554" y="22048"/>
                      <a:pt x="76993" y="-13639"/>
                      <a:pt x="36227" y="5792"/>
                    </a:cubicBezTo>
                    <a:cubicBezTo>
                      <a:pt x="-5938" y="25858"/>
                      <a:pt x="-10319" y="81738"/>
                      <a:pt x="18002" y="134761"/>
                    </a:cubicBezTo>
                    <a:close/>
                    <a:moveTo>
                      <a:pt x="122079" y="122505"/>
                    </a:moveTo>
                    <a:cubicBezTo>
                      <a:pt x="118332" y="111393"/>
                      <a:pt x="119158" y="101105"/>
                      <a:pt x="123984" y="99518"/>
                    </a:cubicBezTo>
                    <a:cubicBezTo>
                      <a:pt x="128810" y="97930"/>
                      <a:pt x="135667" y="105614"/>
                      <a:pt x="139414" y="116663"/>
                    </a:cubicBezTo>
                    <a:cubicBezTo>
                      <a:pt x="143160" y="127775"/>
                      <a:pt x="142335" y="138062"/>
                      <a:pt x="137509" y="139650"/>
                    </a:cubicBezTo>
                    <a:cubicBezTo>
                      <a:pt x="132683" y="141237"/>
                      <a:pt x="125825" y="133554"/>
                      <a:pt x="122079" y="122505"/>
                    </a:cubicBezTo>
                    <a:close/>
                    <a:moveTo>
                      <a:pt x="72485" y="75451"/>
                    </a:moveTo>
                    <a:cubicBezTo>
                      <a:pt x="75089" y="67006"/>
                      <a:pt x="80168" y="61037"/>
                      <a:pt x="83852" y="62180"/>
                    </a:cubicBezTo>
                    <a:cubicBezTo>
                      <a:pt x="87535" y="63323"/>
                      <a:pt x="88360" y="71070"/>
                      <a:pt x="85756" y="79579"/>
                    </a:cubicBezTo>
                    <a:cubicBezTo>
                      <a:pt x="83153" y="88024"/>
                      <a:pt x="78073" y="93993"/>
                      <a:pt x="74390" y="92850"/>
                    </a:cubicBezTo>
                    <a:cubicBezTo>
                      <a:pt x="70771" y="91707"/>
                      <a:pt x="69881" y="83897"/>
                      <a:pt x="72485" y="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9"/>
            <p:cNvGrpSpPr/>
            <p:nvPr/>
          </p:nvGrpSpPr>
          <p:grpSpPr>
            <a:xfrm flipH="1">
              <a:off x="8694774" y="2564833"/>
              <a:ext cx="779387" cy="787096"/>
              <a:chOff x="8947918" y="1166943"/>
              <a:chExt cx="498967" cy="50387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5" name="Google Shape;16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>
            <a:spLocks noGrp="1"/>
          </p:cNvSpPr>
          <p:nvPr>
            <p:ph type="title" hasCustomPrompt="1"/>
          </p:nvPr>
        </p:nvSpPr>
        <p:spPr>
          <a:xfrm>
            <a:off x="1366800" y="1248625"/>
            <a:ext cx="64104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2" name="Google Shape;172;p11"/>
          <p:cNvSpPr txBox="1">
            <a:spLocks noGrp="1"/>
          </p:cNvSpPr>
          <p:nvPr>
            <p:ph type="subTitle" idx="1"/>
          </p:nvPr>
        </p:nvSpPr>
        <p:spPr>
          <a:xfrm>
            <a:off x="1366800" y="2492975"/>
            <a:ext cx="64104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3" name="Google Shape;173;p11"/>
          <p:cNvGrpSpPr/>
          <p:nvPr/>
        </p:nvGrpSpPr>
        <p:grpSpPr>
          <a:xfrm>
            <a:off x="-163632" y="2400136"/>
            <a:ext cx="10693968" cy="2742939"/>
            <a:chOff x="-163632" y="2400136"/>
            <a:chExt cx="10693968" cy="2742939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4429975"/>
              <a:ext cx="9144000" cy="71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75" name="Google Shape;175;p11"/>
            <p:cNvGrpSpPr/>
            <p:nvPr/>
          </p:nvGrpSpPr>
          <p:grpSpPr>
            <a:xfrm flipH="1">
              <a:off x="-163632" y="3136931"/>
              <a:ext cx="1237103" cy="1621711"/>
              <a:chOff x="5044785" y="3172415"/>
              <a:chExt cx="552229" cy="723881"/>
            </a:xfrm>
          </p:grpSpPr>
          <p:sp>
            <p:nvSpPr>
              <p:cNvPr id="176" name="Google Shape;176;p11"/>
              <p:cNvSpPr/>
              <p:nvPr/>
            </p:nvSpPr>
            <p:spPr>
              <a:xfrm>
                <a:off x="5100002" y="3590163"/>
                <a:ext cx="365632" cy="306133"/>
              </a:xfrm>
              <a:custGeom>
                <a:avLst/>
                <a:gdLst/>
                <a:ahLst/>
                <a:cxnLst/>
                <a:rect l="l" t="t" r="r" b="b"/>
                <a:pathLst>
                  <a:path w="365632" h="306133" extrusionOk="0">
                    <a:moveTo>
                      <a:pt x="182816" y="0"/>
                    </a:moveTo>
                    <a:lnTo>
                      <a:pt x="0" y="0"/>
                    </a:lnTo>
                    <a:lnTo>
                      <a:pt x="53467" y="305308"/>
                    </a:lnTo>
                    <a:lnTo>
                      <a:pt x="182816" y="306134"/>
                    </a:lnTo>
                    <a:lnTo>
                      <a:pt x="312102" y="305308"/>
                    </a:lnTo>
                    <a:lnTo>
                      <a:pt x="3656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>
                <a:off x="5117401" y="3686365"/>
                <a:ext cx="330962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330962" h="4127" extrusionOk="0">
                    <a:moveTo>
                      <a:pt x="0" y="0"/>
                    </a:moveTo>
                    <a:lnTo>
                      <a:pt x="330962" y="0"/>
                    </a:lnTo>
                    <a:lnTo>
                      <a:pt x="330962" y="4128"/>
                    </a:lnTo>
                    <a:lnTo>
                      <a:pt x="0" y="41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>
                <a:off x="5139753" y="3808222"/>
                <a:ext cx="287337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287337" h="4127" extrusionOk="0">
                    <a:moveTo>
                      <a:pt x="0" y="0"/>
                    </a:moveTo>
                    <a:lnTo>
                      <a:pt x="287337" y="0"/>
                    </a:lnTo>
                    <a:lnTo>
                      <a:pt x="287337" y="4127"/>
                    </a:lnTo>
                    <a:lnTo>
                      <a:pt x="0" y="41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>
                <a:off x="5318271" y="3316921"/>
                <a:ext cx="104311" cy="273114"/>
              </a:xfrm>
              <a:custGeom>
                <a:avLst/>
                <a:gdLst/>
                <a:ahLst/>
                <a:cxnLst/>
                <a:rect l="l" t="t" r="r" b="b"/>
                <a:pathLst>
                  <a:path w="104311" h="273114" extrusionOk="0">
                    <a:moveTo>
                      <a:pt x="103994" y="55373"/>
                    </a:moveTo>
                    <a:cubicBezTo>
                      <a:pt x="99739" y="48578"/>
                      <a:pt x="95485" y="41784"/>
                      <a:pt x="91357" y="34926"/>
                    </a:cubicBezTo>
                    <a:cubicBezTo>
                      <a:pt x="87611" y="29211"/>
                      <a:pt x="83102" y="20194"/>
                      <a:pt x="77959" y="15622"/>
                    </a:cubicBezTo>
                    <a:cubicBezTo>
                      <a:pt x="61576" y="-1142"/>
                      <a:pt x="33318" y="-1142"/>
                      <a:pt x="16872" y="15432"/>
                    </a:cubicBezTo>
                    <a:cubicBezTo>
                      <a:pt x="10903" y="21274"/>
                      <a:pt x="6775" y="28894"/>
                      <a:pt x="4997" y="37021"/>
                    </a:cubicBezTo>
                    <a:cubicBezTo>
                      <a:pt x="3664" y="43689"/>
                      <a:pt x="4235" y="50420"/>
                      <a:pt x="4172" y="57214"/>
                    </a:cubicBezTo>
                    <a:lnTo>
                      <a:pt x="4299" y="81218"/>
                    </a:lnTo>
                    <a:cubicBezTo>
                      <a:pt x="4045" y="109412"/>
                      <a:pt x="4045" y="149417"/>
                      <a:pt x="3473" y="177166"/>
                    </a:cubicBezTo>
                    <a:cubicBezTo>
                      <a:pt x="2965" y="205169"/>
                      <a:pt x="2076" y="245492"/>
                      <a:pt x="743" y="273114"/>
                    </a:cubicBezTo>
                    <a:cubicBezTo>
                      <a:pt x="-83" y="242063"/>
                      <a:pt x="-400" y="67057"/>
                      <a:pt x="743" y="39181"/>
                    </a:cubicBezTo>
                    <a:cubicBezTo>
                      <a:pt x="2140" y="29211"/>
                      <a:pt x="7093" y="19813"/>
                      <a:pt x="14332" y="12828"/>
                    </a:cubicBezTo>
                    <a:cubicBezTo>
                      <a:pt x="31985" y="-4762"/>
                      <a:pt x="62528" y="-4190"/>
                      <a:pt x="79483" y="14098"/>
                    </a:cubicBezTo>
                    <a:cubicBezTo>
                      <a:pt x="84626" y="18988"/>
                      <a:pt x="88945" y="28195"/>
                      <a:pt x="92501" y="34227"/>
                    </a:cubicBezTo>
                    <a:cubicBezTo>
                      <a:pt x="92501" y="34227"/>
                      <a:pt x="104311" y="55119"/>
                      <a:pt x="104311" y="55119"/>
                    </a:cubicBezTo>
                    <a:lnTo>
                      <a:pt x="103994" y="55373"/>
                    </a:lnTo>
                    <a:lnTo>
                      <a:pt x="103994" y="553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>
                <a:off x="5185473" y="3184106"/>
                <a:ext cx="107437" cy="406056"/>
              </a:xfrm>
              <a:custGeom>
                <a:avLst/>
                <a:gdLst/>
                <a:ahLst/>
                <a:cxnLst/>
                <a:rect l="l" t="t" r="r" b="b"/>
                <a:pathLst>
                  <a:path w="107437" h="406056" extrusionOk="0">
                    <a:moveTo>
                      <a:pt x="0" y="83667"/>
                    </a:moveTo>
                    <a:cubicBezTo>
                      <a:pt x="3620" y="73190"/>
                      <a:pt x="7239" y="62712"/>
                      <a:pt x="10986" y="52298"/>
                    </a:cubicBezTo>
                    <a:cubicBezTo>
                      <a:pt x="14542" y="43027"/>
                      <a:pt x="18224" y="29565"/>
                      <a:pt x="23940" y="21310"/>
                    </a:cubicBezTo>
                    <a:cubicBezTo>
                      <a:pt x="37655" y="-661"/>
                      <a:pt x="64008" y="-7963"/>
                      <a:pt x="84074" y="10515"/>
                    </a:cubicBezTo>
                    <a:cubicBezTo>
                      <a:pt x="98870" y="23914"/>
                      <a:pt x="105220" y="43662"/>
                      <a:pt x="106871" y="62903"/>
                    </a:cubicBezTo>
                    <a:cubicBezTo>
                      <a:pt x="107823" y="101193"/>
                      <a:pt x="107315" y="168186"/>
                      <a:pt x="107188" y="206540"/>
                    </a:cubicBezTo>
                    <a:cubicBezTo>
                      <a:pt x="106553" y="270230"/>
                      <a:pt x="106743" y="343192"/>
                      <a:pt x="103568" y="406057"/>
                    </a:cubicBezTo>
                    <a:cubicBezTo>
                      <a:pt x="103568" y="356146"/>
                      <a:pt x="103251" y="117894"/>
                      <a:pt x="103442" y="73571"/>
                    </a:cubicBezTo>
                    <a:cubicBezTo>
                      <a:pt x="103823" y="51790"/>
                      <a:pt x="98235" y="28295"/>
                      <a:pt x="81915" y="12928"/>
                    </a:cubicBezTo>
                    <a:cubicBezTo>
                      <a:pt x="63310" y="-4725"/>
                      <a:pt x="38926" y="2260"/>
                      <a:pt x="25781" y="22580"/>
                    </a:cubicBezTo>
                    <a:cubicBezTo>
                      <a:pt x="19495" y="31724"/>
                      <a:pt x="16510" y="42583"/>
                      <a:pt x="12319" y="52806"/>
                    </a:cubicBezTo>
                    <a:lnTo>
                      <a:pt x="381" y="83858"/>
                    </a:lnTo>
                    <a:lnTo>
                      <a:pt x="0" y="83667"/>
                    </a:lnTo>
                    <a:lnTo>
                      <a:pt x="0" y="83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5299692" y="3317200"/>
                <a:ext cx="297322" cy="300780"/>
              </a:xfrm>
              <a:custGeom>
                <a:avLst/>
                <a:gdLst/>
                <a:ahLst/>
                <a:cxnLst/>
                <a:rect l="l" t="t" r="r" b="b"/>
                <a:pathLst>
                  <a:path w="297322" h="300780" extrusionOk="0">
                    <a:moveTo>
                      <a:pt x="214394" y="610"/>
                    </a:moveTo>
                    <a:cubicBezTo>
                      <a:pt x="153180" y="-6755"/>
                      <a:pt x="122700" y="54966"/>
                      <a:pt x="122700" y="54966"/>
                    </a:cubicBezTo>
                    <a:cubicBezTo>
                      <a:pt x="122700" y="54966"/>
                      <a:pt x="57930" y="31535"/>
                      <a:pt x="18941" y="79287"/>
                    </a:cubicBezTo>
                    <a:cubicBezTo>
                      <a:pt x="-1824" y="104624"/>
                      <a:pt x="-4681" y="135929"/>
                      <a:pt x="6305" y="166981"/>
                    </a:cubicBezTo>
                    <a:cubicBezTo>
                      <a:pt x="14115" y="158535"/>
                      <a:pt x="23195" y="151359"/>
                      <a:pt x="33736" y="147422"/>
                    </a:cubicBezTo>
                    <a:cubicBezTo>
                      <a:pt x="65677" y="135421"/>
                      <a:pt x="42754" y="183554"/>
                      <a:pt x="29355" y="208256"/>
                    </a:cubicBezTo>
                    <a:cubicBezTo>
                      <a:pt x="56660" y="243689"/>
                      <a:pt x="101300" y="274867"/>
                      <a:pt x="156799" y="291377"/>
                    </a:cubicBezTo>
                    <a:cubicBezTo>
                      <a:pt x="158641" y="283821"/>
                      <a:pt x="161625" y="276645"/>
                      <a:pt x="166324" y="270676"/>
                    </a:cubicBezTo>
                    <a:cubicBezTo>
                      <a:pt x="179342" y="254229"/>
                      <a:pt x="184358" y="277725"/>
                      <a:pt x="186263" y="298489"/>
                    </a:cubicBezTo>
                    <a:cubicBezTo>
                      <a:pt x="189692" y="299124"/>
                      <a:pt x="193121" y="299759"/>
                      <a:pt x="196614" y="300267"/>
                    </a:cubicBezTo>
                    <a:cubicBezTo>
                      <a:pt x="212870" y="302744"/>
                      <a:pt x="229317" y="296140"/>
                      <a:pt x="239286" y="283058"/>
                    </a:cubicBezTo>
                    <a:cubicBezTo>
                      <a:pt x="257892" y="258802"/>
                      <a:pt x="271798" y="233021"/>
                      <a:pt x="281323" y="207240"/>
                    </a:cubicBezTo>
                    <a:cubicBezTo>
                      <a:pt x="267861" y="192317"/>
                      <a:pt x="251478" y="169013"/>
                      <a:pt x="255986" y="147486"/>
                    </a:cubicBezTo>
                    <a:cubicBezTo>
                      <a:pt x="260305" y="127229"/>
                      <a:pt x="278974" y="142724"/>
                      <a:pt x="294086" y="159551"/>
                    </a:cubicBezTo>
                    <a:cubicBezTo>
                      <a:pt x="307739" y="78652"/>
                      <a:pt x="277640" y="8294"/>
                      <a:pt x="214394" y="610"/>
                    </a:cubicBezTo>
                    <a:close/>
                    <a:moveTo>
                      <a:pt x="141686" y="218162"/>
                    </a:moveTo>
                    <a:cubicBezTo>
                      <a:pt x="134765" y="218162"/>
                      <a:pt x="129177" y="205208"/>
                      <a:pt x="129177" y="189206"/>
                    </a:cubicBezTo>
                    <a:cubicBezTo>
                      <a:pt x="129177" y="173203"/>
                      <a:pt x="134765" y="160250"/>
                      <a:pt x="141686" y="160250"/>
                    </a:cubicBezTo>
                    <a:cubicBezTo>
                      <a:pt x="148608" y="160250"/>
                      <a:pt x="154196" y="173203"/>
                      <a:pt x="154196" y="189206"/>
                    </a:cubicBezTo>
                    <a:cubicBezTo>
                      <a:pt x="154196" y="205208"/>
                      <a:pt x="148608" y="218162"/>
                      <a:pt x="141686" y="218162"/>
                    </a:cubicBezTo>
                    <a:close/>
                    <a:moveTo>
                      <a:pt x="202900" y="129960"/>
                    </a:moveTo>
                    <a:cubicBezTo>
                      <a:pt x="198646" y="133008"/>
                      <a:pt x="189502" y="127547"/>
                      <a:pt x="182390" y="117704"/>
                    </a:cubicBezTo>
                    <a:cubicBezTo>
                      <a:pt x="175342" y="107862"/>
                      <a:pt x="172992" y="97448"/>
                      <a:pt x="177246" y="94400"/>
                    </a:cubicBezTo>
                    <a:cubicBezTo>
                      <a:pt x="181501" y="91352"/>
                      <a:pt x="190645" y="96813"/>
                      <a:pt x="197757" y="106656"/>
                    </a:cubicBezTo>
                    <a:cubicBezTo>
                      <a:pt x="204869" y="116498"/>
                      <a:pt x="207155" y="126912"/>
                      <a:pt x="202900" y="129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>
                <a:off x="5044785" y="3172415"/>
                <a:ext cx="269027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9027" h="272092" extrusionOk="0">
                    <a:moveTo>
                      <a:pt x="2893" y="144380"/>
                    </a:moveTo>
                    <a:cubicBezTo>
                      <a:pt x="16546" y="129140"/>
                      <a:pt x="33500" y="115170"/>
                      <a:pt x="37374" y="133458"/>
                    </a:cubicBezTo>
                    <a:cubicBezTo>
                      <a:pt x="41501" y="152953"/>
                      <a:pt x="26642" y="174035"/>
                      <a:pt x="14450" y="187497"/>
                    </a:cubicBezTo>
                    <a:cubicBezTo>
                      <a:pt x="23087" y="210801"/>
                      <a:pt x="35659" y="234106"/>
                      <a:pt x="52487" y="256076"/>
                    </a:cubicBezTo>
                    <a:cubicBezTo>
                      <a:pt x="61567" y="267888"/>
                      <a:pt x="76426" y="273856"/>
                      <a:pt x="91095" y="271634"/>
                    </a:cubicBezTo>
                    <a:cubicBezTo>
                      <a:pt x="94270" y="271126"/>
                      <a:pt x="97381" y="270618"/>
                      <a:pt x="100493" y="270047"/>
                    </a:cubicBezTo>
                    <a:cubicBezTo>
                      <a:pt x="102207" y="251314"/>
                      <a:pt x="106779" y="230042"/>
                      <a:pt x="118527" y="244900"/>
                    </a:cubicBezTo>
                    <a:cubicBezTo>
                      <a:pt x="122781" y="250298"/>
                      <a:pt x="125512" y="256775"/>
                      <a:pt x="127163" y="263633"/>
                    </a:cubicBezTo>
                    <a:cubicBezTo>
                      <a:pt x="177391" y="248711"/>
                      <a:pt x="217841" y="220517"/>
                      <a:pt x="242479" y="188449"/>
                    </a:cubicBezTo>
                    <a:cubicBezTo>
                      <a:pt x="230350" y="166097"/>
                      <a:pt x="209586" y="122536"/>
                      <a:pt x="238478" y="133394"/>
                    </a:cubicBezTo>
                    <a:cubicBezTo>
                      <a:pt x="248003" y="136950"/>
                      <a:pt x="256258" y="143428"/>
                      <a:pt x="263307" y="151111"/>
                    </a:cubicBezTo>
                    <a:cubicBezTo>
                      <a:pt x="273276" y="123044"/>
                      <a:pt x="270673" y="94723"/>
                      <a:pt x="251877" y="71736"/>
                    </a:cubicBezTo>
                    <a:cubicBezTo>
                      <a:pt x="216571" y="28556"/>
                      <a:pt x="157960" y="49765"/>
                      <a:pt x="157960" y="49765"/>
                    </a:cubicBezTo>
                    <a:cubicBezTo>
                      <a:pt x="157960" y="49765"/>
                      <a:pt x="130401" y="-6115"/>
                      <a:pt x="74966" y="552"/>
                    </a:cubicBezTo>
                    <a:cubicBezTo>
                      <a:pt x="17816" y="7411"/>
                      <a:pt x="-9362" y="71101"/>
                      <a:pt x="2893" y="144380"/>
                    </a:cubicBezTo>
                    <a:close/>
                    <a:moveTo>
                      <a:pt x="129576" y="171113"/>
                    </a:moveTo>
                    <a:cubicBezTo>
                      <a:pt x="129576" y="156636"/>
                      <a:pt x="134656" y="144888"/>
                      <a:pt x="140879" y="144888"/>
                    </a:cubicBezTo>
                    <a:cubicBezTo>
                      <a:pt x="147102" y="144888"/>
                      <a:pt x="152182" y="156636"/>
                      <a:pt x="152182" y="171113"/>
                    </a:cubicBezTo>
                    <a:cubicBezTo>
                      <a:pt x="152182" y="185592"/>
                      <a:pt x="147102" y="197339"/>
                      <a:pt x="140879" y="197339"/>
                    </a:cubicBezTo>
                    <a:cubicBezTo>
                      <a:pt x="134656" y="197339"/>
                      <a:pt x="129576" y="185592"/>
                      <a:pt x="129576" y="171113"/>
                    </a:cubicBezTo>
                    <a:close/>
                    <a:moveTo>
                      <a:pt x="90142" y="96501"/>
                    </a:moveTo>
                    <a:cubicBezTo>
                      <a:pt x="96556" y="87611"/>
                      <a:pt x="104874" y="82658"/>
                      <a:pt x="108684" y="85452"/>
                    </a:cubicBezTo>
                    <a:cubicBezTo>
                      <a:pt x="112494" y="88246"/>
                      <a:pt x="110462" y="97644"/>
                      <a:pt x="104049" y="106534"/>
                    </a:cubicBezTo>
                    <a:cubicBezTo>
                      <a:pt x="97635" y="115424"/>
                      <a:pt x="89317" y="120377"/>
                      <a:pt x="85507" y="117583"/>
                    </a:cubicBezTo>
                    <a:cubicBezTo>
                      <a:pt x="81633" y="114789"/>
                      <a:pt x="83729" y="105327"/>
                      <a:pt x="90142" y="96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>
                <a:off x="5185536" y="3445138"/>
                <a:ext cx="76712" cy="145093"/>
              </a:xfrm>
              <a:custGeom>
                <a:avLst/>
                <a:gdLst/>
                <a:ahLst/>
                <a:cxnLst/>
                <a:rect l="l" t="t" r="r" b="b"/>
                <a:pathLst>
                  <a:path w="76712" h="145093" extrusionOk="0">
                    <a:moveTo>
                      <a:pt x="0" y="31423"/>
                    </a:moveTo>
                    <a:cubicBezTo>
                      <a:pt x="3429" y="25898"/>
                      <a:pt x="7557" y="19993"/>
                      <a:pt x="11176" y="14595"/>
                    </a:cubicBezTo>
                    <a:cubicBezTo>
                      <a:pt x="15049" y="8563"/>
                      <a:pt x="21527" y="4435"/>
                      <a:pt x="28194" y="2276"/>
                    </a:cubicBezTo>
                    <a:cubicBezTo>
                      <a:pt x="47054" y="-4582"/>
                      <a:pt x="76327" y="4118"/>
                      <a:pt x="76645" y="27549"/>
                    </a:cubicBezTo>
                    <a:cubicBezTo>
                      <a:pt x="76962" y="57013"/>
                      <a:pt x="76136" y="88636"/>
                      <a:pt x="74866" y="118227"/>
                    </a:cubicBezTo>
                    <a:cubicBezTo>
                      <a:pt x="74295" y="127181"/>
                      <a:pt x="73914" y="136134"/>
                      <a:pt x="73152" y="145088"/>
                    </a:cubicBezTo>
                    <a:cubicBezTo>
                      <a:pt x="72009" y="146040"/>
                      <a:pt x="72898" y="37582"/>
                      <a:pt x="72517" y="37645"/>
                    </a:cubicBezTo>
                    <a:cubicBezTo>
                      <a:pt x="72390" y="33772"/>
                      <a:pt x="72771" y="28057"/>
                      <a:pt x="72327" y="24247"/>
                    </a:cubicBezTo>
                    <a:cubicBezTo>
                      <a:pt x="67437" y="1260"/>
                      <a:pt x="33210" y="-2296"/>
                      <a:pt x="17082" y="10912"/>
                    </a:cubicBezTo>
                    <a:cubicBezTo>
                      <a:pt x="13589" y="13643"/>
                      <a:pt x="11176" y="17516"/>
                      <a:pt x="8382" y="21009"/>
                    </a:cubicBezTo>
                    <a:lnTo>
                      <a:pt x="191" y="31677"/>
                    </a:lnTo>
                    <a:lnTo>
                      <a:pt x="0" y="31423"/>
                    </a:lnTo>
                    <a:lnTo>
                      <a:pt x="0" y="314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5075968" y="3459466"/>
                <a:ext cx="219498" cy="213194"/>
              </a:xfrm>
              <a:custGeom>
                <a:avLst/>
                <a:gdLst/>
                <a:ahLst/>
                <a:cxnLst/>
                <a:rect l="l" t="t" r="r" b="b"/>
                <a:pathLst>
                  <a:path w="219498" h="213194" extrusionOk="0">
                    <a:moveTo>
                      <a:pt x="18002" y="134761"/>
                    </a:moveTo>
                    <a:cubicBezTo>
                      <a:pt x="24542" y="119520"/>
                      <a:pt x="33877" y="104407"/>
                      <a:pt x="41624" y="117488"/>
                    </a:cubicBezTo>
                    <a:cubicBezTo>
                      <a:pt x="49816" y="131331"/>
                      <a:pt x="43910" y="151334"/>
                      <a:pt x="38068" y="164859"/>
                    </a:cubicBezTo>
                    <a:cubicBezTo>
                      <a:pt x="50704" y="180480"/>
                      <a:pt x="66389" y="195086"/>
                      <a:pt x="84994" y="207595"/>
                    </a:cubicBezTo>
                    <a:cubicBezTo>
                      <a:pt x="94964" y="214326"/>
                      <a:pt x="107918" y="215024"/>
                      <a:pt x="118649" y="209500"/>
                    </a:cubicBezTo>
                    <a:cubicBezTo>
                      <a:pt x="120935" y="208293"/>
                      <a:pt x="123222" y="207087"/>
                      <a:pt x="125444" y="205817"/>
                    </a:cubicBezTo>
                    <a:cubicBezTo>
                      <a:pt x="121952" y="191021"/>
                      <a:pt x="119919" y="173559"/>
                      <a:pt x="132747" y="181877"/>
                    </a:cubicBezTo>
                    <a:cubicBezTo>
                      <a:pt x="137446" y="184925"/>
                      <a:pt x="141192" y="189180"/>
                      <a:pt x="144177" y="194006"/>
                    </a:cubicBezTo>
                    <a:cubicBezTo>
                      <a:pt x="178784" y="169622"/>
                      <a:pt x="202533" y="137491"/>
                      <a:pt x="213137" y="106503"/>
                    </a:cubicBezTo>
                    <a:cubicBezTo>
                      <a:pt x="198088" y="92533"/>
                      <a:pt x="170847" y="64530"/>
                      <a:pt x="195866" y="65355"/>
                    </a:cubicBezTo>
                    <a:cubicBezTo>
                      <a:pt x="204121" y="65609"/>
                      <a:pt x="212122" y="68403"/>
                      <a:pt x="219487" y="72467"/>
                    </a:cubicBezTo>
                    <a:cubicBezTo>
                      <a:pt x="219868" y="48337"/>
                      <a:pt x="210534" y="27318"/>
                      <a:pt x="190214" y="14618"/>
                    </a:cubicBezTo>
                    <a:cubicBezTo>
                      <a:pt x="151987" y="-9385"/>
                      <a:pt x="112554" y="22048"/>
                      <a:pt x="112554" y="22048"/>
                    </a:cubicBezTo>
                    <a:cubicBezTo>
                      <a:pt x="112554" y="22048"/>
                      <a:pt x="76993" y="-13639"/>
                      <a:pt x="36227" y="5792"/>
                    </a:cubicBezTo>
                    <a:cubicBezTo>
                      <a:pt x="-5938" y="25858"/>
                      <a:pt x="-10319" y="81738"/>
                      <a:pt x="18002" y="134761"/>
                    </a:cubicBezTo>
                    <a:close/>
                    <a:moveTo>
                      <a:pt x="122079" y="122505"/>
                    </a:moveTo>
                    <a:cubicBezTo>
                      <a:pt x="118332" y="111393"/>
                      <a:pt x="119158" y="101105"/>
                      <a:pt x="123984" y="99518"/>
                    </a:cubicBezTo>
                    <a:cubicBezTo>
                      <a:pt x="128810" y="97930"/>
                      <a:pt x="135667" y="105614"/>
                      <a:pt x="139414" y="116663"/>
                    </a:cubicBezTo>
                    <a:cubicBezTo>
                      <a:pt x="143160" y="127775"/>
                      <a:pt x="142335" y="138062"/>
                      <a:pt x="137509" y="139650"/>
                    </a:cubicBezTo>
                    <a:cubicBezTo>
                      <a:pt x="132683" y="141237"/>
                      <a:pt x="125825" y="133554"/>
                      <a:pt x="122079" y="122505"/>
                    </a:cubicBezTo>
                    <a:close/>
                    <a:moveTo>
                      <a:pt x="72485" y="75451"/>
                    </a:moveTo>
                    <a:cubicBezTo>
                      <a:pt x="75089" y="67006"/>
                      <a:pt x="80168" y="61037"/>
                      <a:pt x="83852" y="62180"/>
                    </a:cubicBezTo>
                    <a:cubicBezTo>
                      <a:pt x="87535" y="63323"/>
                      <a:pt x="88360" y="71070"/>
                      <a:pt x="85756" y="79579"/>
                    </a:cubicBezTo>
                    <a:cubicBezTo>
                      <a:pt x="83153" y="88024"/>
                      <a:pt x="78073" y="93993"/>
                      <a:pt x="74390" y="92850"/>
                    </a:cubicBezTo>
                    <a:cubicBezTo>
                      <a:pt x="70771" y="91707"/>
                      <a:pt x="69881" y="83897"/>
                      <a:pt x="72485" y="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11"/>
            <p:cNvGrpSpPr/>
            <p:nvPr/>
          </p:nvGrpSpPr>
          <p:grpSpPr>
            <a:xfrm flipH="1">
              <a:off x="1140429" y="4548632"/>
              <a:ext cx="2088880" cy="475790"/>
              <a:chOff x="6160325" y="5213222"/>
              <a:chExt cx="982725" cy="223838"/>
            </a:xfrm>
          </p:grpSpPr>
          <p:sp>
            <p:nvSpPr>
              <p:cNvPr id="186" name="Google Shape;186;p11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7434069" y="2400136"/>
              <a:ext cx="3096267" cy="2660077"/>
              <a:chOff x="6809994" y="3974465"/>
              <a:chExt cx="1171320" cy="1006347"/>
            </a:xfrm>
          </p:grpSpPr>
          <p:sp>
            <p:nvSpPr>
              <p:cNvPr id="192" name="Google Shape;192;p11"/>
              <p:cNvSpPr/>
              <p:nvPr/>
            </p:nvSpPr>
            <p:spPr>
              <a:xfrm>
                <a:off x="7544276" y="4085050"/>
                <a:ext cx="136969" cy="136969"/>
              </a:xfrm>
              <a:custGeom>
                <a:avLst/>
                <a:gdLst/>
                <a:ahLst/>
                <a:cxnLst/>
                <a:rect l="l" t="t" r="r" b="b"/>
                <a:pathLst>
                  <a:path w="136969" h="136969" extrusionOk="0">
                    <a:moveTo>
                      <a:pt x="20923" y="126778"/>
                    </a:moveTo>
                    <a:lnTo>
                      <a:pt x="10192" y="116046"/>
                    </a:lnTo>
                    <a:cubicBezTo>
                      <a:pt x="-3397" y="102457"/>
                      <a:pt x="-3397" y="80359"/>
                      <a:pt x="10192" y="66770"/>
                    </a:cubicBezTo>
                    <a:lnTo>
                      <a:pt x="66770" y="10192"/>
                    </a:lnTo>
                    <a:cubicBezTo>
                      <a:pt x="80359" y="-3397"/>
                      <a:pt x="102457" y="-3397"/>
                      <a:pt x="116046" y="10192"/>
                    </a:cubicBezTo>
                    <a:lnTo>
                      <a:pt x="126778" y="20923"/>
                    </a:lnTo>
                    <a:cubicBezTo>
                      <a:pt x="140367" y="34512"/>
                      <a:pt x="140367" y="56610"/>
                      <a:pt x="126778" y="70199"/>
                    </a:cubicBezTo>
                    <a:lnTo>
                      <a:pt x="70199" y="126778"/>
                    </a:lnTo>
                    <a:cubicBezTo>
                      <a:pt x="56610" y="140367"/>
                      <a:pt x="34512" y="140367"/>
                      <a:pt x="20923" y="1267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7246873" y="4221162"/>
                <a:ext cx="382396" cy="332803"/>
              </a:xfrm>
              <a:custGeom>
                <a:avLst/>
                <a:gdLst/>
                <a:ahLst/>
                <a:cxnLst/>
                <a:rect l="l" t="t" r="r" b="b"/>
                <a:pathLst>
                  <a:path w="382396" h="332803" extrusionOk="0">
                    <a:moveTo>
                      <a:pt x="124905" y="321056"/>
                    </a:moveTo>
                    <a:lnTo>
                      <a:pt x="382397" y="66358"/>
                    </a:lnTo>
                    <a:lnTo>
                      <a:pt x="360870" y="0"/>
                    </a:lnTo>
                    <a:lnTo>
                      <a:pt x="0" y="3328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7043864" y="4297870"/>
                <a:ext cx="160401" cy="300608"/>
              </a:xfrm>
              <a:custGeom>
                <a:avLst/>
                <a:gdLst/>
                <a:ahLst/>
                <a:cxnLst/>
                <a:rect l="l" t="t" r="r" b="b"/>
                <a:pathLst>
                  <a:path w="160401" h="300608" extrusionOk="0">
                    <a:moveTo>
                      <a:pt x="160401" y="284289"/>
                    </a:moveTo>
                    <a:lnTo>
                      <a:pt x="160401" y="0"/>
                    </a:lnTo>
                    <a:lnTo>
                      <a:pt x="0" y="0"/>
                    </a:lnTo>
                    <a:lnTo>
                      <a:pt x="0" y="30035"/>
                    </a:lnTo>
                    <a:lnTo>
                      <a:pt x="104394" y="30035"/>
                    </a:lnTo>
                    <a:lnTo>
                      <a:pt x="104394" y="3006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7626032" y="4397184"/>
                <a:ext cx="261302" cy="542988"/>
              </a:xfrm>
              <a:custGeom>
                <a:avLst/>
                <a:gdLst/>
                <a:ahLst/>
                <a:cxnLst/>
                <a:rect l="l" t="t" r="r" b="b"/>
                <a:pathLst>
                  <a:path w="261302" h="542988" extrusionOk="0">
                    <a:moveTo>
                      <a:pt x="0" y="0"/>
                    </a:moveTo>
                    <a:lnTo>
                      <a:pt x="84899" y="0"/>
                    </a:lnTo>
                    <a:lnTo>
                      <a:pt x="261303" y="542989"/>
                    </a:lnTo>
                    <a:lnTo>
                      <a:pt x="176403" y="5429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7600378" y="4198492"/>
                <a:ext cx="95186" cy="198691"/>
              </a:xfrm>
              <a:custGeom>
                <a:avLst/>
                <a:gdLst/>
                <a:ahLst/>
                <a:cxnLst/>
                <a:rect l="l" t="t" r="r" b="b"/>
                <a:pathLst>
                  <a:path w="95186" h="198691" extrusionOk="0">
                    <a:moveTo>
                      <a:pt x="95186" y="198691"/>
                    </a:moveTo>
                    <a:lnTo>
                      <a:pt x="30670" y="0"/>
                    </a:lnTo>
                    <a:lnTo>
                      <a:pt x="0" y="0"/>
                    </a:lnTo>
                    <a:lnTo>
                      <a:pt x="64579" y="19869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7879905" y="4917185"/>
                <a:ext cx="58927" cy="22986"/>
              </a:xfrm>
              <a:custGeom>
                <a:avLst/>
                <a:gdLst/>
                <a:ahLst/>
                <a:cxnLst/>
                <a:rect l="l" t="t" r="r" b="b"/>
                <a:pathLst>
                  <a:path w="58927" h="22986" extrusionOk="0">
                    <a:moveTo>
                      <a:pt x="7429" y="22987"/>
                    </a:moveTo>
                    <a:lnTo>
                      <a:pt x="58927" y="22987"/>
                    </a:lnTo>
                    <a:lnTo>
                      <a:pt x="589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>
                <a:off x="7938896" y="4876609"/>
                <a:ext cx="42418" cy="104140"/>
              </a:xfrm>
              <a:custGeom>
                <a:avLst/>
                <a:gdLst/>
                <a:ahLst/>
                <a:cxnLst/>
                <a:rect l="l" t="t" r="r" b="b"/>
                <a:pathLst>
                  <a:path w="42418" h="104140" extrusionOk="0">
                    <a:moveTo>
                      <a:pt x="25019" y="0"/>
                    </a:moveTo>
                    <a:lnTo>
                      <a:pt x="17399" y="0"/>
                    </a:lnTo>
                    <a:cubicBezTo>
                      <a:pt x="7747" y="0"/>
                      <a:pt x="0" y="7811"/>
                      <a:pt x="0" y="17399"/>
                    </a:cubicBezTo>
                    <a:lnTo>
                      <a:pt x="0" y="86741"/>
                    </a:lnTo>
                    <a:cubicBezTo>
                      <a:pt x="0" y="96393"/>
                      <a:pt x="7810" y="104140"/>
                      <a:pt x="17399" y="104140"/>
                    </a:cubicBezTo>
                    <a:lnTo>
                      <a:pt x="25019" y="104140"/>
                    </a:lnTo>
                    <a:cubicBezTo>
                      <a:pt x="34672" y="104140"/>
                      <a:pt x="42418" y="96330"/>
                      <a:pt x="42418" y="86741"/>
                    </a:cubicBezTo>
                    <a:lnTo>
                      <a:pt x="42418" y="17399"/>
                    </a:lnTo>
                    <a:cubicBezTo>
                      <a:pt x="42418" y="7811"/>
                      <a:pt x="34608" y="0"/>
                      <a:pt x="25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>
                <a:off x="6911213" y="4859528"/>
                <a:ext cx="876109" cy="34162"/>
              </a:xfrm>
              <a:custGeom>
                <a:avLst/>
                <a:gdLst/>
                <a:ahLst/>
                <a:cxnLst/>
                <a:rect l="l" t="t" r="r" b="b"/>
                <a:pathLst>
                  <a:path w="876109" h="34162" extrusionOk="0">
                    <a:moveTo>
                      <a:pt x="876109" y="34163"/>
                    </a:moveTo>
                    <a:lnTo>
                      <a:pt x="0" y="34163"/>
                    </a:lnTo>
                    <a:lnTo>
                      <a:pt x="0" y="0"/>
                    </a:lnTo>
                    <a:lnTo>
                      <a:pt x="8649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>
                <a:off x="6809994" y="4893691"/>
                <a:ext cx="202438" cy="87058"/>
              </a:xfrm>
              <a:custGeom>
                <a:avLst/>
                <a:gdLst/>
                <a:ahLst/>
                <a:cxnLst/>
                <a:rect l="l" t="t" r="r" b="b"/>
                <a:pathLst>
                  <a:path w="202438" h="87058" extrusionOk="0">
                    <a:moveTo>
                      <a:pt x="0" y="0"/>
                    </a:moveTo>
                    <a:lnTo>
                      <a:pt x="202438" y="0"/>
                    </a:lnTo>
                    <a:lnTo>
                      <a:pt x="202438" y="87058"/>
                    </a:lnTo>
                    <a:lnTo>
                      <a:pt x="0" y="870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>
                <a:off x="6939533" y="4691743"/>
                <a:ext cx="185737" cy="167784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7784" extrusionOk="0">
                    <a:moveTo>
                      <a:pt x="90805" y="167784"/>
                    </a:moveTo>
                    <a:cubicBezTo>
                      <a:pt x="90805" y="167784"/>
                      <a:pt x="85090" y="66311"/>
                      <a:pt x="185738" y="66311"/>
                    </a:cubicBezTo>
                    <a:lnTo>
                      <a:pt x="168847" y="970"/>
                    </a:lnTo>
                    <a:cubicBezTo>
                      <a:pt x="168847" y="970"/>
                      <a:pt x="0" y="-23033"/>
                      <a:pt x="0" y="167784"/>
                    </a:cubicBezTo>
                    <a:lnTo>
                      <a:pt x="90805" y="1677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7015884" y="4542089"/>
                <a:ext cx="711811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711811" h="301228" extrusionOk="0">
                    <a:moveTo>
                      <a:pt x="670982" y="42293"/>
                    </a:moveTo>
                    <a:lnTo>
                      <a:pt x="711812" y="167896"/>
                    </a:lnTo>
                    <a:lnTo>
                      <a:pt x="153964" y="297944"/>
                    </a:lnTo>
                    <a:cubicBezTo>
                      <a:pt x="103609" y="309691"/>
                      <a:pt x="51222" y="289308"/>
                      <a:pt x="22011" y="246699"/>
                    </a:cubicBezTo>
                    <a:lnTo>
                      <a:pt x="22011" y="246699"/>
                    </a:lnTo>
                    <a:cubicBezTo>
                      <a:pt x="-20915" y="184025"/>
                      <a:pt x="1120" y="97474"/>
                      <a:pt x="69192" y="63820"/>
                    </a:cubicBezTo>
                    <a:cubicBezTo>
                      <a:pt x="178348" y="9845"/>
                      <a:pt x="370753" y="-37019"/>
                      <a:pt x="670982" y="42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>
                <a:off x="6939533" y="4842636"/>
                <a:ext cx="90805" cy="16827"/>
              </a:xfrm>
              <a:custGeom>
                <a:avLst/>
                <a:gdLst/>
                <a:ahLst/>
                <a:cxnLst/>
                <a:rect l="l" t="t" r="r" b="b"/>
                <a:pathLst>
                  <a:path w="90805" h="16827" extrusionOk="0">
                    <a:moveTo>
                      <a:pt x="90805" y="16828"/>
                    </a:moveTo>
                    <a:lnTo>
                      <a:pt x="0" y="16828"/>
                    </a:lnTo>
                    <a:cubicBezTo>
                      <a:pt x="0" y="10985"/>
                      <a:pt x="127" y="5397"/>
                      <a:pt x="445" y="0"/>
                    </a:cubicBezTo>
                    <a:lnTo>
                      <a:pt x="90805" y="1682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>
                <a:off x="7125271" y="4613719"/>
                <a:ext cx="157988" cy="157988"/>
              </a:xfrm>
              <a:custGeom>
                <a:avLst/>
                <a:gdLst/>
                <a:ahLst/>
                <a:cxnLst/>
                <a:rect l="l" t="t" r="r" b="b"/>
                <a:pathLst>
                  <a:path w="157988" h="157988" extrusionOk="0">
                    <a:moveTo>
                      <a:pt x="157988" y="78994"/>
                    </a:moveTo>
                    <a:cubicBezTo>
                      <a:pt x="157988" y="122621"/>
                      <a:pt x="122621" y="157988"/>
                      <a:pt x="78994" y="157988"/>
                    </a:cubicBezTo>
                    <a:cubicBezTo>
                      <a:pt x="35367" y="157988"/>
                      <a:pt x="1" y="122621"/>
                      <a:pt x="1" y="78994"/>
                    </a:cubicBezTo>
                    <a:cubicBezTo>
                      <a:pt x="1" y="35367"/>
                      <a:pt x="35367" y="0"/>
                      <a:pt x="78994" y="0"/>
                    </a:cubicBezTo>
                    <a:cubicBezTo>
                      <a:pt x="122621" y="0"/>
                      <a:pt x="157988" y="35367"/>
                      <a:pt x="157988" y="789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7769034" y="4859528"/>
                <a:ext cx="18288" cy="34162"/>
              </a:xfrm>
              <a:custGeom>
                <a:avLst/>
                <a:gdLst/>
                <a:ahLst/>
                <a:cxnLst/>
                <a:rect l="l" t="t" r="r" b="b"/>
                <a:pathLst>
                  <a:path w="18288" h="34162" extrusionOk="0">
                    <a:moveTo>
                      <a:pt x="7176" y="0"/>
                    </a:moveTo>
                    <a:lnTo>
                      <a:pt x="18288" y="34163"/>
                    </a:lnTo>
                    <a:lnTo>
                      <a:pt x="0" y="341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>
                <a:off x="7958439" y="4876609"/>
                <a:ext cx="3334" cy="104203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104203" extrusionOk="0">
                    <a:moveTo>
                      <a:pt x="1667" y="0"/>
                    </a:moveTo>
                    <a:cubicBezTo>
                      <a:pt x="3890" y="34671"/>
                      <a:pt x="3890" y="69533"/>
                      <a:pt x="1667" y="104204"/>
                    </a:cubicBezTo>
                    <a:cubicBezTo>
                      <a:pt x="-556" y="69469"/>
                      <a:pt x="-556" y="34671"/>
                      <a:pt x="1667" y="0"/>
                    </a:cubicBezTo>
                    <a:lnTo>
                      <a:pt x="16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>
                <a:off x="7112571" y="4221035"/>
                <a:ext cx="118554" cy="105029"/>
              </a:xfrm>
              <a:custGeom>
                <a:avLst/>
                <a:gdLst/>
                <a:ahLst/>
                <a:cxnLst/>
                <a:rect l="l" t="t" r="r" b="b"/>
                <a:pathLst>
                  <a:path w="118554" h="105029" extrusionOk="0">
                    <a:moveTo>
                      <a:pt x="91694" y="105029"/>
                    </a:moveTo>
                    <a:lnTo>
                      <a:pt x="91694" y="93790"/>
                    </a:lnTo>
                    <a:cubicBezTo>
                      <a:pt x="100330" y="93790"/>
                      <a:pt x="107315" y="86805"/>
                      <a:pt x="107315" y="78168"/>
                    </a:cubicBezTo>
                    <a:lnTo>
                      <a:pt x="107315" y="58992"/>
                    </a:lnTo>
                    <a:cubicBezTo>
                      <a:pt x="107315" y="50355"/>
                      <a:pt x="100330" y="43371"/>
                      <a:pt x="91694" y="43371"/>
                    </a:cubicBezTo>
                    <a:lnTo>
                      <a:pt x="26860" y="43371"/>
                    </a:lnTo>
                    <a:cubicBezTo>
                      <a:pt x="12065" y="43371"/>
                      <a:pt x="0" y="31305"/>
                      <a:pt x="0" y="16510"/>
                    </a:cubicBezTo>
                    <a:lnTo>
                      <a:pt x="0" y="0"/>
                    </a:lnTo>
                    <a:lnTo>
                      <a:pt x="11240" y="0"/>
                    </a:lnTo>
                    <a:lnTo>
                      <a:pt x="11240" y="16510"/>
                    </a:lnTo>
                    <a:cubicBezTo>
                      <a:pt x="11240" y="25146"/>
                      <a:pt x="18224" y="32131"/>
                      <a:pt x="26860" y="32131"/>
                    </a:cubicBezTo>
                    <a:lnTo>
                      <a:pt x="91694" y="32131"/>
                    </a:lnTo>
                    <a:cubicBezTo>
                      <a:pt x="106490" y="32131"/>
                      <a:pt x="118555" y="44196"/>
                      <a:pt x="118555" y="58992"/>
                    </a:cubicBezTo>
                    <a:lnTo>
                      <a:pt x="118555" y="78168"/>
                    </a:lnTo>
                    <a:cubicBezTo>
                      <a:pt x="118491" y="93028"/>
                      <a:pt x="106490" y="105029"/>
                      <a:pt x="91694" y="105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7140626" y="4628239"/>
                <a:ext cx="126507" cy="128551"/>
              </a:xfrm>
              <a:custGeom>
                <a:avLst/>
                <a:gdLst/>
                <a:ahLst/>
                <a:cxnLst/>
                <a:rect l="l" t="t" r="r" b="b"/>
                <a:pathLst>
                  <a:path w="126507" h="128551" extrusionOk="0">
                    <a:moveTo>
                      <a:pt x="126505" y="64474"/>
                    </a:moveTo>
                    <a:cubicBezTo>
                      <a:pt x="126631" y="109813"/>
                      <a:pt x="81610" y="141690"/>
                      <a:pt x="39255" y="123211"/>
                    </a:cubicBezTo>
                    <a:cubicBezTo>
                      <a:pt x="16205" y="113305"/>
                      <a:pt x="203" y="89556"/>
                      <a:pt x="12" y="64474"/>
                    </a:cubicBezTo>
                    <a:cubicBezTo>
                      <a:pt x="-877" y="18944"/>
                      <a:pt x="46304" y="-12869"/>
                      <a:pt x="88214" y="5101"/>
                    </a:cubicBezTo>
                    <a:cubicBezTo>
                      <a:pt x="111582" y="14753"/>
                      <a:pt x="126758" y="39455"/>
                      <a:pt x="126505" y="64474"/>
                    </a:cubicBezTo>
                    <a:lnTo>
                      <a:pt x="126505" y="64474"/>
                    </a:lnTo>
                    <a:close/>
                    <a:moveTo>
                      <a:pt x="126187" y="64474"/>
                    </a:moveTo>
                    <a:cubicBezTo>
                      <a:pt x="125679" y="10181"/>
                      <a:pt x="58813" y="-16679"/>
                      <a:pt x="20332" y="21167"/>
                    </a:cubicBezTo>
                    <a:cubicBezTo>
                      <a:pt x="-18720" y="60346"/>
                      <a:pt x="7759" y="126386"/>
                      <a:pt x="63640" y="125815"/>
                    </a:cubicBezTo>
                    <a:cubicBezTo>
                      <a:pt x="96723" y="125815"/>
                      <a:pt x="126567" y="98129"/>
                      <a:pt x="126187" y="64474"/>
                    </a:cubicBezTo>
                    <a:lnTo>
                      <a:pt x="126187" y="6447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>
                <a:off x="7156940" y="4685520"/>
                <a:ext cx="54518" cy="144670"/>
              </a:xfrm>
              <a:custGeom>
                <a:avLst/>
                <a:gdLst/>
                <a:ahLst/>
                <a:cxnLst/>
                <a:rect l="l" t="t" r="r" b="b"/>
                <a:pathLst>
                  <a:path w="54518" h="144670" extrusionOk="0">
                    <a:moveTo>
                      <a:pt x="7193" y="144670"/>
                    </a:moveTo>
                    <a:cubicBezTo>
                      <a:pt x="6494" y="144670"/>
                      <a:pt x="5796" y="144544"/>
                      <a:pt x="5098" y="144353"/>
                    </a:cubicBezTo>
                    <a:cubicBezTo>
                      <a:pt x="1288" y="143210"/>
                      <a:pt x="-872" y="139146"/>
                      <a:pt x="335" y="135336"/>
                    </a:cubicBezTo>
                    <a:lnTo>
                      <a:pt x="40403" y="5098"/>
                    </a:lnTo>
                    <a:cubicBezTo>
                      <a:pt x="41547" y="1288"/>
                      <a:pt x="45611" y="-872"/>
                      <a:pt x="49421" y="335"/>
                    </a:cubicBezTo>
                    <a:cubicBezTo>
                      <a:pt x="53230" y="1478"/>
                      <a:pt x="55390" y="5542"/>
                      <a:pt x="54183" y="9352"/>
                    </a:cubicBezTo>
                    <a:lnTo>
                      <a:pt x="14115" y="139590"/>
                    </a:lnTo>
                    <a:cubicBezTo>
                      <a:pt x="13162" y="142639"/>
                      <a:pt x="10304" y="144670"/>
                      <a:pt x="7193" y="1446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>
                <a:off x="7098792" y="4794821"/>
                <a:ext cx="130682" cy="56197"/>
              </a:xfrm>
              <a:custGeom>
                <a:avLst/>
                <a:gdLst/>
                <a:ahLst/>
                <a:cxnLst/>
                <a:rect l="l" t="t" r="r" b="b"/>
                <a:pathLst>
                  <a:path w="130682" h="56197" extrusionOk="0">
                    <a:moveTo>
                      <a:pt x="0" y="0"/>
                    </a:moveTo>
                    <a:lnTo>
                      <a:pt x="130683" y="0"/>
                    </a:lnTo>
                    <a:lnTo>
                      <a:pt x="130683" y="56198"/>
                    </a:lnTo>
                    <a:lnTo>
                      <a:pt x="0" y="5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7015860" y="4166679"/>
                <a:ext cx="251098" cy="69786"/>
              </a:xfrm>
              <a:custGeom>
                <a:avLst/>
                <a:gdLst/>
                <a:ahLst/>
                <a:cxnLst/>
                <a:rect l="l" t="t" r="r" b="b"/>
                <a:pathLst>
                  <a:path w="251098" h="69786" extrusionOk="0">
                    <a:moveTo>
                      <a:pt x="238061" y="0"/>
                    </a:moveTo>
                    <a:lnTo>
                      <a:pt x="20828" y="0"/>
                    </a:lnTo>
                    <a:cubicBezTo>
                      <a:pt x="9334" y="0"/>
                      <a:pt x="0" y="9335"/>
                      <a:pt x="0" y="20828"/>
                    </a:cubicBezTo>
                    <a:lnTo>
                      <a:pt x="0" y="20828"/>
                    </a:lnTo>
                    <a:cubicBezTo>
                      <a:pt x="0" y="29401"/>
                      <a:pt x="3493" y="37529"/>
                      <a:pt x="9716" y="43434"/>
                    </a:cubicBezTo>
                    <a:lnTo>
                      <a:pt x="14160" y="47625"/>
                    </a:lnTo>
                    <a:cubicBezTo>
                      <a:pt x="29146" y="61849"/>
                      <a:pt x="48958" y="69786"/>
                      <a:pt x="69596" y="69786"/>
                    </a:cubicBezTo>
                    <a:lnTo>
                      <a:pt x="98425" y="69786"/>
                    </a:lnTo>
                    <a:cubicBezTo>
                      <a:pt x="118110" y="69786"/>
                      <a:pt x="137096" y="62548"/>
                      <a:pt x="151829" y="49530"/>
                    </a:cubicBezTo>
                    <a:lnTo>
                      <a:pt x="168339" y="34925"/>
                    </a:lnTo>
                    <a:lnTo>
                      <a:pt x="227774" y="34925"/>
                    </a:lnTo>
                    <a:cubicBezTo>
                      <a:pt x="236792" y="34925"/>
                      <a:pt x="244920" y="29591"/>
                      <a:pt x="248603" y="21336"/>
                    </a:cubicBezTo>
                    <a:lnTo>
                      <a:pt x="249999" y="18224"/>
                    </a:lnTo>
                    <a:cubicBezTo>
                      <a:pt x="253746" y="9589"/>
                      <a:pt x="247459" y="0"/>
                      <a:pt x="2380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>
                <a:off x="7686865" y="4584382"/>
                <a:ext cx="40766" cy="133032"/>
              </a:xfrm>
              <a:custGeom>
                <a:avLst/>
                <a:gdLst/>
                <a:ahLst/>
                <a:cxnLst/>
                <a:rect l="l" t="t" r="r" b="b"/>
                <a:pathLst>
                  <a:path w="40766" h="133032" extrusionOk="0">
                    <a:moveTo>
                      <a:pt x="0" y="0"/>
                    </a:moveTo>
                    <a:lnTo>
                      <a:pt x="40767" y="125603"/>
                    </a:lnTo>
                    <a:lnTo>
                      <a:pt x="8699" y="1330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7589837" y="4166679"/>
                <a:ext cx="220471" cy="31813"/>
              </a:xfrm>
              <a:custGeom>
                <a:avLst/>
                <a:gdLst/>
                <a:ahLst/>
                <a:cxnLst/>
                <a:rect l="l" t="t" r="r" b="b"/>
                <a:pathLst>
                  <a:path w="220471" h="31813" extrusionOk="0">
                    <a:moveTo>
                      <a:pt x="10541" y="31814"/>
                    </a:moveTo>
                    <a:lnTo>
                      <a:pt x="220472" y="31814"/>
                    </a:lnTo>
                    <a:lnTo>
                      <a:pt x="19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7786751" y="3974465"/>
                <a:ext cx="163893" cy="224027"/>
              </a:xfrm>
              <a:custGeom>
                <a:avLst/>
                <a:gdLst/>
                <a:ahLst/>
                <a:cxnLst/>
                <a:rect l="l" t="t" r="r" b="b"/>
                <a:pathLst>
                  <a:path w="163893" h="224027" extrusionOk="0">
                    <a:moveTo>
                      <a:pt x="23558" y="224028"/>
                    </a:moveTo>
                    <a:lnTo>
                      <a:pt x="163893" y="0"/>
                    </a:lnTo>
                    <a:lnTo>
                      <a:pt x="123825" y="0"/>
                    </a:lnTo>
                    <a:lnTo>
                      <a:pt x="0" y="19221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5" name="Google Shape;215;p11"/>
          <p:cNvGrpSpPr/>
          <p:nvPr/>
        </p:nvGrpSpPr>
        <p:grpSpPr>
          <a:xfrm>
            <a:off x="-163623" y="1469801"/>
            <a:ext cx="9080360" cy="839398"/>
            <a:chOff x="-163623" y="1469801"/>
            <a:chExt cx="9080360" cy="839398"/>
          </a:xfrm>
        </p:grpSpPr>
        <p:grpSp>
          <p:nvGrpSpPr>
            <p:cNvPr id="216" name="Google Shape;216;p11"/>
            <p:cNvGrpSpPr/>
            <p:nvPr/>
          </p:nvGrpSpPr>
          <p:grpSpPr>
            <a:xfrm>
              <a:off x="8584676" y="1803001"/>
              <a:ext cx="332061" cy="332061"/>
              <a:chOff x="4252475" y="1680725"/>
              <a:chExt cx="467100" cy="46710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20" name="Google Shape;220;p11"/>
            <p:cNvGrpSpPr/>
            <p:nvPr/>
          </p:nvGrpSpPr>
          <p:grpSpPr>
            <a:xfrm flipH="1">
              <a:off x="-163623" y="1469801"/>
              <a:ext cx="831229" cy="839398"/>
              <a:chOff x="8947918" y="1166943"/>
              <a:chExt cx="498967" cy="503870"/>
            </a:xfrm>
          </p:grpSpPr>
          <p:sp>
            <p:nvSpPr>
              <p:cNvPr id="221" name="Google Shape;221;p11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9" name="Google Shape;279;p14"/>
          <p:cNvGrpSpPr/>
          <p:nvPr/>
        </p:nvGrpSpPr>
        <p:grpSpPr>
          <a:xfrm>
            <a:off x="-576697" y="-166681"/>
            <a:ext cx="10066127" cy="5265172"/>
            <a:chOff x="-576697" y="-166681"/>
            <a:chExt cx="10066127" cy="5265172"/>
          </a:xfrm>
        </p:grpSpPr>
        <p:grpSp>
          <p:nvGrpSpPr>
            <p:cNvPr id="280" name="Google Shape;280;p14"/>
            <p:cNvGrpSpPr/>
            <p:nvPr/>
          </p:nvGrpSpPr>
          <p:grpSpPr>
            <a:xfrm flipH="1">
              <a:off x="-576697" y="-166681"/>
              <a:ext cx="1245921" cy="1258215"/>
              <a:chOff x="8947918" y="1166943"/>
              <a:chExt cx="498967" cy="503870"/>
            </a:xfrm>
          </p:grpSpPr>
          <p:sp>
            <p:nvSpPr>
              <p:cNvPr id="281" name="Google Shape;281;p14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4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4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" name="Google Shape;284;p14"/>
            <p:cNvGrpSpPr/>
            <p:nvPr/>
          </p:nvGrpSpPr>
          <p:grpSpPr>
            <a:xfrm flipH="1">
              <a:off x="8510057" y="4109495"/>
              <a:ext cx="979373" cy="988997"/>
              <a:chOff x="8947918" y="1166943"/>
              <a:chExt cx="498967" cy="503870"/>
            </a:xfrm>
          </p:grpSpPr>
          <p:sp>
            <p:nvSpPr>
              <p:cNvPr id="285" name="Google Shape;285;p14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4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4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8" name="Google Shape;288;p14"/>
          <p:cNvGrpSpPr/>
          <p:nvPr/>
        </p:nvGrpSpPr>
        <p:grpSpPr>
          <a:xfrm>
            <a:off x="108792" y="1398125"/>
            <a:ext cx="8840500" cy="2431755"/>
            <a:chOff x="108792" y="1398125"/>
            <a:chExt cx="8840500" cy="2431755"/>
          </a:xfrm>
        </p:grpSpPr>
        <p:grpSp>
          <p:nvGrpSpPr>
            <p:cNvPr id="289" name="Google Shape;289;p14"/>
            <p:cNvGrpSpPr/>
            <p:nvPr/>
          </p:nvGrpSpPr>
          <p:grpSpPr>
            <a:xfrm flipH="1">
              <a:off x="108792" y="1398125"/>
              <a:ext cx="467100" cy="467100"/>
              <a:chOff x="4123025" y="735300"/>
              <a:chExt cx="467100" cy="467100"/>
            </a:xfrm>
          </p:grpSpPr>
          <p:sp>
            <p:nvSpPr>
              <p:cNvPr id="290" name="Google Shape;290;p14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1" name="Google Shape;291;p14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92" name="Google Shape;292;p14"/>
            <p:cNvGrpSpPr/>
            <p:nvPr/>
          </p:nvGrpSpPr>
          <p:grpSpPr>
            <a:xfrm>
              <a:off x="8617230" y="3497865"/>
              <a:ext cx="332061" cy="332015"/>
              <a:chOff x="4280525" y="2688025"/>
              <a:chExt cx="467100" cy="467100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15"/>
          <p:cNvGrpSpPr/>
          <p:nvPr/>
        </p:nvGrpSpPr>
        <p:grpSpPr>
          <a:xfrm>
            <a:off x="-414327" y="445027"/>
            <a:ext cx="10033303" cy="4698123"/>
            <a:chOff x="-414327" y="445027"/>
            <a:chExt cx="10033303" cy="4698123"/>
          </a:xfrm>
        </p:grpSpPr>
        <p:sp>
          <p:nvSpPr>
            <p:cNvPr id="298" name="Google Shape;298;p15"/>
            <p:cNvSpPr/>
            <p:nvPr/>
          </p:nvSpPr>
          <p:spPr>
            <a:xfrm>
              <a:off x="0" y="4904350"/>
              <a:ext cx="9144000" cy="238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299" name="Google Shape;299;p15"/>
            <p:cNvGrpSpPr/>
            <p:nvPr/>
          </p:nvGrpSpPr>
          <p:grpSpPr>
            <a:xfrm>
              <a:off x="-414327" y="3333385"/>
              <a:ext cx="989898" cy="1729229"/>
              <a:chOff x="78398" y="-4015638"/>
              <a:chExt cx="307775" cy="537629"/>
            </a:xfrm>
          </p:grpSpPr>
          <p:sp>
            <p:nvSpPr>
              <p:cNvPr id="300" name="Google Shape;300;p15"/>
              <p:cNvSpPr/>
              <p:nvPr/>
            </p:nvSpPr>
            <p:spPr>
              <a:xfrm>
                <a:off x="206259" y="-4015638"/>
                <a:ext cx="51986" cy="361949"/>
              </a:xfrm>
              <a:custGeom>
                <a:avLst/>
                <a:gdLst/>
                <a:ahLst/>
                <a:cxnLst/>
                <a:rect l="l" t="t" r="r" b="b"/>
                <a:pathLst>
                  <a:path w="86643" h="603249" extrusionOk="0">
                    <a:moveTo>
                      <a:pt x="56884" y="603250"/>
                    </a:moveTo>
                    <a:lnTo>
                      <a:pt x="18467" y="603250"/>
                    </a:lnTo>
                    <a:cubicBezTo>
                      <a:pt x="18467" y="603250"/>
                      <a:pt x="-33857" y="187325"/>
                      <a:pt x="37644" y="0"/>
                    </a:cubicBezTo>
                    <a:cubicBezTo>
                      <a:pt x="37644" y="0"/>
                      <a:pt x="133656" y="278638"/>
                      <a:pt x="56884" y="6032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5"/>
              <p:cNvSpPr/>
              <p:nvPr/>
            </p:nvSpPr>
            <p:spPr>
              <a:xfrm>
                <a:off x="131745" y="-3672776"/>
                <a:ext cx="201082" cy="194767"/>
              </a:xfrm>
              <a:custGeom>
                <a:avLst/>
                <a:gdLst/>
                <a:ahLst/>
                <a:cxnLst/>
                <a:rect l="l" t="t" r="r" b="b"/>
                <a:pathLst>
                  <a:path w="335137" h="324611" extrusionOk="0">
                    <a:moveTo>
                      <a:pt x="330573" y="85534"/>
                    </a:moveTo>
                    <a:cubicBezTo>
                      <a:pt x="305364" y="31432"/>
                      <a:pt x="255008" y="31432"/>
                      <a:pt x="255008" y="31432"/>
                    </a:cubicBezTo>
                    <a:lnTo>
                      <a:pt x="255008" y="0"/>
                    </a:lnTo>
                    <a:lnTo>
                      <a:pt x="167568" y="0"/>
                    </a:lnTo>
                    <a:lnTo>
                      <a:pt x="80129" y="0"/>
                    </a:lnTo>
                    <a:lnTo>
                      <a:pt x="80129" y="31432"/>
                    </a:lnTo>
                    <a:cubicBezTo>
                      <a:pt x="80129" y="31432"/>
                      <a:pt x="29773" y="31432"/>
                      <a:pt x="4564" y="85534"/>
                    </a:cubicBezTo>
                    <a:cubicBezTo>
                      <a:pt x="-20645" y="139636"/>
                      <a:pt x="66794" y="324612"/>
                      <a:pt x="66794" y="324612"/>
                    </a:cubicBezTo>
                    <a:lnTo>
                      <a:pt x="167568" y="324612"/>
                    </a:lnTo>
                    <a:lnTo>
                      <a:pt x="268343" y="324612"/>
                    </a:lnTo>
                    <a:cubicBezTo>
                      <a:pt x="268343" y="324676"/>
                      <a:pt x="355782" y="139636"/>
                      <a:pt x="330573" y="855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5"/>
              <p:cNvSpPr/>
              <p:nvPr/>
            </p:nvSpPr>
            <p:spPr>
              <a:xfrm>
                <a:off x="179791" y="-3654187"/>
                <a:ext cx="104927" cy="2506"/>
              </a:xfrm>
              <a:custGeom>
                <a:avLst/>
                <a:gdLst/>
                <a:ahLst/>
                <a:cxnLst/>
                <a:rect l="l" t="t" r="r" b="b"/>
                <a:pathLst>
                  <a:path w="174878" h="4176" extrusionOk="0">
                    <a:moveTo>
                      <a:pt x="174878" y="684"/>
                    </a:moveTo>
                    <a:cubicBezTo>
                      <a:pt x="146240" y="3478"/>
                      <a:pt x="116268" y="4050"/>
                      <a:pt x="87439" y="4177"/>
                    </a:cubicBezTo>
                    <a:cubicBezTo>
                      <a:pt x="58610" y="4050"/>
                      <a:pt x="28639" y="3415"/>
                      <a:pt x="0" y="684"/>
                    </a:cubicBezTo>
                    <a:lnTo>
                      <a:pt x="0" y="303"/>
                    </a:lnTo>
                    <a:cubicBezTo>
                      <a:pt x="43370" y="494"/>
                      <a:pt x="132397" y="-713"/>
                      <a:pt x="174878" y="684"/>
                    </a:cubicBezTo>
                    <a:lnTo>
                      <a:pt x="174878" y="6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>
                <a:off x="78398" y="-3937470"/>
                <a:ext cx="142418" cy="264909"/>
              </a:xfrm>
              <a:custGeom>
                <a:avLst/>
                <a:gdLst/>
                <a:ahLst/>
                <a:cxnLst/>
                <a:rect l="l" t="t" r="r" b="b"/>
                <a:pathLst>
                  <a:path w="237363" h="441515" extrusionOk="0">
                    <a:moveTo>
                      <a:pt x="237363" y="441515"/>
                    </a:moveTo>
                    <a:cubicBezTo>
                      <a:pt x="237363" y="441515"/>
                      <a:pt x="237363" y="45339"/>
                      <a:pt x="0" y="0"/>
                    </a:cubicBezTo>
                    <a:cubicBezTo>
                      <a:pt x="0" y="0"/>
                      <a:pt x="169101" y="157924"/>
                      <a:pt x="169101" y="441515"/>
                    </a:cubicBezTo>
                    <a:lnTo>
                      <a:pt x="237363" y="4415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120927" y="-3882719"/>
                <a:ext cx="71933" cy="210121"/>
              </a:xfrm>
              <a:custGeom>
                <a:avLst/>
                <a:gdLst/>
                <a:ahLst/>
                <a:cxnLst/>
                <a:rect l="l" t="t" r="r" b="b"/>
                <a:pathLst>
                  <a:path w="119888" h="350202" extrusionOk="0">
                    <a:moveTo>
                      <a:pt x="119888" y="350202"/>
                    </a:moveTo>
                    <a:lnTo>
                      <a:pt x="98235" y="350202"/>
                    </a:lnTo>
                    <a:cubicBezTo>
                      <a:pt x="98235" y="193040"/>
                      <a:pt x="46292" y="74485"/>
                      <a:pt x="0" y="0"/>
                    </a:cubicBezTo>
                    <a:cubicBezTo>
                      <a:pt x="3620" y="4064"/>
                      <a:pt x="119888" y="135445"/>
                      <a:pt x="119888" y="350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15"/>
              <p:cNvSpPr/>
              <p:nvPr/>
            </p:nvSpPr>
            <p:spPr>
              <a:xfrm>
                <a:off x="114645" y="-3911047"/>
                <a:ext cx="95173" cy="238468"/>
              </a:xfrm>
              <a:custGeom>
                <a:avLst/>
                <a:gdLst/>
                <a:ahLst/>
                <a:cxnLst/>
                <a:rect l="l" t="t" r="r" b="b"/>
                <a:pathLst>
                  <a:path w="158622" h="397446" extrusionOk="0">
                    <a:moveTo>
                      <a:pt x="158114" y="397446"/>
                    </a:moveTo>
                    <a:cubicBezTo>
                      <a:pt x="149098" y="273050"/>
                      <a:pt x="112331" y="107950"/>
                      <a:pt x="20574" y="18351"/>
                    </a:cubicBezTo>
                    <a:cubicBezTo>
                      <a:pt x="17843" y="15811"/>
                      <a:pt x="13462" y="11366"/>
                      <a:pt x="10540" y="9080"/>
                    </a:cubicBezTo>
                    <a:lnTo>
                      <a:pt x="0" y="317"/>
                    </a:lnTo>
                    <a:lnTo>
                      <a:pt x="253" y="0"/>
                    </a:lnTo>
                    <a:cubicBezTo>
                      <a:pt x="2667" y="1841"/>
                      <a:pt x="12001" y="8573"/>
                      <a:pt x="14097" y="10223"/>
                    </a:cubicBezTo>
                    <a:cubicBezTo>
                      <a:pt x="19875" y="15240"/>
                      <a:pt x="26670" y="20828"/>
                      <a:pt x="31940" y="26479"/>
                    </a:cubicBezTo>
                    <a:cubicBezTo>
                      <a:pt x="38481" y="32829"/>
                      <a:pt x="44640" y="40005"/>
                      <a:pt x="50546" y="46926"/>
                    </a:cubicBezTo>
                    <a:cubicBezTo>
                      <a:pt x="53467" y="50863"/>
                      <a:pt x="60388" y="59563"/>
                      <a:pt x="62992" y="63500"/>
                    </a:cubicBezTo>
                    <a:cubicBezTo>
                      <a:pt x="77470" y="84010"/>
                      <a:pt x="89852" y="106743"/>
                      <a:pt x="99885" y="129794"/>
                    </a:cubicBezTo>
                    <a:cubicBezTo>
                      <a:pt x="121920" y="180340"/>
                      <a:pt x="136144" y="234061"/>
                      <a:pt x="145986" y="288226"/>
                    </a:cubicBezTo>
                    <a:cubicBezTo>
                      <a:pt x="149225" y="306324"/>
                      <a:pt x="151828" y="324485"/>
                      <a:pt x="153988" y="342646"/>
                    </a:cubicBezTo>
                    <a:cubicBezTo>
                      <a:pt x="156083" y="360870"/>
                      <a:pt x="157797" y="379158"/>
                      <a:pt x="158623" y="397446"/>
                    </a:cubicBezTo>
                    <a:lnTo>
                      <a:pt x="158114" y="397446"/>
                    </a:lnTo>
                    <a:lnTo>
                      <a:pt x="158114" y="3974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5"/>
              <p:cNvSpPr/>
              <p:nvPr/>
            </p:nvSpPr>
            <p:spPr>
              <a:xfrm>
                <a:off x="243756" y="-3937470"/>
                <a:ext cx="142418" cy="264909"/>
              </a:xfrm>
              <a:custGeom>
                <a:avLst/>
                <a:gdLst/>
                <a:ahLst/>
                <a:cxnLst/>
                <a:rect l="l" t="t" r="r" b="b"/>
                <a:pathLst>
                  <a:path w="237363" h="441515" extrusionOk="0">
                    <a:moveTo>
                      <a:pt x="0" y="441515"/>
                    </a:moveTo>
                    <a:cubicBezTo>
                      <a:pt x="0" y="441515"/>
                      <a:pt x="0" y="45339"/>
                      <a:pt x="237363" y="0"/>
                    </a:cubicBezTo>
                    <a:cubicBezTo>
                      <a:pt x="237363" y="0"/>
                      <a:pt x="68263" y="157924"/>
                      <a:pt x="68263" y="441515"/>
                    </a:cubicBezTo>
                    <a:lnTo>
                      <a:pt x="0" y="4415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271665" y="-3882719"/>
                <a:ext cx="71933" cy="210121"/>
              </a:xfrm>
              <a:custGeom>
                <a:avLst/>
                <a:gdLst/>
                <a:ahLst/>
                <a:cxnLst/>
                <a:rect l="l" t="t" r="r" b="b"/>
                <a:pathLst>
                  <a:path w="119888" h="350202" extrusionOk="0">
                    <a:moveTo>
                      <a:pt x="0" y="350202"/>
                    </a:moveTo>
                    <a:lnTo>
                      <a:pt x="21653" y="350202"/>
                    </a:lnTo>
                    <a:cubicBezTo>
                      <a:pt x="21653" y="193040"/>
                      <a:pt x="73596" y="74485"/>
                      <a:pt x="119888" y="0"/>
                    </a:cubicBezTo>
                    <a:cubicBezTo>
                      <a:pt x="116205" y="4064"/>
                      <a:pt x="0" y="135445"/>
                      <a:pt x="0" y="350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254797" y="-3911123"/>
                <a:ext cx="95135" cy="238506"/>
              </a:xfrm>
              <a:custGeom>
                <a:avLst/>
                <a:gdLst/>
                <a:ahLst/>
                <a:cxnLst/>
                <a:rect l="l" t="t" r="r" b="b"/>
                <a:pathLst>
                  <a:path w="158559" h="397510" extrusionOk="0">
                    <a:moveTo>
                      <a:pt x="0" y="397510"/>
                    </a:moveTo>
                    <a:cubicBezTo>
                      <a:pt x="6477" y="279527"/>
                      <a:pt x="40195" y="111760"/>
                      <a:pt x="126619" y="26543"/>
                    </a:cubicBezTo>
                    <a:cubicBezTo>
                      <a:pt x="131890" y="20955"/>
                      <a:pt x="138684" y="15304"/>
                      <a:pt x="144463" y="10287"/>
                    </a:cubicBezTo>
                    <a:cubicBezTo>
                      <a:pt x="146939" y="8318"/>
                      <a:pt x="155766" y="1905"/>
                      <a:pt x="158306" y="0"/>
                    </a:cubicBezTo>
                    <a:cubicBezTo>
                      <a:pt x="158306" y="0"/>
                      <a:pt x="158559" y="318"/>
                      <a:pt x="158559" y="318"/>
                    </a:cubicBezTo>
                    <a:lnTo>
                      <a:pt x="148019" y="9081"/>
                    </a:lnTo>
                    <a:cubicBezTo>
                      <a:pt x="145034" y="11430"/>
                      <a:pt x="140780" y="15748"/>
                      <a:pt x="137985" y="18415"/>
                    </a:cubicBezTo>
                    <a:cubicBezTo>
                      <a:pt x="104966" y="50038"/>
                      <a:pt x="81344" y="90170"/>
                      <a:pt x="62484" y="131509"/>
                    </a:cubicBezTo>
                    <a:cubicBezTo>
                      <a:pt x="24829" y="214884"/>
                      <a:pt x="7874" y="307658"/>
                      <a:pt x="0" y="397510"/>
                    </a:cubicBezTo>
                    <a:lnTo>
                      <a:pt x="0" y="3975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230033" y="-3923802"/>
                <a:ext cx="2530" cy="251231"/>
              </a:xfrm>
              <a:custGeom>
                <a:avLst/>
                <a:gdLst/>
                <a:ahLst/>
                <a:cxnLst/>
                <a:rect l="l" t="t" r="r" b="b"/>
                <a:pathLst>
                  <a:path w="4217" h="418718" extrusionOk="0">
                    <a:moveTo>
                      <a:pt x="3456" y="418719"/>
                    </a:moveTo>
                    <a:cubicBezTo>
                      <a:pt x="-989" y="298069"/>
                      <a:pt x="-671" y="173101"/>
                      <a:pt x="1742" y="52324"/>
                    </a:cubicBezTo>
                    <a:cubicBezTo>
                      <a:pt x="2313" y="34861"/>
                      <a:pt x="2631" y="17463"/>
                      <a:pt x="3456" y="0"/>
                    </a:cubicBezTo>
                    <a:cubicBezTo>
                      <a:pt x="4472" y="102997"/>
                      <a:pt x="4472" y="315722"/>
                      <a:pt x="3456" y="418719"/>
                    </a:cubicBezTo>
                    <a:lnTo>
                      <a:pt x="3456" y="4187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206786" y="-3779766"/>
                <a:ext cx="14059" cy="107099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178498" extrusionOk="0">
                    <a:moveTo>
                      <a:pt x="23051" y="178498"/>
                    </a:moveTo>
                    <a:cubicBezTo>
                      <a:pt x="17590" y="126365"/>
                      <a:pt x="11493" y="74295"/>
                      <a:pt x="3302" y="22479"/>
                    </a:cubicBezTo>
                    <a:cubicBezTo>
                      <a:pt x="2413" y="14986"/>
                      <a:pt x="889" y="7684"/>
                      <a:pt x="0" y="127"/>
                    </a:cubicBezTo>
                    <a:lnTo>
                      <a:pt x="381" y="0"/>
                    </a:lnTo>
                    <a:cubicBezTo>
                      <a:pt x="10985" y="43815"/>
                      <a:pt x="17970" y="88456"/>
                      <a:pt x="21336" y="133414"/>
                    </a:cubicBezTo>
                    <a:cubicBezTo>
                      <a:pt x="22479" y="148400"/>
                      <a:pt x="23241" y="163386"/>
                      <a:pt x="23431" y="178435"/>
                    </a:cubicBezTo>
                    <a:lnTo>
                      <a:pt x="23051" y="178435"/>
                    </a:lnTo>
                    <a:lnTo>
                      <a:pt x="23051" y="1784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5"/>
              <p:cNvSpPr/>
              <p:nvPr/>
            </p:nvSpPr>
            <p:spPr>
              <a:xfrm>
                <a:off x="243055" y="-3779728"/>
                <a:ext cx="14645" cy="107060"/>
              </a:xfrm>
              <a:custGeom>
                <a:avLst/>
                <a:gdLst/>
                <a:ahLst/>
                <a:cxnLst/>
                <a:rect l="l" t="t" r="r" b="b"/>
                <a:pathLst>
                  <a:path w="24409" h="178434" extrusionOk="0">
                    <a:moveTo>
                      <a:pt x="977" y="178435"/>
                    </a:moveTo>
                    <a:cubicBezTo>
                      <a:pt x="-1308" y="148336"/>
                      <a:pt x="660" y="118046"/>
                      <a:pt x="4343" y="88202"/>
                    </a:cubicBezTo>
                    <a:cubicBezTo>
                      <a:pt x="7772" y="62039"/>
                      <a:pt x="12915" y="36068"/>
                      <a:pt x="20600" y="10795"/>
                    </a:cubicBezTo>
                    <a:cubicBezTo>
                      <a:pt x="21679" y="7176"/>
                      <a:pt x="22822" y="3620"/>
                      <a:pt x="24028" y="0"/>
                    </a:cubicBezTo>
                    <a:lnTo>
                      <a:pt x="24409" y="127"/>
                    </a:lnTo>
                    <a:cubicBezTo>
                      <a:pt x="10313" y="58293"/>
                      <a:pt x="3518" y="119443"/>
                      <a:pt x="977" y="178435"/>
                    </a:cubicBezTo>
                    <a:lnTo>
                      <a:pt x="977" y="1784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5"/>
              <p:cNvSpPr/>
              <p:nvPr/>
            </p:nvSpPr>
            <p:spPr>
              <a:xfrm>
                <a:off x="138822" y="-3672776"/>
                <a:ext cx="184668" cy="194767"/>
              </a:xfrm>
              <a:custGeom>
                <a:avLst/>
                <a:gdLst/>
                <a:ahLst/>
                <a:cxnLst/>
                <a:rect l="l" t="t" r="r" b="b"/>
                <a:pathLst>
                  <a:path w="307780" h="324612" extrusionOk="0">
                    <a:moveTo>
                      <a:pt x="121730" y="174530"/>
                    </a:moveTo>
                    <a:cubicBezTo>
                      <a:pt x="127731" y="175704"/>
                      <a:pt x="132970" y="179546"/>
                      <a:pt x="135764" y="186563"/>
                    </a:cubicBezTo>
                    <a:cubicBezTo>
                      <a:pt x="142685" y="202057"/>
                      <a:pt x="134430" y="220027"/>
                      <a:pt x="140336" y="235394"/>
                    </a:cubicBezTo>
                    <a:cubicBezTo>
                      <a:pt x="140463" y="235458"/>
                      <a:pt x="140590" y="235712"/>
                      <a:pt x="140653" y="235712"/>
                    </a:cubicBezTo>
                    <a:cubicBezTo>
                      <a:pt x="140780" y="235839"/>
                      <a:pt x="140780" y="235776"/>
                      <a:pt x="141034" y="235776"/>
                    </a:cubicBezTo>
                    <a:cubicBezTo>
                      <a:pt x="142939" y="235077"/>
                      <a:pt x="144844" y="232283"/>
                      <a:pt x="146051" y="230441"/>
                    </a:cubicBezTo>
                    <a:cubicBezTo>
                      <a:pt x="149099" y="225679"/>
                      <a:pt x="151575" y="220282"/>
                      <a:pt x="153670" y="214884"/>
                    </a:cubicBezTo>
                    <a:cubicBezTo>
                      <a:pt x="154941" y="210566"/>
                      <a:pt x="159322" y="203708"/>
                      <a:pt x="165228" y="206057"/>
                    </a:cubicBezTo>
                    <a:cubicBezTo>
                      <a:pt x="179134" y="212725"/>
                      <a:pt x="181039" y="247777"/>
                      <a:pt x="181991" y="261683"/>
                    </a:cubicBezTo>
                    <a:cubicBezTo>
                      <a:pt x="182563" y="273621"/>
                      <a:pt x="182372" y="285559"/>
                      <a:pt x="181801" y="297434"/>
                    </a:cubicBezTo>
                    <a:cubicBezTo>
                      <a:pt x="181674" y="303276"/>
                      <a:pt x="181738" y="309118"/>
                      <a:pt x="182817" y="314833"/>
                    </a:cubicBezTo>
                    <a:lnTo>
                      <a:pt x="186755" y="324612"/>
                    </a:lnTo>
                    <a:lnTo>
                      <a:pt x="183835" y="324612"/>
                    </a:lnTo>
                    <a:lnTo>
                      <a:pt x="179896" y="315277"/>
                    </a:lnTo>
                    <a:cubicBezTo>
                      <a:pt x="178690" y="309308"/>
                      <a:pt x="178563" y="303276"/>
                      <a:pt x="178563" y="297244"/>
                    </a:cubicBezTo>
                    <a:cubicBezTo>
                      <a:pt x="178880" y="285369"/>
                      <a:pt x="178943" y="273558"/>
                      <a:pt x="178372" y="261810"/>
                    </a:cubicBezTo>
                    <a:cubicBezTo>
                      <a:pt x="177674" y="250063"/>
                      <a:pt x="176530" y="238252"/>
                      <a:pt x="173546" y="227013"/>
                    </a:cubicBezTo>
                    <a:cubicBezTo>
                      <a:pt x="172086" y="221678"/>
                      <a:pt x="170180" y="215900"/>
                      <a:pt x="166625" y="211709"/>
                    </a:cubicBezTo>
                    <a:cubicBezTo>
                      <a:pt x="162243" y="206438"/>
                      <a:pt x="158751" y="211582"/>
                      <a:pt x="157290" y="216218"/>
                    </a:cubicBezTo>
                    <a:cubicBezTo>
                      <a:pt x="155004" y="221869"/>
                      <a:pt x="146686" y="243967"/>
                      <a:pt x="138240" y="239141"/>
                    </a:cubicBezTo>
                    <a:cubicBezTo>
                      <a:pt x="135891" y="237553"/>
                      <a:pt x="135192" y="234315"/>
                      <a:pt x="134747" y="231838"/>
                    </a:cubicBezTo>
                    <a:cubicBezTo>
                      <a:pt x="132017" y="217170"/>
                      <a:pt x="137668" y="202057"/>
                      <a:pt x="132080" y="188151"/>
                    </a:cubicBezTo>
                    <a:cubicBezTo>
                      <a:pt x="127572" y="176339"/>
                      <a:pt x="114681" y="175641"/>
                      <a:pt x="104839" y="181801"/>
                    </a:cubicBezTo>
                    <a:cubicBezTo>
                      <a:pt x="97346" y="186119"/>
                      <a:pt x="91314" y="192532"/>
                      <a:pt x="86233" y="199581"/>
                    </a:cubicBezTo>
                    <a:cubicBezTo>
                      <a:pt x="72962" y="218821"/>
                      <a:pt x="65405" y="242126"/>
                      <a:pt x="65025" y="265494"/>
                    </a:cubicBezTo>
                    <a:cubicBezTo>
                      <a:pt x="64993" y="283179"/>
                      <a:pt x="68359" y="300704"/>
                      <a:pt x="74193" y="317460"/>
                    </a:cubicBezTo>
                    <a:lnTo>
                      <a:pt x="77815" y="324612"/>
                    </a:lnTo>
                    <a:lnTo>
                      <a:pt x="76354" y="324612"/>
                    </a:lnTo>
                    <a:lnTo>
                      <a:pt x="72645" y="317778"/>
                    </a:lnTo>
                    <a:cubicBezTo>
                      <a:pt x="66390" y="300990"/>
                      <a:pt x="62707" y="283305"/>
                      <a:pt x="62548" y="265366"/>
                    </a:cubicBezTo>
                    <a:cubicBezTo>
                      <a:pt x="62548" y="241363"/>
                      <a:pt x="69851" y="217297"/>
                      <a:pt x="83440" y="197421"/>
                    </a:cubicBezTo>
                    <a:cubicBezTo>
                      <a:pt x="88710" y="189992"/>
                      <a:pt x="95124" y="183134"/>
                      <a:pt x="103125" y="178499"/>
                    </a:cubicBezTo>
                    <a:cubicBezTo>
                      <a:pt x="108967" y="174848"/>
                      <a:pt x="115729" y="173355"/>
                      <a:pt x="121730" y="174530"/>
                    </a:cubicBezTo>
                    <a:close/>
                    <a:moveTo>
                      <a:pt x="136065" y="110950"/>
                    </a:moveTo>
                    <a:cubicBezTo>
                      <a:pt x="143951" y="110470"/>
                      <a:pt x="152068" y="111633"/>
                      <a:pt x="160148" y="114808"/>
                    </a:cubicBezTo>
                    <a:cubicBezTo>
                      <a:pt x="183262" y="123698"/>
                      <a:pt x="195898" y="148145"/>
                      <a:pt x="192342" y="172276"/>
                    </a:cubicBezTo>
                    <a:cubicBezTo>
                      <a:pt x="192278" y="173355"/>
                      <a:pt x="191961" y="175514"/>
                      <a:pt x="191707" y="176594"/>
                    </a:cubicBezTo>
                    <a:cubicBezTo>
                      <a:pt x="189612" y="186245"/>
                      <a:pt x="187579" y="196025"/>
                      <a:pt x="186945" y="205930"/>
                    </a:cubicBezTo>
                    <a:cubicBezTo>
                      <a:pt x="184278" y="240220"/>
                      <a:pt x="196216" y="277432"/>
                      <a:pt x="235268" y="281178"/>
                    </a:cubicBezTo>
                    <a:lnTo>
                      <a:pt x="278073" y="274889"/>
                    </a:lnTo>
                    <a:lnTo>
                      <a:pt x="277370" y="276591"/>
                    </a:lnTo>
                    <a:lnTo>
                      <a:pt x="243714" y="284099"/>
                    </a:lnTo>
                    <a:cubicBezTo>
                      <a:pt x="197168" y="285178"/>
                      <a:pt x="180404" y="246697"/>
                      <a:pt x="183262" y="205676"/>
                    </a:cubicBezTo>
                    <a:cubicBezTo>
                      <a:pt x="183833" y="195644"/>
                      <a:pt x="185866" y="185738"/>
                      <a:pt x="187897" y="175895"/>
                    </a:cubicBezTo>
                    <a:cubicBezTo>
                      <a:pt x="188151" y="174879"/>
                      <a:pt x="188405" y="172783"/>
                      <a:pt x="188469" y="171767"/>
                    </a:cubicBezTo>
                    <a:cubicBezTo>
                      <a:pt x="191644" y="149606"/>
                      <a:pt x="179896" y="126682"/>
                      <a:pt x="158687" y="118427"/>
                    </a:cubicBezTo>
                    <a:cubicBezTo>
                      <a:pt x="135002" y="108521"/>
                      <a:pt x="107442" y="119126"/>
                      <a:pt x="91378" y="137922"/>
                    </a:cubicBezTo>
                    <a:cubicBezTo>
                      <a:pt x="85790" y="143827"/>
                      <a:pt x="81027" y="151765"/>
                      <a:pt x="76518" y="158559"/>
                    </a:cubicBezTo>
                    <a:cubicBezTo>
                      <a:pt x="63311" y="178308"/>
                      <a:pt x="44404" y="192310"/>
                      <a:pt x="23076" y="200517"/>
                    </a:cubicBezTo>
                    <a:lnTo>
                      <a:pt x="8375" y="204020"/>
                    </a:lnTo>
                    <a:lnTo>
                      <a:pt x="7910" y="202377"/>
                    </a:lnTo>
                    <a:lnTo>
                      <a:pt x="25869" y="197215"/>
                    </a:lnTo>
                    <a:cubicBezTo>
                      <a:pt x="47419" y="187579"/>
                      <a:pt x="65946" y="171767"/>
                      <a:pt x="78487" y="149669"/>
                    </a:cubicBezTo>
                    <a:cubicBezTo>
                      <a:pt x="90822" y="128619"/>
                      <a:pt x="112408" y="112391"/>
                      <a:pt x="136065" y="110950"/>
                    </a:cubicBezTo>
                    <a:close/>
                    <a:moveTo>
                      <a:pt x="218696" y="0"/>
                    </a:moveTo>
                    <a:lnTo>
                      <a:pt x="221933" y="0"/>
                    </a:lnTo>
                    <a:lnTo>
                      <a:pt x="247270" y="71754"/>
                    </a:lnTo>
                    <a:cubicBezTo>
                      <a:pt x="249810" y="88328"/>
                      <a:pt x="250572" y="105600"/>
                      <a:pt x="246698" y="122174"/>
                    </a:cubicBezTo>
                    <a:cubicBezTo>
                      <a:pt x="239650" y="146684"/>
                      <a:pt x="215710" y="205231"/>
                      <a:pt x="236539" y="225425"/>
                    </a:cubicBezTo>
                    <a:cubicBezTo>
                      <a:pt x="243778" y="231775"/>
                      <a:pt x="254445" y="231647"/>
                      <a:pt x="263462" y="230124"/>
                    </a:cubicBezTo>
                    <a:cubicBezTo>
                      <a:pt x="279274" y="225869"/>
                      <a:pt x="290386" y="211963"/>
                      <a:pt x="300419" y="199707"/>
                    </a:cubicBezTo>
                    <a:lnTo>
                      <a:pt x="307780" y="187729"/>
                    </a:lnTo>
                    <a:lnTo>
                      <a:pt x="304598" y="198957"/>
                    </a:lnTo>
                    <a:lnTo>
                      <a:pt x="303023" y="201612"/>
                    </a:lnTo>
                    <a:cubicBezTo>
                      <a:pt x="292736" y="214693"/>
                      <a:pt x="281178" y="229171"/>
                      <a:pt x="264288" y="233616"/>
                    </a:cubicBezTo>
                    <a:cubicBezTo>
                      <a:pt x="254065" y="235457"/>
                      <a:pt x="242444" y="235394"/>
                      <a:pt x="234126" y="228219"/>
                    </a:cubicBezTo>
                    <a:cubicBezTo>
                      <a:pt x="215774" y="211010"/>
                      <a:pt x="227966" y="170814"/>
                      <a:pt x="233744" y="149669"/>
                    </a:cubicBezTo>
                    <a:cubicBezTo>
                      <a:pt x="237237" y="136906"/>
                      <a:pt x="243142" y="124777"/>
                      <a:pt x="244666" y="111632"/>
                    </a:cubicBezTo>
                    <a:cubicBezTo>
                      <a:pt x="246460" y="93249"/>
                      <a:pt x="244765" y="73636"/>
                      <a:pt x="240098" y="54154"/>
                    </a:cubicBezTo>
                    <a:close/>
                    <a:moveTo>
                      <a:pt x="173344" y="0"/>
                    </a:moveTo>
                    <a:lnTo>
                      <a:pt x="175546" y="0"/>
                    </a:lnTo>
                    <a:lnTo>
                      <a:pt x="196279" y="24828"/>
                    </a:lnTo>
                    <a:cubicBezTo>
                      <a:pt x="207455" y="46862"/>
                      <a:pt x="225616" y="92011"/>
                      <a:pt x="208344" y="113855"/>
                    </a:cubicBezTo>
                    <a:cubicBezTo>
                      <a:pt x="193866" y="127190"/>
                      <a:pt x="176403" y="101917"/>
                      <a:pt x="168022" y="92011"/>
                    </a:cubicBezTo>
                    <a:cubicBezTo>
                      <a:pt x="160719" y="84518"/>
                      <a:pt x="150750" y="80454"/>
                      <a:pt x="140590" y="78231"/>
                    </a:cubicBezTo>
                    <a:cubicBezTo>
                      <a:pt x="126874" y="75310"/>
                      <a:pt x="112395" y="75501"/>
                      <a:pt x="98489" y="77850"/>
                    </a:cubicBezTo>
                    <a:cubicBezTo>
                      <a:pt x="89853" y="79057"/>
                      <a:pt x="57151" y="87693"/>
                      <a:pt x="68136" y="100393"/>
                    </a:cubicBezTo>
                    <a:cubicBezTo>
                      <a:pt x="92266" y="120522"/>
                      <a:pt x="73851" y="134365"/>
                      <a:pt x="56007" y="148843"/>
                    </a:cubicBezTo>
                    <a:cubicBezTo>
                      <a:pt x="50483" y="153415"/>
                      <a:pt x="44959" y="157987"/>
                      <a:pt x="39878" y="162940"/>
                    </a:cubicBezTo>
                    <a:cubicBezTo>
                      <a:pt x="34481" y="168147"/>
                      <a:pt x="27496" y="171068"/>
                      <a:pt x="20448" y="173100"/>
                    </a:cubicBezTo>
                    <a:lnTo>
                      <a:pt x="518" y="176297"/>
                    </a:lnTo>
                    <a:lnTo>
                      <a:pt x="0" y="174468"/>
                    </a:lnTo>
                    <a:lnTo>
                      <a:pt x="19940" y="170941"/>
                    </a:lnTo>
                    <a:cubicBezTo>
                      <a:pt x="26607" y="168909"/>
                      <a:pt x="33211" y="166052"/>
                      <a:pt x="38228" y="161162"/>
                    </a:cubicBezTo>
                    <a:cubicBezTo>
                      <a:pt x="43307" y="156019"/>
                      <a:pt x="48832" y="151320"/>
                      <a:pt x="54356" y="146684"/>
                    </a:cubicBezTo>
                    <a:cubicBezTo>
                      <a:pt x="62612" y="139001"/>
                      <a:pt x="80836" y="127634"/>
                      <a:pt x="75502" y="114680"/>
                    </a:cubicBezTo>
                    <a:cubicBezTo>
                      <a:pt x="73534" y="109854"/>
                      <a:pt x="69533" y="106489"/>
                      <a:pt x="65660" y="102806"/>
                    </a:cubicBezTo>
                    <a:cubicBezTo>
                      <a:pt x="56579" y="93281"/>
                      <a:pt x="68200" y="83946"/>
                      <a:pt x="76899" y="80390"/>
                    </a:cubicBezTo>
                    <a:cubicBezTo>
                      <a:pt x="103950" y="68960"/>
                      <a:pt x="148781" y="67309"/>
                      <a:pt x="171006" y="89217"/>
                    </a:cubicBezTo>
                    <a:cubicBezTo>
                      <a:pt x="178245" y="97091"/>
                      <a:pt x="189739" y="115633"/>
                      <a:pt x="201867" y="113410"/>
                    </a:cubicBezTo>
                    <a:cubicBezTo>
                      <a:pt x="207963" y="111442"/>
                      <a:pt x="209995" y="103441"/>
                      <a:pt x="210948" y="97535"/>
                    </a:cubicBezTo>
                    <a:cubicBezTo>
                      <a:pt x="212535" y="87058"/>
                      <a:pt x="210948" y="76580"/>
                      <a:pt x="208280" y="66293"/>
                    </a:cubicBezTo>
                    <a:cubicBezTo>
                      <a:pt x="203184" y="47354"/>
                      <a:pt x="195946" y="30003"/>
                      <a:pt x="186680" y="149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15"/>
            <p:cNvGrpSpPr/>
            <p:nvPr/>
          </p:nvGrpSpPr>
          <p:grpSpPr>
            <a:xfrm rot="-1187967" flipH="1">
              <a:off x="8630816" y="553271"/>
              <a:ext cx="828680" cy="1086331"/>
              <a:chOff x="5044785" y="3172415"/>
              <a:chExt cx="552229" cy="723881"/>
            </a:xfrm>
          </p:grpSpPr>
          <p:sp>
            <p:nvSpPr>
              <p:cNvPr id="314" name="Google Shape;314;p15"/>
              <p:cNvSpPr/>
              <p:nvPr/>
            </p:nvSpPr>
            <p:spPr>
              <a:xfrm>
                <a:off x="5100002" y="3590163"/>
                <a:ext cx="365632" cy="306133"/>
              </a:xfrm>
              <a:custGeom>
                <a:avLst/>
                <a:gdLst/>
                <a:ahLst/>
                <a:cxnLst/>
                <a:rect l="l" t="t" r="r" b="b"/>
                <a:pathLst>
                  <a:path w="365632" h="306133" extrusionOk="0">
                    <a:moveTo>
                      <a:pt x="182816" y="0"/>
                    </a:moveTo>
                    <a:lnTo>
                      <a:pt x="0" y="0"/>
                    </a:lnTo>
                    <a:lnTo>
                      <a:pt x="53467" y="305308"/>
                    </a:lnTo>
                    <a:lnTo>
                      <a:pt x="182816" y="306134"/>
                    </a:lnTo>
                    <a:lnTo>
                      <a:pt x="312102" y="305308"/>
                    </a:lnTo>
                    <a:lnTo>
                      <a:pt x="3656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5"/>
              <p:cNvSpPr/>
              <p:nvPr/>
            </p:nvSpPr>
            <p:spPr>
              <a:xfrm>
                <a:off x="5117401" y="3686365"/>
                <a:ext cx="330962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330962" h="4127" extrusionOk="0">
                    <a:moveTo>
                      <a:pt x="0" y="0"/>
                    </a:moveTo>
                    <a:lnTo>
                      <a:pt x="330962" y="0"/>
                    </a:lnTo>
                    <a:lnTo>
                      <a:pt x="330962" y="4128"/>
                    </a:lnTo>
                    <a:lnTo>
                      <a:pt x="0" y="41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5139753" y="3808222"/>
                <a:ext cx="287337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287337" h="4127" extrusionOk="0">
                    <a:moveTo>
                      <a:pt x="0" y="0"/>
                    </a:moveTo>
                    <a:lnTo>
                      <a:pt x="287337" y="0"/>
                    </a:lnTo>
                    <a:lnTo>
                      <a:pt x="287337" y="4127"/>
                    </a:lnTo>
                    <a:lnTo>
                      <a:pt x="0" y="41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5318271" y="3316921"/>
                <a:ext cx="104311" cy="273114"/>
              </a:xfrm>
              <a:custGeom>
                <a:avLst/>
                <a:gdLst/>
                <a:ahLst/>
                <a:cxnLst/>
                <a:rect l="l" t="t" r="r" b="b"/>
                <a:pathLst>
                  <a:path w="104311" h="273114" extrusionOk="0">
                    <a:moveTo>
                      <a:pt x="103994" y="55373"/>
                    </a:moveTo>
                    <a:cubicBezTo>
                      <a:pt x="99739" y="48578"/>
                      <a:pt x="95485" y="41784"/>
                      <a:pt x="91357" y="34926"/>
                    </a:cubicBezTo>
                    <a:cubicBezTo>
                      <a:pt x="87611" y="29211"/>
                      <a:pt x="83102" y="20194"/>
                      <a:pt x="77959" y="15622"/>
                    </a:cubicBezTo>
                    <a:cubicBezTo>
                      <a:pt x="61576" y="-1142"/>
                      <a:pt x="33318" y="-1142"/>
                      <a:pt x="16872" y="15432"/>
                    </a:cubicBezTo>
                    <a:cubicBezTo>
                      <a:pt x="10903" y="21274"/>
                      <a:pt x="6775" y="28894"/>
                      <a:pt x="4997" y="37021"/>
                    </a:cubicBezTo>
                    <a:cubicBezTo>
                      <a:pt x="3664" y="43689"/>
                      <a:pt x="4235" y="50420"/>
                      <a:pt x="4172" y="57214"/>
                    </a:cubicBezTo>
                    <a:lnTo>
                      <a:pt x="4299" y="81218"/>
                    </a:lnTo>
                    <a:cubicBezTo>
                      <a:pt x="4045" y="109412"/>
                      <a:pt x="4045" y="149417"/>
                      <a:pt x="3473" y="177166"/>
                    </a:cubicBezTo>
                    <a:cubicBezTo>
                      <a:pt x="2965" y="205169"/>
                      <a:pt x="2076" y="245492"/>
                      <a:pt x="743" y="273114"/>
                    </a:cubicBezTo>
                    <a:cubicBezTo>
                      <a:pt x="-83" y="242063"/>
                      <a:pt x="-400" y="67057"/>
                      <a:pt x="743" y="39181"/>
                    </a:cubicBezTo>
                    <a:cubicBezTo>
                      <a:pt x="2140" y="29211"/>
                      <a:pt x="7093" y="19813"/>
                      <a:pt x="14332" y="12828"/>
                    </a:cubicBezTo>
                    <a:cubicBezTo>
                      <a:pt x="31985" y="-4762"/>
                      <a:pt x="62528" y="-4190"/>
                      <a:pt x="79483" y="14098"/>
                    </a:cubicBezTo>
                    <a:cubicBezTo>
                      <a:pt x="84626" y="18988"/>
                      <a:pt x="88945" y="28195"/>
                      <a:pt x="92501" y="34227"/>
                    </a:cubicBezTo>
                    <a:cubicBezTo>
                      <a:pt x="92501" y="34227"/>
                      <a:pt x="104311" y="55119"/>
                      <a:pt x="104311" y="55119"/>
                    </a:cubicBezTo>
                    <a:lnTo>
                      <a:pt x="103994" y="55373"/>
                    </a:lnTo>
                    <a:lnTo>
                      <a:pt x="103994" y="553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5185473" y="3184106"/>
                <a:ext cx="107437" cy="406056"/>
              </a:xfrm>
              <a:custGeom>
                <a:avLst/>
                <a:gdLst/>
                <a:ahLst/>
                <a:cxnLst/>
                <a:rect l="l" t="t" r="r" b="b"/>
                <a:pathLst>
                  <a:path w="107437" h="406056" extrusionOk="0">
                    <a:moveTo>
                      <a:pt x="0" y="83667"/>
                    </a:moveTo>
                    <a:cubicBezTo>
                      <a:pt x="3620" y="73190"/>
                      <a:pt x="7239" y="62712"/>
                      <a:pt x="10986" y="52298"/>
                    </a:cubicBezTo>
                    <a:cubicBezTo>
                      <a:pt x="14542" y="43027"/>
                      <a:pt x="18224" y="29565"/>
                      <a:pt x="23940" y="21310"/>
                    </a:cubicBezTo>
                    <a:cubicBezTo>
                      <a:pt x="37655" y="-661"/>
                      <a:pt x="64008" y="-7963"/>
                      <a:pt x="84074" y="10515"/>
                    </a:cubicBezTo>
                    <a:cubicBezTo>
                      <a:pt x="98870" y="23914"/>
                      <a:pt x="105220" y="43662"/>
                      <a:pt x="106871" y="62903"/>
                    </a:cubicBezTo>
                    <a:cubicBezTo>
                      <a:pt x="107823" y="101193"/>
                      <a:pt x="107315" y="168186"/>
                      <a:pt x="107188" y="206540"/>
                    </a:cubicBezTo>
                    <a:cubicBezTo>
                      <a:pt x="106553" y="270230"/>
                      <a:pt x="106743" y="343192"/>
                      <a:pt x="103568" y="406057"/>
                    </a:cubicBezTo>
                    <a:cubicBezTo>
                      <a:pt x="103568" y="356146"/>
                      <a:pt x="103251" y="117894"/>
                      <a:pt x="103442" y="73571"/>
                    </a:cubicBezTo>
                    <a:cubicBezTo>
                      <a:pt x="103823" y="51790"/>
                      <a:pt x="98235" y="28295"/>
                      <a:pt x="81915" y="12928"/>
                    </a:cubicBezTo>
                    <a:cubicBezTo>
                      <a:pt x="63310" y="-4725"/>
                      <a:pt x="38926" y="2260"/>
                      <a:pt x="25781" y="22580"/>
                    </a:cubicBezTo>
                    <a:cubicBezTo>
                      <a:pt x="19495" y="31724"/>
                      <a:pt x="16510" y="42583"/>
                      <a:pt x="12319" y="52806"/>
                    </a:cubicBezTo>
                    <a:lnTo>
                      <a:pt x="381" y="83858"/>
                    </a:lnTo>
                    <a:lnTo>
                      <a:pt x="0" y="83667"/>
                    </a:lnTo>
                    <a:lnTo>
                      <a:pt x="0" y="83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5"/>
              <p:cNvSpPr/>
              <p:nvPr/>
            </p:nvSpPr>
            <p:spPr>
              <a:xfrm>
                <a:off x="5299692" y="3317200"/>
                <a:ext cx="297322" cy="300780"/>
              </a:xfrm>
              <a:custGeom>
                <a:avLst/>
                <a:gdLst/>
                <a:ahLst/>
                <a:cxnLst/>
                <a:rect l="l" t="t" r="r" b="b"/>
                <a:pathLst>
                  <a:path w="297322" h="300780" extrusionOk="0">
                    <a:moveTo>
                      <a:pt x="214394" y="610"/>
                    </a:moveTo>
                    <a:cubicBezTo>
                      <a:pt x="153180" y="-6755"/>
                      <a:pt x="122700" y="54966"/>
                      <a:pt x="122700" y="54966"/>
                    </a:cubicBezTo>
                    <a:cubicBezTo>
                      <a:pt x="122700" y="54966"/>
                      <a:pt x="57930" y="31535"/>
                      <a:pt x="18941" y="79287"/>
                    </a:cubicBezTo>
                    <a:cubicBezTo>
                      <a:pt x="-1824" y="104624"/>
                      <a:pt x="-4681" y="135929"/>
                      <a:pt x="6305" y="166981"/>
                    </a:cubicBezTo>
                    <a:cubicBezTo>
                      <a:pt x="14115" y="158535"/>
                      <a:pt x="23195" y="151359"/>
                      <a:pt x="33736" y="147422"/>
                    </a:cubicBezTo>
                    <a:cubicBezTo>
                      <a:pt x="65677" y="135421"/>
                      <a:pt x="42754" y="183554"/>
                      <a:pt x="29355" y="208256"/>
                    </a:cubicBezTo>
                    <a:cubicBezTo>
                      <a:pt x="56660" y="243689"/>
                      <a:pt x="101300" y="274867"/>
                      <a:pt x="156799" y="291377"/>
                    </a:cubicBezTo>
                    <a:cubicBezTo>
                      <a:pt x="158641" y="283821"/>
                      <a:pt x="161625" y="276645"/>
                      <a:pt x="166324" y="270676"/>
                    </a:cubicBezTo>
                    <a:cubicBezTo>
                      <a:pt x="179342" y="254229"/>
                      <a:pt x="184358" y="277725"/>
                      <a:pt x="186263" y="298489"/>
                    </a:cubicBezTo>
                    <a:cubicBezTo>
                      <a:pt x="189692" y="299124"/>
                      <a:pt x="193121" y="299759"/>
                      <a:pt x="196614" y="300267"/>
                    </a:cubicBezTo>
                    <a:cubicBezTo>
                      <a:pt x="212870" y="302744"/>
                      <a:pt x="229317" y="296140"/>
                      <a:pt x="239286" y="283058"/>
                    </a:cubicBezTo>
                    <a:cubicBezTo>
                      <a:pt x="257892" y="258802"/>
                      <a:pt x="271798" y="233021"/>
                      <a:pt x="281323" y="207240"/>
                    </a:cubicBezTo>
                    <a:cubicBezTo>
                      <a:pt x="267861" y="192317"/>
                      <a:pt x="251478" y="169013"/>
                      <a:pt x="255986" y="147486"/>
                    </a:cubicBezTo>
                    <a:cubicBezTo>
                      <a:pt x="260305" y="127229"/>
                      <a:pt x="278974" y="142724"/>
                      <a:pt x="294086" y="159551"/>
                    </a:cubicBezTo>
                    <a:cubicBezTo>
                      <a:pt x="307739" y="78652"/>
                      <a:pt x="277640" y="8294"/>
                      <a:pt x="214394" y="610"/>
                    </a:cubicBezTo>
                    <a:close/>
                    <a:moveTo>
                      <a:pt x="141686" y="218162"/>
                    </a:moveTo>
                    <a:cubicBezTo>
                      <a:pt x="134765" y="218162"/>
                      <a:pt x="129177" y="205208"/>
                      <a:pt x="129177" y="189206"/>
                    </a:cubicBezTo>
                    <a:cubicBezTo>
                      <a:pt x="129177" y="173203"/>
                      <a:pt x="134765" y="160250"/>
                      <a:pt x="141686" y="160250"/>
                    </a:cubicBezTo>
                    <a:cubicBezTo>
                      <a:pt x="148608" y="160250"/>
                      <a:pt x="154196" y="173203"/>
                      <a:pt x="154196" y="189206"/>
                    </a:cubicBezTo>
                    <a:cubicBezTo>
                      <a:pt x="154196" y="205208"/>
                      <a:pt x="148608" y="218162"/>
                      <a:pt x="141686" y="218162"/>
                    </a:cubicBezTo>
                    <a:close/>
                    <a:moveTo>
                      <a:pt x="202900" y="129960"/>
                    </a:moveTo>
                    <a:cubicBezTo>
                      <a:pt x="198646" y="133008"/>
                      <a:pt x="189502" y="127547"/>
                      <a:pt x="182390" y="117704"/>
                    </a:cubicBezTo>
                    <a:cubicBezTo>
                      <a:pt x="175342" y="107862"/>
                      <a:pt x="172992" y="97448"/>
                      <a:pt x="177246" y="94400"/>
                    </a:cubicBezTo>
                    <a:cubicBezTo>
                      <a:pt x="181501" y="91352"/>
                      <a:pt x="190645" y="96813"/>
                      <a:pt x="197757" y="106656"/>
                    </a:cubicBezTo>
                    <a:cubicBezTo>
                      <a:pt x="204869" y="116498"/>
                      <a:pt x="207155" y="126912"/>
                      <a:pt x="202900" y="129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5"/>
              <p:cNvSpPr/>
              <p:nvPr/>
            </p:nvSpPr>
            <p:spPr>
              <a:xfrm>
                <a:off x="5044785" y="3172415"/>
                <a:ext cx="269027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9027" h="272092" extrusionOk="0">
                    <a:moveTo>
                      <a:pt x="2893" y="144380"/>
                    </a:moveTo>
                    <a:cubicBezTo>
                      <a:pt x="16546" y="129140"/>
                      <a:pt x="33500" y="115170"/>
                      <a:pt x="37374" y="133458"/>
                    </a:cubicBezTo>
                    <a:cubicBezTo>
                      <a:pt x="41501" y="152953"/>
                      <a:pt x="26642" y="174035"/>
                      <a:pt x="14450" y="187497"/>
                    </a:cubicBezTo>
                    <a:cubicBezTo>
                      <a:pt x="23087" y="210801"/>
                      <a:pt x="35659" y="234106"/>
                      <a:pt x="52487" y="256076"/>
                    </a:cubicBezTo>
                    <a:cubicBezTo>
                      <a:pt x="61567" y="267888"/>
                      <a:pt x="76426" y="273856"/>
                      <a:pt x="91095" y="271634"/>
                    </a:cubicBezTo>
                    <a:cubicBezTo>
                      <a:pt x="94270" y="271126"/>
                      <a:pt x="97381" y="270618"/>
                      <a:pt x="100493" y="270047"/>
                    </a:cubicBezTo>
                    <a:cubicBezTo>
                      <a:pt x="102207" y="251314"/>
                      <a:pt x="106779" y="230042"/>
                      <a:pt x="118527" y="244900"/>
                    </a:cubicBezTo>
                    <a:cubicBezTo>
                      <a:pt x="122781" y="250298"/>
                      <a:pt x="125512" y="256775"/>
                      <a:pt x="127163" y="263633"/>
                    </a:cubicBezTo>
                    <a:cubicBezTo>
                      <a:pt x="177391" y="248711"/>
                      <a:pt x="217841" y="220517"/>
                      <a:pt x="242479" y="188449"/>
                    </a:cubicBezTo>
                    <a:cubicBezTo>
                      <a:pt x="230350" y="166097"/>
                      <a:pt x="209586" y="122536"/>
                      <a:pt x="238478" y="133394"/>
                    </a:cubicBezTo>
                    <a:cubicBezTo>
                      <a:pt x="248003" y="136950"/>
                      <a:pt x="256258" y="143428"/>
                      <a:pt x="263307" y="151111"/>
                    </a:cubicBezTo>
                    <a:cubicBezTo>
                      <a:pt x="273276" y="123044"/>
                      <a:pt x="270673" y="94723"/>
                      <a:pt x="251877" y="71736"/>
                    </a:cubicBezTo>
                    <a:cubicBezTo>
                      <a:pt x="216571" y="28556"/>
                      <a:pt x="157960" y="49765"/>
                      <a:pt x="157960" y="49765"/>
                    </a:cubicBezTo>
                    <a:cubicBezTo>
                      <a:pt x="157960" y="49765"/>
                      <a:pt x="130401" y="-6115"/>
                      <a:pt x="74966" y="552"/>
                    </a:cubicBezTo>
                    <a:cubicBezTo>
                      <a:pt x="17816" y="7411"/>
                      <a:pt x="-9362" y="71101"/>
                      <a:pt x="2893" y="144380"/>
                    </a:cubicBezTo>
                    <a:close/>
                    <a:moveTo>
                      <a:pt x="129576" y="171113"/>
                    </a:moveTo>
                    <a:cubicBezTo>
                      <a:pt x="129576" y="156636"/>
                      <a:pt x="134656" y="144888"/>
                      <a:pt x="140879" y="144888"/>
                    </a:cubicBezTo>
                    <a:cubicBezTo>
                      <a:pt x="147102" y="144888"/>
                      <a:pt x="152182" y="156636"/>
                      <a:pt x="152182" y="171113"/>
                    </a:cubicBezTo>
                    <a:cubicBezTo>
                      <a:pt x="152182" y="185592"/>
                      <a:pt x="147102" y="197339"/>
                      <a:pt x="140879" y="197339"/>
                    </a:cubicBezTo>
                    <a:cubicBezTo>
                      <a:pt x="134656" y="197339"/>
                      <a:pt x="129576" y="185592"/>
                      <a:pt x="129576" y="171113"/>
                    </a:cubicBezTo>
                    <a:close/>
                    <a:moveTo>
                      <a:pt x="90142" y="96501"/>
                    </a:moveTo>
                    <a:cubicBezTo>
                      <a:pt x="96556" y="87611"/>
                      <a:pt x="104874" y="82658"/>
                      <a:pt x="108684" y="85452"/>
                    </a:cubicBezTo>
                    <a:cubicBezTo>
                      <a:pt x="112494" y="88246"/>
                      <a:pt x="110462" y="97644"/>
                      <a:pt x="104049" y="106534"/>
                    </a:cubicBezTo>
                    <a:cubicBezTo>
                      <a:pt x="97635" y="115424"/>
                      <a:pt x="89317" y="120377"/>
                      <a:pt x="85507" y="117583"/>
                    </a:cubicBezTo>
                    <a:cubicBezTo>
                      <a:pt x="81633" y="114789"/>
                      <a:pt x="83729" y="105327"/>
                      <a:pt x="90142" y="96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5"/>
              <p:cNvSpPr/>
              <p:nvPr/>
            </p:nvSpPr>
            <p:spPr>
              <a:xfrm>
                <a:off x="5185536" y="3445138"/>
                <a:ext cx="76712" cy="145093"/>
              </a:xfrm>
              <a:custGeom>
                <a:avLst/>
                <a:gdLst/>
                <a:ahLst/>
                <a:cxnLst/>
                <a:rect l="l" t="t" r="r" b="b"/>
                <a:pathLst>
                  <a:path w="76712" h="145093" extrusionOk="0">
                    <a:moveTo>
                      <a:pt x="0" y="31423"/>
                    </a:moveTo>
                    <a:cubicBezTo>
                      <a:pt x="3429" y="25898"/>
                      <a:pt x="7557" y="19993"/>
                      <a:pt x="11176" y="14595"/>
                    </a:cubicBezTo>
                    <a:cubicBezTo>
                      <a:pt x="15049" y="8563"/>
                      <a:pt x="21527" y="4435"/>
                      <a:pt x="28194" y="2276"/>
                    </a:cubicBezTo>
                    <a:cubicBezTo>
                      <a:pt x="47054" y="-4582"/>
                      <a:pt x="76327" y="4118"/>
                      <a:pt x="76645" y="27549"/>
                    </a:cubicBezTo>
                    <a:cubicBezTo>
                      <a:pt x="76962" y="57013"/>
                      <a:pt x="76136" y="88636"/>
                      <a:pt x="74866" y="118227"/>
                    </a:cubicBezTo>
                    <a:cubicBezTo>
                      <a:pt x="74295" y="127181"/>
                      <a:pt x="73914" y="136134"/>
                      <a:pt x="73152" y="145088"/>
                    </a:cubicBezTo>
                    <a:cubicBezTo>
                      <a:pt x="72009" y="146040"/>
                      <a:pt x="72898" y="37582"/>
                      <a:pt x="72517" y="37645"/>
                    </a:cubicBezTo>
                    <a:cubicBezTo>
                      <a:pt x="72390" y="33772"/>
                      <a:pt x="72771" y="28057"/>
                      <a:pt x="72327" y="24247"/>
                    </a:cubicBezTo>
                    <a:cubicBezTo>
                      <a:pt x="67437" y="1260"/>
                      <a:pt x="33210" y="-2296"/>
                      <a:pt x="17082" y="10912"/>
                    </a:cubicBezTo>
                    <a:cubicBezTo>
                      <a:pt x="13589" y="13643"/>
                      <a:pt x="11176" y="17516"/>
                      <a:pt x="8382" y="21009"/>
                    </a:cubicBezTo>
                    <a:lnTo>
                      <a:pt x="191" y="31677"/>
                    </a:lnTo>
                    <a:lnTo>
                      <a:pt x="0" y="31423"/>
                    </a:lnTo>
                    <a:lnTo>
                      <a:pt x="0" y="314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075968" y="3459466"/>
                <a:ext cx="219498" cy="213194"/>
              </a:xfrm>
              <a:custGeom>
                <a:avLst/>
                <a:gdLst/>
                <a:ahLst/>
                <a:cxnLst/>
                <a:rect l="l" t="t" r="r" b="b"/>
                <a:pathLst>
                  <a:path w="219498" h="213194" extrusionOk="0">
                    <a:moveTo>
                      <a:pt x="18002" y="134761"/>
                    </a:moveTo>
                    <a:cubicBezTo>
                      <a:pt x="24542" y="119520"/>
                      <a:pt x="33877" y="104407"/>
                      <a:pt x="41624" y="117488"/>
                    </a:cubicBezTo>
                    <a:cubicBezTo>
                      <a:pt x="49816" y="131331"/>
                      <a:pt x="43910" y="151334"/>
                      <a:pt x="38068" y="164859"/>
                    </a:cubicBezTo>
                    <a:cubicBezTo>
                      <a:pt x="50704" y="180480"/>
                      <a:pt x="66389" y="195086"/>
                      <a:pt x="84994" y="207595"/>
                    </a:cubicBezTo>
                    <a:cubicBezTo>
                      <a:pt x="94964" y="214326"/>
                      <a:pt x="107918" y="215024"/>
                      <a:pt x="118649" y="209500"/>
                    </a:cubicBezTo>
                    <a:cubicBezTo>
                      <a:pt x="120935" y="208293"/>
                      <a:pt x="123222" y="207087"/>
                      <a:pt x="125444" y="205817"/>
                    </a:cubicBezTo>
                    <a:cubicBezTo>
                      <a:pt x="121952" y="191021"/>
                      <a:pt x="119919" y="173559"/>
                      <a:pt x="132747" y="181877"/>
                    </a:cubicBezTo>
                    <a:cubicBezTo>
                      <a:pt x="137446" y="184925"/>
                      <a:pt x="141192" y="189180"/>
                      <a:pt x="144177" y="194006"/>
                    </a:cubicBezTo>
                    <a:cubicBezTo>
                      <a:pt x="178784" y="169622"/>
                      <a:pt x="202533" y="137491"/>
                      <a:pt x="213137" y="106503"/>
                    </a:cubicBezTo>
                    <a:cubicBezTo>
                      <a:pt x="198088" y="92533"/>
                      <a:pt x="170847" y="64530"/>
                      <a:pt x="195866" y="65355"/>
                    </a:cubicBezTo>
                    <a:cubicBezTo>
                      <a:pt x="204121" y="65609"/>
                      <a:pt x="212122" y="68403"/>
                      <a:pt x="219487" y="72467"/>
                    </a:cubicBezTo>
                    <a:cubicBezTo>
                      <a:pt x="219868" y="48337"/>
                      <a:pt x="210534" y="27318"/>
                      <a:pt x="190214" y="14618"/>
                    </a:cubicBezTo>
                    <a:cubicBezTo>
                      <a:pt x="151987" y="-9385"/>
                      <a:pt x="112554" y="22048"/>
                      <a:pt x="112554" y="22048"/>
                    </a:cubicBezTo>
                    <a:cubicBezTo>
                      <a:pt x="112554" y="22048"/>
                      <a:pt x="76993" y="-13639"/>
                      <a:pt x="36227" y="5792"/>
                    </a:cubicBezTo>
                    <a:cubicBezTo>
                      <a:pt x="-5938" y="25858"/>
                      <a:pt x="-10319" y="81738"/>
                      <a:pt x="18002" y="134761"/>
                    </a:cubicBezTo>
                    <a:close/>
                    <a:moveTo>
                      <a:pt x="122079" y="122505"/>
                    </a:moveTo>
                    <a:cubicBezTo>
                      <a:pt x="118332" y="111393"/>
                      <a:pt x="119158" y="101105"/>
                      <a:pt x="123984" y="99518"/>
                    </a:cubicBezTo>
                    <a:cubicBezTo>
                      <a:pt x="128810" y="97930"/>
                      <a:pt x="135667" y="105614"/>
                      <a:pt x="139414" y="116663"/>
                    </a:cubicBezTo>
                    <a:cubicBezTo>
                      <a:pt x="143160" y="127775"/>
                      <a:pt x="142335" y="138062"/>
                      <a:pt x="137509" y="139650"/>
                    </a:cubicBezTo>
                    <a:cubicBezTo>
                      <a:pt x="132683" y="141237"/>
                      <a:pt x="125825" y="133554"/>
                      <a:pt x="122079" y="122505"/>
                    </a:cubicBezTo>
                    <a:close/>
                    <a:moveTo>
                      <a:pt x="72485" y="75451"/>
                    </a:moveTo>
                    <a:cubicBezTo>
                      <a:pt x="75089" y="67006"/>
                      <a:pt x="80168" y="61037"/>
                      <a:pt x="83852" y="62180"/>
                    </a:cubicBezTo>
                    <a:cubicBezTo>
                      <a:pt x="87535" y="63323"/>
                      <a:pt x="88360" y="71070"/>
                      <a:pt x="85756" y="79579"/>
                    </a:cubicBezTo>
                    <a:cubicBezTo>
                      <a:pt x="83153" y="88024"/>
                      <a:pt x="78073" y="93993"/>
                      <a:pt x="74390" y="92850"/>
                    </a:cubicBezTo>
                    <a:cubicBezTo>
                      <a:pt x="70771" y="91707"/>
                      <a:pt x="69881" y="83897"/>
                      <a:pt x="72485" y="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15"/>
            <p:cNvGrpSpPr/>
            <p:nvPr/>
          </p:nvGrpSpPr>
          <p:grpSpPr>
            <a:xfrm rot="6088456" flipH="1">
              <a:off x="8081077" y="4005926"/>
              <a:ext cx="1686552" cy="384151"/>
              <a:chOff x="6160325" y="5213222"/>
              <a:chExt cx="982725" cy="223838"/>
            </a:xfrm>
          </p:grpSpPr>
          <p:sp>
            <p:nvSpPr>
              <p:cNvPr id="324" name="Google Shape;324;p15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" name="Google Shape;329;p15"/>
            <p:cNvGrpSpPr/>
            <p:nvPr/>
          </p:nvGrpSpPr>
          <p:grpSpPr>
            <a:xfrm flipH="1">
              <a:off x="-334986" y="2296651"/>
              <a:ext cx="831229" cy="839398"/>
              <a:chOff x="8947918" y="1166943"/>
              <a:chExt cx="498967" cy="503870"/>
            </a:xfrm>
          </p:grpSpPr>
          <p:sp>
            <p:nvSpPr>
              <p:cNvPr id="330" name="Google Shape;330;p15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3" name="Google Shape;333;p15"/>
          <p:cNvGrpSpPr/>
          <p:nvPr/>
        </p:nvGrpSpPr>
        <p:grpSpPr>
          <a:xfrm>
            <a:off x="164201" y="112951"/>
            <a:ext cx="8793086" cy="2921911"/>
            <a:chOff x="164201" y="112951"/>
            <a:chExt cx="8793086" cy="2921911"/>
          </a:xfrm>
        </p:grpSpPr>
        <p:grpSp>
          <p:nvGrpSpPr>
            <p:cNvPr id="334" name="Google Shape;334;p15"/>
            <p:cNvGrpSpPr/>
            <p:nvPr/>
          </p:nvGrpSpPr>
          <p:grpSpPr>
            <a:xfrm>
              <a:off x="8625226" y="2702801"/>
              <a:ext cx="332061" cy="332061"/>
              <a:chOff x="4252475" y="1680725"/>
              <a:chExt cx="467100" cy="467100"/>
            </a:xfrm>
          </p:grpSpPr>
          <p:sp>
            <p:nvSpPr>
              <p:cNvPr id="335" name="Google Shape;335;p15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6" name="Google Shape;336;p15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7" name="Google Shape;337;p15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38" name="Google Shape;338;p15"/>
            <p:cNvGrpSpPr/>
            <p:nvPr/>
          </p:nvGrpSpPr>
          <p:grpSpPr>
            <a:xfrm>
              <a:off x="164201" y="112951"/>
              <a:ext cx="332061" cy="332061"/>
              <a:chOff x="4252475" y="1680725"/>
              <a:chExt cx="467100" cy="467100"/>
            </a:xfrm>
          </p:grpSpPr>
          <p:sp>
            <p:nvSpPr>
              <p:cNvPr id="339" name="Google Shape;339;p15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0" name="Google Shape;340;p15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1" name="Google Shape;341;p15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>
            <a:spLocks noGrp="1"/>
          </p:cNvSpPr>
          <p:nvPr>
            <p:ph type="title"/>
          </p:nvPr>
        </p:nvSpPr>
        <p:spPr>
          <a:xfrm>
            <a:off x="4459425" y="1543588"/>
            <a:ext cx="32331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6"/>
          <p:cNvSpPr txBox="1">
            <a:spLocks noGrp="1"/>
          </p:cNvSpPr>
          <p:nvPr>
            <p:ph type="subTitle" idx="1"/>
          </p:nvPr>
        </p:nvSpPr>
        <p:spPr>
          <a:xfrm>
            <a:off x="4459425" y="2190088"/>
            <a:ext cx="32331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45" name="Google Shape;345;p16"/>
          <p:cNvGrpSpPr/>
          <p:nvPr/>
        </p:nvGrpSpPr>
        <p:grpSpPr>
          <a:xfrm>
            <a:off x="351992" y="879515"/>
            <a:ext cx="8410850" cy="1658535"/>
            <a:chOff x="351992" y="879515"/>
            <a:chExt cx="8410850" cy="1658535"/>
          </a:xfrm>
        </p:grpSpPr>
        <p:grpSp>
          <p:nvGrpSpPr>
            <p:cNvPr id="346" name="Google Shape;346;p16"/>
            <p:cNvGrpSpPr/>
            <p:nvPr/>
          </p:nvGrpSpPr>
          <p:grpSpPr>
            <a:xfrm flipH="1">
              <a:off x="351992" y="2070950"/>
              <a:ext cx="467100" cy="467100"/>
              <a:chOff x="4123025" y="735300"/>
              <a:chExt cx="467100" cy="467100"/>
            </a:xfrm>
          </p:grpSpPr>
          <p:sp>
            <p:nvSpPr>
              <p:cNvPr id="347" name="Google Shape;347;p16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49" name="Google Shape;349;p16"/>
            <p:cNvGrpSpPr/>
            <p:nvPr/>
          </p:nvGrpSpPr>
          <p:grpSpPr>
            <a:xfrm>
              <a:off x="8430780" y="879515"/>
              <a:ext cx="332061" cy="332015"/>
              <a:chOff x="4280525" y="2688025"/>
              <a:chExt cx="467100" cy="467100"/>
            </a:xfrm>
          </p:grpSpPr>
          <p:sp>
            <p:nvSpPr>
              <p:cNvPr id="350" name="Google Shape;350;p16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sp>
        <p:nvSpPr>
          <p:cNvPr id="352" name="Google Shape;352;p16"/>
          <p:cNvSpPr/>
          <p:nvPr/>
        </p:nvSpPr>
        <p:spPr>
          <a:xfrm>
            <a:off x="0" y="4190725"/>
            <a:ext cx="9144000" cy="95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7"/>
          <p:cNvSpPr txBox="1">
            <a:spLocks noGrp="1"/>
          </p:cNvSpPr>
          <p:nvPr>
            <p:ph type="body" idx="1"/>
          </p:nvPr>
        </p:nvSpPr>
        <p:spPr>
          <a:xfrm>
            <a:off x="720000" y="1091511"/>
            <a:ext cx="7704000" cy="10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56" name="Google Shape;356;p17"/>
          <p:cNvGrpSpPr/>
          <p:nvPr/>
        </p:nvGrpSpPr>
        <p:grpSpPr>
          <a:xfrm flipH="1">
            <a:off x="-272292" y="207769"/>
            <a:ext cx="10523229" cy="4700544"/>
            <a:chOff x="-1020142" y="207769"/>
            <a:chExt cx="10523229" cy="4700544"/>
          </a:xfrm>
        </p:grpSpPr>
        <p:grpSp>
          <p:nvGrpSpPr>
            <p:cNvPr id="357" name="Google Shape;357;p17"/>
            <p:cNvGrpSpPr/>
            <p:nvPr/>
          </p:nvGrpSpPr>
          <p:grpSpPr>
            <a:xfrm rot="402468">
              <a:off x="8724379" y="248546"/>
              <a:ext cx="739789" cy="709788"/>
              <a:chOff x="4028303" y="475271"/>
              <a:chExt cx="280558" cy="269160"/>
            </a:xfrm>
          </p:grpSpPr>
          <p:sp>
            <p:nvSpPr>
              <p:cNvPr id="358" name="Google Shape;358;p17"/>
              <p:cNvSpPr/>
              <p:nvPr/>
            </p:nvSpPr>
            <p:spPr>
              <a:xfrm>
                <a:off x="4028303" y="475271"/>
                <a:ext cx="280558" cy="269160"/>
              </a:xfrm>
              <a:custGeom>
                <a:avLst/>
                <a:gdLst/>
                <a:ahLst/>
                <a:cxnLst/>
                <a:rect l="l" t="t" r="r" b="b"/>
                <a:pathLst>
                  <a:path w="280558" h="269160" extrusionOk="0">
                    <a:moveTo>
                      <a:pt x="118755" y="263303"/>
                    </a:moveTo>
                    <a:cubicBezTo>
                      <a:pt x="132027" y="271113"/>
                      <a:pt x="148600" y="271113"/>
                      <a:pt x="161809" y="263303"/>
                    </a:cubicBezTo>
                    <a:cubicBezTo>
                      <a:pt x="281316" y="192627"/>
                      <a:pt x="317384" y="52546"/>
                      <a:pt x="238834" y="9366"/>
                    </a:cubicBezTo>
                    <a:cubicBezTo>
                      <a:pt x="188288" y="-18447"/>
                      <a:pt x="140218" y="24543"/>
                      <a:pt x="140218" y="24543"/>
                    </a:cubicBezTo>
                    <a:cubicBezTo>
                      <a:pt x="140218" y="24543"/>
                      <a:pt x="92212" y="-18447"/>
                      <a:pt x="41603" y="9366"/>
                    </a:cubicBezTo>
                    <a:cubicBezTo>
                      <a:pt x="-36756" y="52610"/>
                      <a:pt x="-751" y="192627"/>
                      <a:pt x="118755" y="26330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4030155" y="529140"/>
                <a:ext cx="278003" cy="95484"/>
              </a:xfrm>
              <a:custGeom>
                <a:avLst/>
                <a:gdLst/>
                <a:ahLst/>
                <a:cxnLst/>
                <a:rect l="l" t="t" r="r" b="b"/>
                <a:pathLst>
                  <a:path w="278003" h="95484" extrusionOk="0">
                    <a:moveTo>
                      <a:pt x="64" y="53731"/>
                    </a:moveTo>
                    <a:cubicBezTo>
                      <a:pt x="42418" y="49921"/>
                      <a:pt x="92011" y="48080"/>
                      <a:pt x="134557" y="47127"/>
                    </a:cubicBezTo>
                    <a:cubicBezTo>
                      <a:pt x="139383" y="47127"/>
                      <a:pt x="144018" y="49794"/>
                      <a:pt x="146431" y="53985"/>
                    </a:cubicBezTo>
                    <a:cubicBezTo>
                      <a:pt x="146748" y="54557"/>
                      <a:pt x="149479" y="59764"/>
                      <a:pt x="149860" y="60462"/>
                    </a:cubicBezTo>
                    <a:cubicBezTo>
                      <a:pt x="150495" y="61732"/>
                      <a:pt x="162433" y="84910"/>
                      <a:pt x="162497" y="85227"/>
                    </a:cubicBezTo>
                    <a:cubicBezTo>
                      <a:pt x="162687" y="85481"/>
                      <a:pt x="163513" y="87323"/>
                      <a:pt x="163640" y="87386"/>
                    </a:cubicBezTo>
                    <a:cubicBezTo>
                      <a:pt x="163322" y="86878"/>
                      <a:pt x="162687" y="86624"/>
                      <a:pt x="162116" y="87196"/>
                    </a:cubicBezTo>
                    <a:cubicBezTo>
                      <a:pt x="161925" y="87323"/>
                      <a:pt x="161925" y="87577"/>
                      <a:pt x="161861" y="87577"/>
                    </a:cubicBezTo>
                    <a:lnTo>
                      <a:pt x="162497" y="84910"/>
                    </a:lnTo>
                    <a:lnTo>
                      <a:pt x="174180" y="36904"/>
                    </a:lnTo>
                    <a:lnTo>
                      <a:pt x="180340" y="12964"/>
                    </a:lnTo>
                    <a:cubicBezTo>
                      <a:pt x="181102" y="10043"/>
                      <a:pt x="181801" y="6805"/>
                      <a:pt x="184023" y="4455"/>
                    </a:cubicBezTo>
                    <a:cubicBezTo>
                      <a:pt x="190310" y="-3101"/>
                      <a:pt x="203327" y="-625"/>
                      <a:pt x="206248" y="8710"/>
                    </a:cubicBezTo>
                    <a:cubicBezTo>
                      <a:pt x="207201" y="11885"/>
                      <a:pt x="211328" y="34491"/>
                      <a:pt x="212090" y="38237"/>
                    </a:cubicBezTo>
                    <a:cubicBezTo>
                      <a:pt x="212471" y="40460"/>
                      <a:pt x="212789" y="41031"/>
                      <a:pt x="214693" y="41095"/>
                    </a:cubicBezTo>
                    <a:cubicBezTo>
                      <a:pt x="235712" y="42047"/>
                      <a:pt x="257048" y="43381"/>
                      <a:pt x="278003" y="45222"/>
                    </a:cubicBezTo>
                    <a:cubicBezTo>
                      <a:pt x="278003" y="45222"/>
                      <a:pt x="278003" y="46111"/>
                      <a:pt x="278003" y="46111"/>
                    </a:cubicBezTo>
                    <a:lnTo>
                      <a:pt x="228600" y="46238"/>
                    </a:lnTo>
                    <a:lnTo>
                      <a:pt x="216217" y="46238"/>
                    </a:lnTo>
                    <a:cubicBezTo>
                      <a:pt x="214249" y="46302"/>
                      <a:pt x="211836" y="46429"/>
                      <a:pt x="209931" y="45032"/>
                    </a:cubicBezTo>
                    <a:cubicBezTo>
                      <a:pt x="208026" y="43825"/>
                      <a:pt x="206883" y="41539"/>
                      <a:pt x="206566" y="39571"/>
                    </a:cubicBezTo>
                    <a:cubicBezTo>
                      <a:pt x="205359" y="35380"/>
                      <a:pt x="200851" y="13282"/>
                      <a:pt x="199136" y="9853"/>
                    </a:cubicBezTo>
                    <a:cubicBezTo>
                      <a:pt x="197104" y="6614"/>
                      <a:pt x="191897" y="6297"/>
                      <a:pt x="189547" y="9281"/>
                    </a:cubicBezTo>
                    <a:cubicBezTo>
                      <a:pt x="188341" y="10615"/>
                      <a:pt x="188087" y="12710"/>
                      <a:pt x="187579" y="14742"/>
                    </a:cubicBezTo>
                    <a:lnTo>
                      <a:pt x="181991" y="38809"/>
                    </a:lnTo>
                    <a:lnTo>
                      <a:pt x="170752" y="86942"/>
                    </a:lnTo>
                    <a:cubicBezTo>
                      <a:pt x="170180" y="94943"/>
                      <a:pt x="161353" y="98816"/>
                      <a:pt x="156401" y="91895"/>
                    </a:cubicBezTo>
                    <a:cubicBezTo>
                      <a:pt x="154432" y="88212"/>
                      <a:pt x="144590" y="68273"/>
                      <a:pt x="142558" y="64209"/>
                    </a:cubicBezTo>
                    <a:cubicBezTo>
                      <a:pt x="140970" y="61415"/>
                      <a:pt x="139446" y="55827"/>
                      <a:pt x="135763" y="55192"/>
                    </a:cubicBezTo>
                    <a:cubicBezTo>
                      <a:pt x="127635" y="54684"/>
                      <a:pt x="107378" y="55128"/>
                      <a:pt x="98870" y="54938"/>
                    </a:cubicBezTo>
                    <a:lnTo>
                      <a:pt x="0" y="54747"/>
                    </a:lnTo>
                    <a:lnTo>
                      <a:pt x="0" y="53731"/>
                    </a:lnTo>
                    <a:lnTo>
                      <a:pt x="64" y="537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0" name="Google Shape;360;p17"/>
            <p:cNvGrpSpPr/>
            <p:nvPr/>
          </p:nvGrpSpPr>
          <p:grpSpPr>
            <a:xfrm rot="-338431">
              <a:off x="-953345" y="3411853"/>
              <a:ext cx="1429662" cy="1429662"/>
              <a:chOff x="-1916621" y="73660"/>
              <a:chExt cx="618744" cy="618744"/>
            </a:xfrm>
          </p:grpSpPr>
          <p:sp>
            <p:nvSpPr>
              <p:cNvPr id="361" name="Google Shape;361;p17"/>
              <p:cNvSpPr/>
              <p:nvPr/>
            </p:nvSpPr>
            <p:spPr>
              <a:xfrm>
                <a:off x="-1916621" y="73660"/>
                <a:ext cx="618744" cy="618744"/>
              </a:xfrm>
              <a:custGeom>
                <a:avLst/>
                <a:gdLst/>
                <a:ahLst/>
                <a:cxnLst/>
                <a:rect l="l" t="t" r="r" b="b"/>
                <a:pathLst>
                  <a:path w="618744" h="618744" extrusionOk="0">
                    <a:moveTo>
                      <a:pt x="618744" y="309372"/>
                    </a:moveTo>
                    <a:cubicBezTo>
                      <a:pt x="618744" y="480233"/>
                      <a:pt x="480233" y="618744"/>
                      <a:pt x="309372" y="618744"/>
                    </a:cubicBezTo>
                    <a:cubicBezTo>
                      <a:pt x="138510" y="618744"/>
                      <a:pt x="0" y="480233"/>
                      <a:pt x="0" y="309372"/>
                    </a:cubicBezTo>
                    <a:cubicBezTo>
                      <a:pt x="0" y="138511"/>
                      <a:pt x="138511" y="0"/>
                      <a:pt x="309372" y="0"/>
                    </a:cubicBezTo>
                    <a:cubicBezTo>
                      <a:pt x="480234" y="0"/>
                      <a:pt x="618744" y="138511"/>
                      <a:pt x="618744" y="3093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7"/>
              <p:cNvSpPr/>
              <p:nvPr/>
            </p:nvSpPr>
            <p:spPr>
              <a:xfrm>
                <a:off x="-1916495" y="187325"/>
                <a:ext cx="618490" cy="418817"/>
              </a:xfrm>
              <a:custGeom>
                <a:avLst/>
                <a:gdLst/>
                <a:ahLst/>
                <a:cxnLst/>
                <a:rect l="l" t="t" r="r" b="b"/>
                <a:pathLst>
                  <a:path w="618490" h="418817" extrusionOk="0">
                    <a:moveTo>
                      <a:pt x="52514" y="368046"/>
                    </a:moveTo>
                    <a:cubicBezTo>
                      <a:pt x="215709" y="430403"/>
                      <a:pt x="403542" y="428625"/>
                      <a:pt x="566166" y="368491"/>
                    </a:cubicBezTo>
                    <a:cubicBezTo>
                      <a:pt x="444817" y="420370"/>
                      <a:pt x="307276" y="430339"/>
                      <a:pt x="178054" y="406654"/>
                    </a:cubicBezTo>
                    <a:cubicBezTo>
                      <a:pt x="134937" y="398335"/>
                      <a:pt x="92519" y="386143"/>
                      <a:pt x="52324" y="368491"/>
                    </a:cubicBezTo>
                    <a:close/>
                    <a:moveTo>
                      <a:pt x="8890" y="276034"/>
                    </a:moveTo>
                    <a:cubicBezTo>
                      <a:pt x="202121" y="338455"/>
                      <a:pt x="417132" y="336804"/>
                      <a:pt x="609727" y="276479"/>
                    </a:cubicBezTo>
                    <a:cubicBezTo>
                      <a:pt x="465710" y="328739"/>
                      <a:pt x="307531" y="338074"/>
                      <a:pt x="156655" y="314706"/>
                    </a:cubicBezTo>
                    <a:cubicBezTo>
                      <a:pt x="106362" y="306451"/>
                      <a:pt x="56515" y="294259"/>
                      <a:pt x="8763" y="276479"/>
                    </a:cubicBezTo>
                    <a:close/>
                    <a:moveTo>
                      <a:pt x="127" y="184022"/>
                    </a:moveTo>
                    <a:cubicBezTo>
                      <a:pt x="199390" y="246506"/>
                      <a:pt x="419926" y="244792"/>
                      <a:pt x="618490" y="184467"/>
                    </a:cubicBezTo>
                    <a:cubicBezTo>
                      <a:pt x="469900" y="236790"/>
                      <a:pt x="307594" y="245998"/>
                      <a:pt x="152337" y="222757"/>
                    </a:cubicBezTo>
                    <a:cubicBezTo>
                      <a:pt x="100585" y="214502"/>
                      <a:pt x="49276" y="202310"/>
                      <a:pt x="0" y="184467"/>
                    </a:cubicBezTo>
                    <a:close/>
                    <a:moveTo>
                      <a:pt x="16574" y="92011"/>
                    </a:moveTo>
                    <a:cubicBezTo>
                      <a:pt x="204534" y="154432"/>
                      <a:pt x="414782" y="152717"/>
                      <a:pt x="602107" y="92456"/>
                    </a:cubicBezTo>
                    <a:cubicBezTo>
                      <a:pt x="462026" y="144653"/>
                      <a:pt x="307467" y="154051"/>
                      <a:pt x="160401" y="130683"/>
                    </a:cubicBezTo>
                    <a:cubicBezTo>
                      <a:pt x="111379" y="122428"/>
                      <a:pt x="62801" y="110235"/>
                      <a:pt x="16383" y="92456"/>
                    </a:cubicBezTo>
                    <a:close/>
                    <a:moveTo>
                      <a:pt x="68326" y="0"/>
                    </a:moveTo>
                    <a:cubicBezTo>
                      <a:pt x="220600" y="62230"/>
                      <a:pt x="398653" y="60516"/>
                      <a:pt x="550291" y="445"/>
                    </a:cubicBezTo>
                    <a:cubicBezTo>
                      <a:pt x="437325" y="52197"/>
                      <a:pt x="307150" y="62421"/>
                      <a:pt x="185801" y="38545"/>
                    </a:cubicBezTo>
                    <a:cubicBezTo>
                      <a:pt x="145351" y="30226"/>
                      <a:pt x="105538" y="17971"/>
                      <a:pt x="68136" y="4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3" name="Google Shape;363;p17"/>
          <p:cNvGrpSpPr/>
          <p:nvPr/>
        </p:nvGrpSpPr>
        <p:grpSpPr>
          <a:xfrm>
            <a:off x="145325" y="445026"/>
            <a:ext cx="9086325" cy="4245824"/>
            <a:chOff x="145325" y="445026"/>
            <a:chExt cx="9086325" cy="4245824"/>
          </a:xfrm>
        </p:grpSpPr>
        <p:grpSp>
          <p:nvGrpSpPr>
            <p:cNvPr id="364" name="Google Shape;364;p17"/>
            <p:cNvGrpSpPr/>
            <p:nvPr/>
          </p:nvGrpSpPr>
          <p:grpSpPr>
            <a:xfrm>
              <a:off x="8764550" y="1091525"/>
              <a:ext cx="467100" cy="467100"/>
              <a:chOff x="4123025" y="735300"/>
              <a:chExt cx="467100" cy="467100"/>
            </a:xfrm>
          </p:grpSpPr>
          <p:sp>
            <p:nvSpPr>
              <p:cNvPr id="365" name="Google Shape;365;p17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67" name="Google Shape;367;p17"/>
            <p:cNvGrpSpPr/>
            <p:nvPr/>
          </p:nvGrpSpPr>
          <p:grpSpPr>
            <a:xfrm>
              <a:off x="8570551" y="445026"/>
              <a:ext cx="332061" cy="332061"/>
              <a:chOff x="4252475" y="1680725"/>
              <a:chExt cx="467100" cy="467100"/>
            </a:xfrm>
          </p:grpSpPr>
          <p:sp>
            <p:nvSpPr>
              <p:cNvPr id="368" name="Google Shape;368;p17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9" name="Google Shape;369;p17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70" name="Google Shape;370;p17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71" name="Google Shape;371;p17"/>
            <p:cNvGrpSpPr/>
            <p:nvPr/>
          </p:nvGrpSpPr>
          <p:grpSpPr>
            <a:xfrm>
              <a:off x="145325" y="4223750"/>
              <a:ext cx="467100" cy="467100"/>
              <a:chOff x="4123025" y="735300"/>
              <a:chExt cx="467100" cy="467100"/>
            </a:xfrm>
          </p:grpSpPr>
          <p:sp>
            <p:nvSpPr>
              <p:cNvPr id="372" name="Google Shape;372;p17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73" name="Google Shape;373;p17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1_1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body" idx="1"/>
          </p:nvPr>
        </p:nvSpPr>
        <p:spPr>
          <a:xfrm>
            <a:off x="720000" y="1091511"/>
            <a:ext cx="77040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77" name="Google Shape;377;p18"/>
          <p:cNvGrpSpPr/>
          <p:nvPr/>
        </p:nvGrpSpPr>
        <p:grpSpPr>
          <a:xfrm>
            <a:off x="-866480" y="786894"/>
            <a:ext cx="10590291" cy="4356614"/>
            <a:chOff x="-866480" y="786894"/>
            <a:chExt cx="10590291" cy="4356614"/>
          </a:xfrm>
        </p:grpSpPr>
        <p:grpSp>
          <p:nvGrpSpPr>
            <p:cNvPr id="378" name="Google Shape;378;p18"/>
            <p:cNvGrpSpPr/>
            <p:nvPr/>
          </p:nvGrpSpPr>
          <p:grpSpPr>
            <a:xfrm flipH="1">
              <a:off x="8477890" y="786894"/>
              <a:ext cx="1245921" cy="1258215"/>
              <a:chOff x="8947918" y="1166943"/>
              <a:chExt cx="498967" cy="50387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2" name="Google Shape;382;p18"/>
            <p:cNvGrpSpPr/>
            <p:nvPr/>
          </p:nvGrpSpPr>
          <p:grpSpPr>
            <a:xfrm flipH="1">
              <a:off x="8460164" y="2586151"/>
              <a:ext cx="831229" cy="839398"/>
              <a:chOff x="8947918" y="1166943"/>
              <a:chExt cx="498967" cy="503870"/>
            </a:xfrm>
          </p:grpSpPr>
          <p:sp>
            <p:nvSpPr>
              <p:cNvPr id="383" name="Google Shape;383;p18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18"/>
            <p:cNvGrpSpPr/>
            <p:nvPr/>
          </p:nvGrpSpPr>
          <p:grpSpPr>
            <a:xfrm>
              <a:off x="-866480" y="3183382"/>
              <a:ext cx="1545080" cy="1960126"/>
              <a:chOff x="3437763" y="3146869"/>
              <a:chExt cx="590740" cy="749427"/>
            </a:xfrm>
          </p:grpSpPr>
          <p:sp>
            <p:nvSpPr>
              <p:cNvPr id="387" name="Google Shape;387;p18"/>
              <p:cNvSpPr/>
              <p:nvPr/>
            </p:nvSpPr>
            <p:spPr>
              <a:xfrm>
                <a:off x="3544951" y="3146869"/>
                <a:ext cx="376301" cy="749427"/>
              </a:xfrm>
              <a:custGeom>
                <a:avLst/>
                <a:gdLst/>
                <a:ahLst/>
                <a:cxnLst/>
                <a:rect l="l" t="t" r="r" b="b"/>
                <a:pathLst>
                  <a:path w="376301" h="749427" extrusionOk="0">
                    <a:moveTo>
                      <a:pt x="282194" y="0"/>
                    </a:moveTo>
                    <a:lnTo>
                      <a:pt x="188151" y="0"/>
                    </a:lnTo>
                    <a:lnTo>
                      <a:pt x="94107" y="0"/>
                    </a:lnTo>
                    <a:lnTo>
                      <a:pt x="0" y="749427"/>
                    </a:lnTo>
                    <a:lnTo>
                      <a:pt x="188151" y="749427"/>
                    </a:lnTo>
                    <a:lnTo>
                      <a:pt x="376301" y="7494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8" name="Google Shape;388;p18"/>
              <p:cNvGrpSpPr/>
              <p:nvPr/>
            </p:nvGrpSpPr>
            <p:grpSpPr>
              <a:xfrm>
                <a:off x="3495675" y="3188906"/>
                <a:ext cx="474789" cy="197802"/>
                <a:chOff x="3495675" y="3188906"/>
                <a:chExt cx="474789" cy="197802"/>
              </a:xfrm>
            </p:grpSpPr>
            <p:sp>
              <p:nvSpPr>
                <p:cNvPr id="389" name="Google Shape;389;p18"/>
                <p:cNvSpPr/>
                <p:nvPr/>
              </p:nvSpPr>
              <p:spPr>
                <a:xfrm>
                  <a:off x="3495675" y="3269932"/>
                  <a:ext cx="474789" cy="35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789" h="35687" extrusionOk="0">
                      <a:moveTo>
                        <a:pt x="0" y="0"/>
                      </a:moveTo>
                      <a:lnTo>
                        <a:pt x="474790" y="0"/>
                      </a:lnTo>
                      <a:lnTo>
                        <a:pt x="474790" y="35687"/>
                      </a:lnTo>
                      <a:lnTo>
                        <a:pt x="0" y="356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18"/>
                <p:cNvSpPr/>
                <p:nvPr/>
              </p:nvSpPr>
              <p:spPr>
                <a:xfrm>
                  <a:off x="3539680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197803"/>
                      </a:move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18"/>
                <p:cNvSpPr/>
                <p:nvPr/>
              </p:nvSpPr>
              <p:spPr>
                <a:xfrm>
                  <a:off x="3568954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18"/>
                <p:cNvSpPr/>
                <p:nvPr/>
              </p:nvSpPr>
              <p:spPr>
                <a:xfrm>
                  <a:off x="3515169" y="3245802"/>
                  <a:ext cx="24510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0" h="84010" extrusionOk="0">
                      <a:moveTo>
                        <a:pt x="12255" y="84011"/>
                      </a:moveTo>
                      <a:lnTo>
                        <a:pt x="12255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461" y="0"/>
                        <a:pt x="12255" y="0"/>
                      </a:cubicBezTo>
                      <a:lnTo>
                        <a:pt x="12255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8986" y="84011"/>
                        <a:pt x="12255" y="840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18"/>
                <p:cNvSpPr/>
                <p:nvPr/>
              </p:nvSpPr>
              <p:spPr>
                <a:xfrm>
                  <a:off x="3862704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0"/>
                      </a:move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18"/>
                <p:cNvSpPr/>
                <p:nvPr/>
              </p:nvSpPr>
              <p:spPr>
                <a:xfrm>
                  <a:off x="3892041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18"/>
                <p:cNvSpPr/>
                <p:nvPr/>
              </p:nvSpPr>
              <p:spPr>
                <a:xfrm>
                  <a:off x="3926522" y="3245802"/>
                  <a:ext cx="24511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1" h="84010" extrusionOk="0">
                      <a:moveTo>
                        <a:pt x="12256" y="0"/>
                      </a:moveTo>
                      <a:lnTo>
                        <a:pt x="12256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9050" y="84011"/>
                        <a:pt x="12256" y="84011"/>
                      </a:cubicBezTo>
                      <a:lnTo>
                        <a:pt x="12256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524" y="0"/>
                        <a:pt x="122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" name="Google Shape;396;p18"/>
              <p:cNvGrpSpPr/>
              <p:nvPr/>
            </p:nvGrpSpPr>
            <p:grpSpPr>
              <a:xfrm>
                <a:off x="3437763" y="3410902"/>
                <a:ext cx="590740" cy="246125"/>
                <a:chOff x="3437763" y="3410902"/>
                <a:chExt cx="590740" cy="246125"/>
              </a:xfrm>
            </p:grpSpPr>
            <p:sp>
              <p:nvSpPr>
                <p:cNvPr id="397" name="Google Shape;397;p18"/>
                <p:cNvSpPr/>
                <p:nvPr/>
              </p:nvSpPr>
              <p:spPr>
                <a:xfrm>
                  <a:off x="3437763" y="3511740"/>
                  <a:ext cx="590740" cy="44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740" h="44386" extrusionOk="0">
                      <a:moveTo>
                        <a:pt x="0" y="0"/>
                      </a:moveTo>
                      <a:lnTo>
                        <a:pt x="590741" y="0"/>
                      </a:lnTo>
                      <a:lnTo>
                        <a:pt x="590741" y="44387"/>
                      </a:lnTo>
                      <a:lnTo>
                        <a:pt x="0" y="443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18"/>
                <p:cNvSpPr/>
                <p:nvPr/>
              </p:nvSpPr>
              <p:spPr>
                <a:xfrm>
                  <a:off x="3492436" y="3410965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0" y="246063"/>
                      </a:moveTo>
                      <a:lnTo>
                        <a:pt x="39560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1"/>
                      </a:lnTo>
                      <a:cubicBezTo>
                        <a:pt x="0" y="17717"/>
                        <a:pt x="17717" y="0"/>
                        <a:pt x="39560" y="0"/>
                      </a:cubicBezTo>
                      <a:lnTo>
                        <a:pt x="39560" y="0"/>
                      </a:lnTo>
                      <a:cubicBezTo>
                        <a:pt x="61404" y="0"/>
                        <a:pt x="79121" y="17717"/>
                        <a:pt x="79121" y="39561"/>
                      </a:cubicBezTo>
                      <a:lnTo>
                        <a:pt x="79121" y="206502"/>
                      </a:lnTo>
                      <a:cubicBezTo>
                        <a:pt x="79185" y="228346"/>
                        <a:pt x="61468" y="246063"/>
                        <a:pt x="39560" y="24606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18"/>
                <p:cNvSpPr/>
                <p:nvPr/>
              </p:nvSpPr>
              <p:spPr>
                <a:xfrm>
                  <a:off x="3529520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18"/>
                <p:cNvSpPr/>
                <p:nvPr/>
              </p:nvSpPr>
              <p:spPr>
                <a:xfrm>
                  <a:off x="3461956" y="3481704"/>
                  <a:ext cx="30479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9" h="104521" extrusionOk="0">
                      <a:moveTo>
                        <a:pt x="15240" y="104521"/>
                      </a:move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795"/>
                        <a:pt x="6795" y="0"/>
                        <a:pt x="15240" y="0"/>
                      </a:cubicBezTo>
                      <a:lnTo>
                        <a:pt x="15240" y="0"/>
                      </a:lnTo>
                      <a:cubicBezTo>
                        <a:pt x="23685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5" y="104521"/>
                        <a:pt x="15240" y="104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18"/>
                <p:cNvSpPr/>
                <p:nvPr/>
              </p:nvSpPr>
              <p:spPr>
                <a:xfrm>
                  <a:off x="3894391" y="3410902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1" y="0"/>
                      </a:moveTo>
                      <a:lnTo>
                        <a:pt x="39561" y="0"/>
                      </a:lnTo>
                      <a:cubicBezTo>
                        <a:pt x="61405" y="0"/>
                        <a:pt x="79121" y="17716"/>
                        <a:pt x="79121" y="39560"/>
                      </a:cubicBezTo>
                      <a:lnTo>
                        <a:pt x="79121" y="206502"/>
                      </a:lnTo>
                      <a:cubicBezTo>
                        <a:pt x="79121" y="228346"/>
                        <a:pt x="61405" y="246063"/>
                        <a:pt x="39561" y="246063"/>
                      </a:cubicBezTo>
                      <a:lnTo>
                        <a:pt x="39561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0"/>
                      </a:lnTo>
                      <a:cubicBezTo>
                        <a:pt x="-63" y="17780"/>
                        <a:pt x="17653" y="0"/>
                        <a:pt x="395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18"/>
                <p:cNvSpPr/>
                <p:nvPr/>
              </p:nvSpPr>
              <p:spPr>
                <a:xfrm>
                  <a:off x="3931412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18"/>
                <p:cNvSpPr/>
                <p:nvPr/>
              </p:nvSpPr>
              <p:spPr>
                <a:xfrm>
                  <a:off x="3973766" y="3481704"/>
                  <a:ext cx="30480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" h="104521" extrusionOk="0">
                      <a:moveTo>
                        <a:pt x="15240" y="0"/>
                      </a:moveTo>
                      <a:lnTo>
                        <a:pt x="15240" y="0"/>
                      </a:lnTo>
                      <a:cubicBezTo>
                        <a:pt x="23686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6" y="104521"/>
                        <a:pt x="15240" y="104521"/>
                      </a:cubicBez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858"/>
                        <a:pt x="6858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4" name="Google Shape;404;p18"/>
              <p:cNvSpPr/>
              <p:nvPr/>
            </p:nvSpPr>
            <p:spPr>
              <a:xfrm>
                <a:off x="3461956" y="3778948"/>
                <a:ext cx="542290" cy="117348"/>
              </a:xfrm>
              <a:custGeom>
                <a:avLst/>
                <a:gdLst/>
                <a:ahLst/>
                <a:cxnLst/>
                <a:rect l="l" t="t" r="r" b="b"/>
                <a:pathLst>
                  <a:path w="542290" h="117348" extrusionOk="0">
                    <a:moveTo>
                      <a:pt x="521653" y="0"/>
                    </a:moveTo>
                    <a:lnTo>
                      <a:pt x="271145" y="0"/>
                    </a:lnTo>
                    <a:lnTo>
                      <a:pt x="20701" y="0"/>
                    </a:lnTo>
                    <a:lnTo>
                      <a:pt x="0" y="117348"/>
                    </a:lnTo>
                    <a:lnTo>
                      <a:pt x="271145" y="117348"/>
                    </a:lnTo>
                    <a:lnTo>
                      <a:pt x="542290" y="11734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8"/>
              <p:cNvSpPr/>
              <p:nvPr/>
            </p:nvSpPr>
            <p:spPr>
              <a:xfrm>
                <a:off x="3559683" y="3751135"/>
                <a:ext cx="346836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346836" h="27813" extrusionOk="0">
                    <a:moveTo>
                      <a:pt x="0" y="27813"/>
                    </a:moveTo>
                    <a:lnTo>
                      <a:pt x="343345" y="0"/>
                    </a:lnTo>
                    <a:lnTo>
                      <a:pt x="346837" y="278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8"/>
              <p:cNvSpPr/>
              <p:nvPr/>
            </p:nvSpPr>
            <p:spPr>
              <a:xfrm>
                <a:off x="3477133" y="3809142"/>
                <a:ext cx="511873" cy="5057"/>
              </a:xfrm>
              <a:custGeom>
                <a:avLst/>
                <a:gdLst/>
                <a:ahLst/>
                <a:cxnLst/>
                <a:rect l="l" t="t" r="r" b="b"/>
                <a:pathLst>
                  <a:path w="511873" h="5057" extrusionOk="0">
                    <a:moveTo>
                      <a:pt x="511873" y="857"/>
                    </a:moveTo>
                    <a:cubicBezTo>
                      <a:pt x="364363" y="6255"/>
                      <a:pt x="211645" y="5874"/>
                      <a:pt x="64008" y="2953"/>
                    </a:cubicBezTo>
                    <a:cubicBezTo>
                      <a:pt x="42672" y="2254"/>
                      <a:pt x="21336" y="1810"/>
                      <a:pt x="0" y="857"/>
                    </a:cubicBezTo>
                    <a:cubicBezTo>
                      <a:pt x="125984" y="-286"/>
                      <a:pt x="386016" y="-286"/>
                      <a:pt x="511873" y="857"/>
                    </a:cubicBezTo>
                    <a:lnTo>
                      <a:pt x="511873" y="8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8"/>
              <p:cNvSpPr/>
              <p:nvPr/>
            </p:nvSpPr>
            <p:spPr>
              <a:xfrm>
                <a:off x="3469132" y="3854942"/>
                <a:ext cx="527939" cy="5105"/>
              </a:xfrm>
              <a:custGeom>
                <a:avLst/>
                <a:gdLst/>
                <a:ahLst/>
                <a:cxnLst/>
                <a:rect l="l" t="t" r="r" b="b"/>
                <a:pathLst>
                  <a:path w="527939" h="5105" extrusionOk="0">
                    <a:moveTo>
                      <a:pt x="527939" y="905"/>
                    </a:moveTo>
                    <a:cubicBezTo>
                      <a:pt x="375793" y="6302"/>
                      <a:pt x="218249" y="5921"/>
                      <a:pt x="65977" y="3000"/>
                    </a:cubicBezTo>
                    <a:cubicBezTo>
                      <a:pt x="44005" y="2302"/>
                      <a:pt x="21971" y="1857"/>
                      <a:pt x="0" y="905"/>
                    </a:cubicBezTo>
                    <a:cubicBezTo>
                      <a:pt x="129921" y="-302"/>
                      <a:pt x="398082" y="-302"/>
                      <a:pt x="527939" y="905"/>
                    </a:cubicBezTo>
                    <a:lnTo>
                      <a:pt x="527939" y="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subTitle" idx="1"/>
          </p:nvPr>
        </p:nvSpPr>
        <p:spPr>
          <a:xfrm>
            <a:off x="901850" y="2392788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19"/>
          <p:cNvSpPr txBox="1">
            <a:spLocks noGrp="1"/>
          </p:cNvSpPr>
          <p:nvPr>
            <p:ph type="subTitle" idx="2"/>
          </p:nvPr>
        </p:nvSpPr>
        <p:spPr>
          <a:xfrm>
            <a:off x="3473632" y="2392788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subTitle" idx="3"/>
          </p:nvPr>
        </p:nvSpPr>
        <p:spPr>
          <a:xfrm>
            <a:off x="6045421" y="2392788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19"/>
          <p:cNvSpPr txBox="1">
            <a:spLocks noGrp="1"/>
          </p:cNvSpPr>
          <p:nvPr>
            <p:ph type="subTitle" idx="4"/>
          </p:nvPr>
        </p:nvSpPr>
        <p:spPr>
          <a:xfrm>
            <a:off x="901850" y="1653888"/>
            <a:ext cx="21966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9pPr>
          </a:lstStyle>
          <a:p>
            <a:endParaRPr/>
          </a:p>
        </p:txBody>
      </p:sp>
      <p:sp>
        <p:nvSpPr>
          <p:cNvPr id="414" name="Google Shape;414;p19"/>
          <p:cNvSpPr txBox="1">
            <a:spLocks noGrp="1"/>
          </p:cNvSpPr>
          <p:nvPr>
            <p:ph type="subTitle" idx="5"/>
          </p:nvPr>
        </p:nvSpPr>
        <p:spPr>
          <a:xfrm>
            <a:off x="3473636" y="1653888"/>
            <a:ext cx="21966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9pPr>
          </a:lstStyle>
          <a:p>
            <a:endParaRPr/>
          </a:p>
        </p:txBody>
      </p:sp>
      <p:sp>
        <p:nvSpPr>
          <p:cNvPr id="415" name="Google Shape;415;p19"/>
          <p:cNvSpPr txBox="1">
            <a:spLocks noGrp="1"/>
          </p:cNvSpPr>
          <p:nvPr>
            <p:ph type="subTitle" idx="6"/>
          </p:nvPr>
        </p:nvSpPr>
        <p:spPr>
          <a:xfrm>
            <a:off x="6045421" y="1653888"/>
            <a:ext cx="21966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mpt"/>
              <a:buNone/>
              <a:defRPr sz="1800" b="1">
                <a:latin typeface="Prompt"/>
                <a:ea typeface="Prompt"/>
                <a:cs typeface="Prompt"/>
                <a:sym typeface="Prompt"/>
              </a:defRPr>
            </a:lvl9pPr>
          </a:lstStyle>
          <a:p>
            <a:endParaRPr/>
          </a:p>
        </p:txBody>
      </p:sp>
      <p:grpSp>
        <p:nvGrpSpPr>
          <p:cNvPr id="416" name="Google Shape;416;p19"/>
          <p:cNvGrpSpPr/>
          <p:nvPr/>
        </p:nvGrpSpPr>
        <p:grpSpPr>
          <a:xfrm>
            <a:off x="-665666" y="77516"/>
            <a:ext cx="9809666" cy="5065484"/>
            <a:chOff x="-665666" y="77516"/>
            <a:chExt cx="9809666" cy="5065484"/>
          </a:xfrm>
        </p:grpSpPr>
        <p:sp>
          <p:nvSpPr>
            <p:cNvPr id="417" name="Google Shape;417;p19"/>
            <p:cNvSpPr/>
            <p:nvPr/>
          </p:nvSpPr>
          <p:spPr>
            <a:xfrm>
              <a:off x="0" y="4896100"/>
              <a:ext cx="9144000" cy="246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418" name="Google Shape;418;p19"/>
            <p:cNvGrpSpPr/>
            <p:nvPr/>
          </p:nvGrpSpPr>
          <p:grpSpPr>
            <a:xfrm flipH="1">
              <a:off x="6788929" y="4667207"/>
              <a:ext cx="2088880" cy="475790"/>
              <a:chOff x="6160325" y="5213222"/>
              <a:chExt cx="982725" cy="223838"/>
            </a:xfrm>
          </p:grpSpPr>
          <p:sp>
            <p:nvSpPr>
              <p:cNvPr id="419" name="Google Shape;419;p19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19"/>
            <p:cNvGrpSpPr/>
            <p:nvPr/>
          </p:nvGrpSpPr>
          <p:grpSpPr>
            <a:xfrm flipH="1">
              <a:off x="-665666" y="77516"/>
              <a:ext cx="1245921" cy="1258164"/>
              <a:chOff x="8947918" y="1166943"/>
              <a:chExt cx="498967" cy="503870"/>
            </a:xfrm>
          </p:grpSpPr>
          <p:sp>
            <p:nvSpPr>
              <p:cNvPr id="425" name="Google Shape;425;p19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8" name="Google Shape;428;p19"/>
            <p:cNvGrpSpPr/>
            <p:nvPr/>
          </p:nvGrpSpPr>
          <p:grpSpPr>
            <a:xfrm flipH="1">
              <a:off x="-189548" y="1523926"/>
              <a:ext cx="831229" cy="839398"/>
              <a:chOff x="8947918" y="1166943"/>
              <a:chExt cx="498967" cy="503870"/>
            </a:xfrm>
          </p:grpSpPr>
          <p:sp>
            <p:nvSpPr>
              <p:cNvPr id="429" name="Google Shape;429;p19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2" name="Google Shape;432;p19"/>
          <p:cNvGrpSpPr/>
          <p:nvPr/>
        </p:nvGrpSpPr>
        <p:grpSpPr>
          <a:xfrm>
            <a:off x="145601" y="2624640"/>
            <a:ext cx="9109199" cy="1542573"/>
            <a:chOff x="145601" y="2624640"/>
            <a:chExt cx="9109199" cy="1542573"/>
          </a:xfrm>
        </p:grpSpPr>
        <p:grpSp>
          <p:nvGrpSpPr>
            <p:cNvPr id="433" name="Google Shape;433;p19"/>
            <p:cNvGrpSpPr/>
            <p:nvPr/>
          </p:nvGrpSpPr>
          <p:grpSpPr>
            <a:xfrm>
              <a:off x="8787700" y="3665950"/>
              <a:ext cx="467100" cy="467100"/>
              <a:chOff x="4123025" y="735300"/>
              <a:chExt cx="467100" cy="467100"/>
            </a:xfrm>
          </p:grpSpPr>
          <p:sp>
            <p:nvSpPr>
              <p:cNvPr id="434" name="Google Shape;434;p19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36" name="Google Shape;436;p19"/>
            <p:cNvGrpSpPr/>
            <p:nvPr/>
          </p:nvGrpSpPr>
          <p:grpSpPr>
            <a:xfrm>
              <a:off x="145601" y="3835151"/>
              <a:ext cx="332061" cy="332061"/>
              <a:chOff x="4252475" y="1680725"/>
              <a:chExt cx="467100" cy="467100"/>
            </a:xfrm>
          </p:grpSpPr>
          <p:sp>
            <p:nvSpPr>
              <p:cNvPr id="437" name="Google Shape;437;p19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40" name="Google Shape;440;p19"/>
            <p:cNvGrpSpPr/>
            <p:nvPr/>
          </p:nvGrpSpPr>
          <p:grpSpPr>
            <a:xfrm>
              <a:off x="8540955" y="2624640"/>
              <a:ext cx="332061" cy="332015"/>
              <a:chOff x="4280525" y="2688025"/>
              <a:chExt cx="467100" cy="467100"/>
            </a:xfrm>
          </p:grpSpPr>
          <p:sp>
            <p:nvSpPr>
              <p:cNvPr id="441" name="Google Shape;441;p19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20"/>
          <p:cNvSpPr txBox="1">
            <a:spLocks noGrp="1"/>
          </p:cNvSpPr>
          <p:nvPr>
            <p:ph type="subTitle" idx="1"/>
          </p:nvPr>
        </p:nvSpPr>
        <p:spPr>
          <a:xfrm>
            <a:off x="1234625" y="1625250"/>
            <a:ext cx="28482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20"/>
          <p:cNvSpPr txBox="1">
            <a:spLocks noGrp="1"/>
          </p:cNvSpPr>
          <p:nvPr>
            <p:ph type="subTitle" idx="2"/>
          </p:nvPr>
        </p:nvSpPr>
        <p:spPr>
          <a:xfrm>
            <a:off x="5061176" y="1625250"/>
            <a:ext cx="28482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0"/>
          <p:cNvSpPr txBox="1">
            <a:spLocks noGrp="1"/>
          </p:cNvSpPr>
          <p:nvPr>
            <p:ph type="subTitle" idx="3"/>
          </p:nvPr>
        </p:nvSpPr>
        <p:spPr>
          <a:xfrm>
            <a:off x="1234624" y="3353900"/>
            <a:ext cx="28482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0"/>
          <p:cNvSpPr txBox="1">
            <a:spLocks noGrp="1"/>
          </p:cNvSpPr>
          <p:nvPr>
            <p:ph type="subTitle" idx="4"/>
          </p:nvPr>
        </p:nvSpPr>
        <p:spPr>
          <a:xfrm>
            <a:off x="5061176" y="3353900"/>
            <a:ext cx="28482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0"/>
          <p:cNvSpPr txBox="1">
            <a:spLocks noGrp="1"/>
          </p:cNvSpPr>
          <p:nvPr>
            <p:ph type="subTitle" idx="5"/>
          </p:nvPr>
        </p:nvSpPr>
        <p:spPr>
          <a:xfrm>
            <a:off x="1234624" y="1167975"/>
            <a:ext cx="2848200" cy="46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0" name="Google Shape;450;p20"/>
          <p:cNvSpPr txBox="1">
            <a:spLocks noGrp="1"/>
          </p:cNvSpPr>
          <p:nvPr>
            <p:ph type="subTitle" idx="6"/>
          </p:nvPr>
        </p:nvSpPr>
        <p:spPr>
          <a:xfrm>
            <a:off x="1234624" y="2896700"/>
            <a:ext cx="284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1" name="Google Shape;451;p20"/>
          <p:cNvSpPr txBox="1">
            <a:spLocks noGrp="1"/>
          </p:cNvSpPr>
          <p:nvPr>
            <p:ph type="subTitle" idx="7"/>
          </p:nvPr>
        </p:nvSpPr>
        <p:spPr>
          <a:xfrm>
            <a:off x="5061149" y="1167975"/>
            <a:ext cx="284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2" name="Google Shape;452;p20"/>
          <p:cNvSpPr txBox="1">
            <a:spLocks noGrp="1"/>
          </p:cNvSpPr>
          <p:nvPr>
            <p:ph type="subTitle" idx="8"/>
          </p:nvPr>
        </p:nvSpPr>
        <p:spPr>
          <a:xfrm>
            <a:off x="5061149" y="2896700"/>
            <a:ext cx="284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53" name="Google Shape;453;p20"/>
          <p:cNvGrpSpPr/>
          <p:nvPr/>
        </p:nvGrpSpPr>
        <p:grpSpPr>
          <a:xfrm>
            <a:off x="-753251" y="2019162"/>
            <a:ext cx="10706531" cy="3389153"/>
            <a:chOff x="-753251" y="2019162"/>
            <a:chExt cx="10706531" cy="3389153"/>
          </a:xfrm>
        </p:grpSpPr>
        <p:sp>
          <p:nvSpPr>
            <p:cNvPr id="454" name="Google Shape;454;p20"/>
            <p:cNvSpPr/>
            <p:nvPr/>
          </p:nvSpPr>
          <p:spPr>
            <a:xfrm>
              <a:off x="0" y="4896100"/>
              <a:ext cx="9144000" cy="246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455" name="Google Shape;455;p20"/>
            <p:cNvGrpSpPr/>
            <p:nvPr/>
          </p:nvGrpSpPr>
          <p:grpSpPr>
            <a:xfrm rot="469987">
              <a:off x="8317525" y="2756030"/>
              <a:ext cx="1467874" cy="2564220"/>
              <a:chOff x="78398" y="-4015638"/>
              <a:chExt cx="307775" cy="537629"/>
            </a:xfrm>
          </p:grpSpPr>
          <p:sp>
            <p:nvSpPr>
              <p:cNvPr id="456" name="Google Shape;456;p20"/>
              <p:cNvSpPr/>
              <p:nvPr/>
            </p:nvSpPr>
            <p:spPr>
              <a:xfrm>
                <a:off x="206259" y="-4015638"/>
                <a:ext cx="51986" cy="361949"/>
              </a:xfrm>
              <a:custGeom>
                <a:avLst/>
                <a:gdLst/>
                <a:ahLst/>
                <a:cxnLst/>
                <a:rect l="l" t="t" r="r" b="b"/>
                <a:pathLst>
                  <a:path w="86643" h="603249" extrusionOk="0">
                    <a:moveTo>
                      <a:pt x="56884" y="603250"/>
                    </a:moveTo>
                    <a:lnTo>
                      <a:pt x="18467" y="603250"/>
                    </a:lnTo>
                    <a:cubicBezTo>
                      <a:pt x="18467" y="603250"/>
                      <a:pt x="-33857" y="187325"/>
                      <a:pt x="37644" y="0"/>
                    </a:cubicBezTo>
                    <a:cubicBezTo>
                      <a:pt x="37644" y="0"/>
                      <a:pt x="133656" y="278638"/>
                      <a:pt x="56884" y="6032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0"/>
              <p:cNvSpPr/>
              <p:nvPr/>
            </p:nvSpPr>
            <p:spPr>
              <a:xfrm>
                <a:off x="131745" y="-3672776"/>
                <a:ext cx="201082" cy="194767"/>
              </a:xfrm>
              <a:custGeom>
                <a:avLst/>
                <a:gdLst/>
                <a:ahLst/>
                <a:cxnLst/>
                <a:rect l="l" t="t" r="r" b="b"/>
                <a:pathLst>
                  <a:path w="335137" h="324611" extrusionOk="0">
                    <a:moveTo>
                      <a:pt x="330573" y="85534"/>
                    </a:moveTo>
                    <a:cubicBezTo>
                      <a:pt x="305364" y="31432"/>
                      <a:pt x="255008" y="31432"/>
                      <a:pt x="255008" y="31432"/>
                    </a:cubicBezTo>
                    <a:lnTo>
                      <a:pt x="255008" y="0"/>
                    </a:lnTo>
                    <a:lnTo>
                      <a:pt x="167568" y="0"/>
                    </a:lnTo>
                    <a:lnTo>
                      <a:pt x="80129" y="0"/>
                    </a:lnTo>
                    <a:lnTo>
                      <a:pt x="80129" y="31432"/>
                    </a:lnTo>
                    <a:cubicBezTo>
                      <a:pt x="80129" y="31432"/>
                      <a:pt x="29773" y="31432"/>
                      <a:pt x="4564" y="85534"/>
                    </a:cubicBezTo>
                    <a:cubicBezTo>
                      <a:pt x="-20645" y="139636"/>
                      <a:pt x="66794" y="324612"/>
                      <a:pt x="66794" y="324612"/>
                    </a:cubicBezTo>
                    <a:lnTo>
                      <a:pt x="167568" y="324612"/>
                    </a:lnTo>
                    <a:lnTo>
                      <a:pt x="268343" y="324612"/>
                    </a:lnTo>
                    <a:cubicBezTo>
                      <a:pt x="268343" y="324676"/>
                      <a:pt x="355782" y="139636"/>
                      <a:pt x="330573" y="855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20"/>
              <p:cNvSpPr/>
              <p:nvPr/>
            </p:nvSpPr>
            <p:spPr>
              <a:xfrm>
                <a:off x="179791" y="-3654187"/>
                <a:ext cx="104927" cy="2506"/>
              </a:xfrm>
              <a:custGeom>
                <a:avLst/>
                <a:gdLst/>
                <a:ahLst/>
                <a:cxnLst/>
                <a:rect l="l" t="t" r="r" b="b"/>
                <a:pathLst>
                  <a:path w="174878" h="4176" extrusionOk="0">
                    <a:moveTo>
                      <a:pt x="174878" y="684"/>
                    </a:moveTo>
                    <a:cubicBezTo>
                      <a:pt x="146240" y="3478"/>
                      <a:pt x="116268" y="4050"/>
                      <a:pt x="87439" y="4177"/>
                    </a:cubicBezTo>
                    <a:cubicBezTo>
                      <a:pt x="58610" y="4050"/>
                      <a:pt x="28639" y="3415"/>
                      <a:pt x="0" y="684"/>
                    </a:cubicBezTo>
                    <a:lnTo>
                      <a:pt x="0" y="303"/>
                    </a:lnTo>
                    <a:cubicBezTo>
                      <a:pt x="43370" y="494"/>
                      <a:pt x="132397" y="-713"/>
                      <a:pt x="174878" y="684"/>
                    </a:cubicBezTo>
                    <a:lnTo>
                      <a:pt x="174878" y="6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0"/>
              <p:cNvSpPr/>
              <p:nvPr/>
            </p:nvSpPr>
            <p:spPr>
              <a:xfrm>
                <a:off x="78398" y="-3937470"/>
                <a:ext cx="142418" cy="264909"/>
              </a:xfrm>
              <a:custGeom>
                <a:avLst/>
                <a:gdLst/>
                <a:ahLst/>
                <a:cxnLst/>
                <a:rect l="l" t="t" r="r" b="b"/>
                <a:pathLst>
                  <a:path w="237363" h="441515" extrusionOk="0">
                    <a:moveTo>
                      <a:pt x="237363" y="441515"/>
                    </a:moveTo>
                    <a:cubicBezTo>
                      <a:pt x="237363" y="441515"/>
                      <a:pt x="237363" y="45339"/>
                      <a:pt x="0" y="0"/>
                    </a:cubicBezTo>
                    <a:cubicBezTo>
                      <a:pt x="0" y="0"/>
                      <a:pt x="169101" y="157924"/>
                      <a:pt x="169101" y="441515"/>
                    </a:cubicBezTo>
                    <a:lnTo>
                      <a:pt x="237363" y="4415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0"/>
              <p:cNvSpPr/>
              <p:nvPr/>
            </p:nvSpPr>
            <p:spPr>
              <a:xfrm>
                <a:off x="120927" y="-3882719"/>
                <a:ext cx="71933" cy="210121"/>
              </a:xfrm>
              <a:custGeom>
                <a:avLst/>
                <a:gdLst/>
                <a:ahLst/>
                <a:cxnLst/>
                <a:rect l="l" t="t" r="r" b="b"/>
                <a:pathLst>
                  <a:path w="119888" h="350202" extrusionOk="0">
                    <a:moveTo>
                      <a:pt x="119888" y="350202"/>
                    </a:moveTo>
                    <a:lnTo>
                      <a:pt x="98235" y="350202"/>
                    </a:lnTo>
                    <a:cubicBezTo>
                      <a:pt x="98235" y="193040"/>
                      <a:pt x="46292" y="74485"/>
                      <a:pt x="0" y="0"/>
                    </a:cubicBezTo>
                    <a:cubicBezTo>
                      <a:pt x="3620" y="4064"/>
                      <a:pt x="119888" y="135445"/>
                      <a:pt x="119888" y="350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114645" y="-3911047"/>
                <a:ext cx="95173" cy="238468"/>
              </a:xfrm>
              <a:custGeom>
                <a:avLst/>
                <a:gdLst/>
                <a:ahLst/>
                <a:cxnLst/>
                <a:rect l="l" t="t" r="r" b="b"/>
                <a:pathLst>
                  <a:path w="158622" h="397446" extrusionOk="0">
                    <a:moveTo>
                      <a:pt x="158114" y="397446"/>
                    </a:moveTo>
                    <a:cubicBezTo>
                      <a:pt x="149098" y="273050"/>
                      <a:pt x="112331" y="107950"/>
                      <a:pt x="20574" y="18351"/>
                    </a:cubicBezTo>
                    <a:cubicBezTo>
                      <a:pt x="17843" y="15811"/>
                      <a:pt x="13462" y="11366"/>
                      <a:pt x="10540" y="9080"/>
                    </a:cubicBezTo>
                    <a:lnTo>
                      <a:pt x="0" y="317"/>
                    </a:lnTo>
                    <a:lnTo>
                      <a:pt x="253" y="0"/>
                    </a:lnTo>
                    <a:cubicBezTo>
                      <a:pt x="2667" y="1841"/>
                      <a:pt x="12001" y="8573"/>
                      <a:pt x="14097" y="10223"/>
                    </a:cubicBezTo>
                    <a:cubicBezTo>
                      <a:pt x="19875" y="15240"/>
                      <a:pt x="26670" y="20828"/>
                      <a:pt x="31940" y="26479"/>
                    </a:cubicBezTo>
                    <a:cubicBezTo>
                      <a:pt x="38481" y="32829"/>
                      <a:pt x="44640" y="40005"/>
                      <a:pt x="50546" y="46926"/>
                    </a:cubicBezTo>
                    <a:cubicBezTo>
                      <a:pt x="53467" y="50863"/>
                      <a:pt x="60388" y="59563"/>
                      <a:pt x="62992" y="63500"/>
                    </a:cubicBezTo>
                    <a:cubicBezTo>
                      <a:pt x="77470" y="84010"/>
                      <a:pt x="89852" y="106743"/>
                      <a:pt x="99885" y="129794"/>
                    </a:cubicBezTo>
                    <a:cubicBezTo>
                      <a:pt x="121920" y="180340"/>
                      <a:pt x="136144" y="234061"/>
                      <a:pt x="145986" y="288226"/>
                    </a:cubicBezTo>
                    <a:cubicBezTo>
                      <a:pt x="149225" y="306324"/>
                      <a:pt x="151828" y="324485"/>
                      <a:pt x="153988" y="342646"/>
                    </a:cubicBezTo>
                    <a:cubicBezTo>
                      <a:pt x="156083" y="360870"/>
                      <a:pt x="157797" y="379158"/>
                      <a:pt x="158623" y="397446"/>
                    </a:cubicBezTo>
                    <a:lnTo>
                      <a:pt x="158114" y="397446"/>
                    </a:lnTo>
                    <a:lnTo>
                      <a:pt x="158114" y="3974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243756" y="-3937470"/>
                <a:ext cx="142418" cy="264909"/>
              </a:xfrm>
              <a:custGeom>
                <a:avLst/>
                <a:gdLst/>
                <a:ahLst/>
                <a:cxnLst/>
                <a:rect l="l" t="t" r="r" b="b"/>
                <a:pathLst>
                  <a:path w="237363" h="441515" extrusionOk="0">
                    <a:moveTo>
                      <a:pt x="0" y="441515"/>
                    </a:moveTo>
                    <a:cubicBezTo>
                      <a:pt x="0" y="441515"/>
                      <a:pt x="0" y="45339"/>
                      <a:pt x="237363" y="0"/>
                    </a:cubicBezTo>
                    <a:cubicBezTo>
                      <a:pt x="237363" y="0"/>
                      <a:pt x="68263" y="157924"/>
                      <a:pt x="68263" y="441515"/>
                    </a:cubicBezTo>
                    <a:lnTo>
                      <a:pt x="0" y="4415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271665" y="-3882719"/>
                <a:ext cx="71933" cy="210121"/>
              </a:xfrm>
              <a:custGeom>
                <a:avLst/>
                <a:gdLst/>
                <a:ahLst/>
                <a:cxnLst/>
                <a:rect l="l" t="t" r="r" b="b"/>
                <a:pathLst>
                  <a:path w="119888" h="350202" extrusionOk="0">
                    <a:moveTo>
                      <a:pt x="0" y="350202"/>
                    </a:moveTo>
                    <a:lnTo>
                      <a:pt x="21653" y="350202"/>
                    </a:lnTo>
                    <a:cubicBezTo>
                      <a:pt x="21653" y="193040"/>
                      <a:pt x="73596" y="74485"/>
                      <a:pt x="119888" y="0"/>
                    </a:cubicBezTo>
                    <a:cubicBezTo>
                      <a:pt x="116205" y="4064"/>
                      <a:pt x="0" y="135445"/>
                      <a:pt x="0" y="350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254797" y="-3911123"/>
                <a:ext cx="95135" cy="238506"/>
              </a:xfrm>
              <a:custGeom>
                <a:avLst/>
                <a:gdLst/>
                <a:ahLst/>
                <a:cxnLst/>
                <a:rect l="l" t="t" r="r" b="b"/>
                <a:pathLst>
                  <a:path w="158559" h="397510" extrusionOk="0">
                    <a:moveTo>
                      <a:pt x="0" y="397510"/>
                    </a:moveTo>
                    <a:cubicBezTo>
                      <a:pt x="6477" y="279527"/>
                      <a:pt x="40195" y="111760"/>
                      <a:pt x="126619" y="26543"/>
                    </a:cubicBezTo>
                    <a:cubicBezTo>
                      <a:pt x="131890" y="20955"/>
                      <a:pt x="138684" y="15304"/>
                      <a:pt x="144463" y="10287"/>
                    </a:cubicBezTo>
                    <a:cubicBezTo>
                      <a:pt x="146939" y="8318"/>
                      <a:pt x="155766" y="1905"/>
                      <a:pt x="158306" y="0"/>
                    </a:cubicBezTo>
                    <a:cubicBezTo>
                      <a:pt x="158306" y="0"/>
                      <a:pt x="158559" y="318"/>
                      <a:pt x="158559" y="318"/>
                    </a:cubicBezTo>
                    <a:lnTo>
                      <a:pt x="148019" y="9081"/>
                    </a:lnTo>
                    <a:cubicBezTo>
                      <a:pt x="145034" y="11430"/>
                      <a:pt x="140780" y="15748"/>
                      <a:pt x="137985" y="18415"/>
                    </a:cubicBezTo>
                    <a:cubicBezTo>
                      <a:pt x="104966" y="50038"/>
                      <a:pt x="81344" y="90170"/>
                      <a:pt x="62484" y="131509"/>
                    </a:cubicBezTo>
                    <a:cubicBezTo>
                      <a:pt x="24829" y="214884"/>
                      <a:pt x="7874" y="307658"/>
                      <a:pt x="0" y="397510"/>
                    </a:cubicBezTo>
                    <a:lnTo>
                      <a:pt x="0" y="3975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230033" y="-3923802"/>
                <a:ext cx="2530" cy="251231"/>
              </a:xfrm>
              <a:custGeom>
                <a:avLst/>
                <a:gdLst/>
                <a:ahLst/>
                <a:cxnLst/>
                <a:rect l="l" t="t" r="r" b="b"/>
                <a:pathLst>
                  <a:path w="4217" h="418718" extrusionOk="0">
                    <a:moveTo>
                      <a:pt x="3456" y="418719"/>
                    </a:moveTo>
                    <a:cubicBezTo>
                      <a:pt x="-989" y="298069"/>
                      <a:pt x="-671" y="173101"/>
                      <a:pt x="1742" y="52324"/>
                    </a:cubicBezTo>
                    <a:cubicBezTo>
                      <a:pt x="2313" y="34861"/>
                      <a:pt x="2631" y="17463"/>
                      <a:pt x="3456" y="0"/>
                    </a:cubicBezTo>
                    <a:cubicBezTo>
                      <a:pt x="4472" y="102997"/>
                      <a:pt x="4472" y="315722"/>
                      <a:pt x="3456" y="418719"/>
                    </a:cubicBezTo>
                    <a:lnTo>
                      <a:pt x="3456" y="4187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206786" y="-3779766"/>
                <a:ext cx="14059" cy="107099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178498" extrusionOk="0">
                    <a:moveTo>
                      <a:pt x="23051" y="178498"/>
                    </a:moveTo>
                    <a:cubicBezTo>
                      <a:pt x="17590" y="126365"/>
                      <a:pt x="11493" y="74295"/>
                      <a:pt x="3302" y="22479"/>
                    </a:cubicBezTo>
                    <a:cubicBezTo>
                      <a:pt x="2413" y="14986"/>
                      <a:pt x="889" y="7684"/>
                      <a:pt x="0" y="127"/>
                    </a:cubicBezTo>
                    <a:lnTo>
                      <a:pt x="381" y="0"/>
                    </a:lnTo>
                    <a:cubicBezTo>
                      <a:pt x="10985" y="43815"/>
                      <a:pt x="17970" y="88456"/>
                      <a:pt x="21336" y="133414"/>
                    </a:cubicBezTo>
                    <a:cubicBezTo>
                      <a:pt x="22479" y="148400"/>
                      <a:pt x="23241" y="163386"/>
                      <a:pt x="23431" y="178435"/>
                    </a:cubicBezTo>
                    <a:lnTo>
                      <a:pt x="23051" y="178435"/>
                    </a:lnTo>
                    <a:lnTo>
                      <a:pt x="23051" y="1784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243055" y="-3779728"/>
                <a:ext cx="14645" cy="107060"/>
              </a:xfrm>
              <a:custGeom>
                <a:avLst/>
                <a:gdLst/>
                <a:ahLst/>
                <a:cxnLst/>
                <a:rect l="l" t="t" r="r" b="b"/>
                <a:pathLst>
                  <a:path w="24409" h="178434" extrusionOk="0">
                    <a:moveTo>
                      <a:pt x="977" y="178435"/>
                    </a:moveTo>
                    <a:cubicBezTo>
                      <a:pt x="-1308" y="148336"/>
                      <a:pt x="660" y="118046"/>
                      <a:pt x="4343" y="88202"/>
                    </a:cubicBezTo>
                    <a:cubicBezTo>
                      <a:pt x="7772" y="62039"/>
                      <a:pt x="12915" y="36068"/>
                      <a:pt x="20600" y="10795"/>
                    </a:cubicBezTo>
                    <a:cubicBezTo>
                      <a:pt x="21679" y="7176"/>
                      <a:pt x="22822" y="3620"/>
                      <a:pt x="24028" y="0"/>
                    </a:cubicBezTo>
                    <a:lnTo>
                      <a:pt x="24409" y="127"/>
                    </a:lnTo>
                    <a:cubicBezTo>
                      <a:pt x="10313" y="58293"/>
                      <a:pt x="3518" y="119443"/>
                      <a:pt x="977" y="178435"/>
                    </a:cubicBezTo>
                    <a:lnTo>
                      <a:pt x="977" y="1784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138822" y="-3672776"/>
                <a:ext cx="184668" cy="194767"/>
              </a:xfrm>
              <a:custGeom>
                <a:avLst/>
                <a:gdLst/>
                <a:ahLst/>
                <a:cxnLst/>
                <a:rect l="l" t="t" r="r" b="b"/>
                <a:pathLst>
                  <a:path w="307780" h="324612" extrusionOk="0">
                    <a:moveTo>
                      <a:pt x="121730" y="174530"/>
                    </a:moveTo>
                    <a:cubicBezTo>
                      <a:pt x="127731" y="175704"/>
                      <a:pt x="132970" y="179546"/>
                      <a:pt x="135764" y="186563"/>
                    </a:cubicBezTo>
                    <a:cubicBezTo>
                      <a:pt x="142685" y="202057"/>
                      <a:pt x="134430" y="220027"/>
                      <a:pt x="140336" y="235394"/>
                    </a:cubicBezTo>
                    <a:cubicBezTo>
                      <a:pt x="140463" y="235458"/>
                      <a:pt x="140590" y="235712"/>
                      <a:pt x="140653" y="235712"/>
                    </a:cubicBezTo>
                    <a:cubicBezTo>
                      <a:pt x="140780" y="235839"/>
                      <a:pt x="140780" y="235776"/>
                      <a:pt x="141034" y="235776"/>
                    </a:cubicBezTo>
                    <a:cubicBezTo>
                      <a:pt x="142939" y="235077"/>
                      <a:pt x="144844" y="232283"/>
                      <a:pt x="146051" y="230441"/>
                    </a:cubicBezTo>
                    <a:cubicBezTo>
                      <a:pt x="149099" y="225679"/>
                      <a:pt x="151575" y="220282"/>
                      <a:pt x="153670" y="214884"/>
                    </a:cubicBezTo>
                    <a:cubicBezTo>
                      <a:pt x="154941" y="210566"/>
                      <a:pt x="159322" y="203708"/>
                      <a:pt x="165228" y="206057"/>
                    </a:cubicBezTo>
                    <a:cubicBezTo>
                      <a:pt x="179134" y="212725"/>
                      <a:pt x="181039" y="247777"/>
                      <a:pt x="181991" y="261683"/>
                    </a:cubicBezTo>
                    <a:cubicBezTo>
                      <a:pt x="182563" y="273621"/>
                      <a:pt x="182372" y="285559"/>
                      <a:pt x="181801" y="297434"/>
                    </a:cubicBezTo>
                    <a:cubicBezTo>
                      <a:pt x="181674" y="303276"/>
                      <a:pt x="181738" y="309118"/>
                      <a:pt x="182817" y="314833"/>
                    </a:cubicBezTo>
                    <a:lnTo>
                      <a:pt x="186755" y="324612"/>
                    </a:lnTo>
                    <a:lnTo>
                      <a:pt x="183835" y="324612"/>
                    </a:lnTo>
                    <a:lnTo>
                      <a:pt x="179896" y="315277"/>
                    </a:lnTo>
                    <a:cubicBezTo>
                      <a:pt x="178690" y="309308"/>
                      <a:pt x="178563" y="303276"/>
                      <a:pt x="178563" y="297244"/>
                    </a:cubicBezTo>
                    <a:cubicBezTo>
                      <a:pt x="178880" y="285369"/>
                      <a:pt x="178943" y="273558"/>
                      <a:pt x="178372" y="261810"/>
                    </a:cubicBezTo>
                    <a:cubicBezTo>
                      <a:pt x="177674" y="250063"/>
                      <a:pt x="176530" y="238252"/>
                      <a:pt x="173546" y="227013"/>
                    </a:cubicBezTo>
                    <a:cubicBezTo>
                      <a:pt x="172086" y="221678"/>
                      <a:pt x="170180" y="215900"/>
                      <a:pt x="166625" y="211709"/>
                    </a:cubicBezTo>
                    <a:cubicBezTo>
                      <a:pt x="162243" y="206438"/>
                      <a:pt x="158751" y="211582"/>
                      <a:pt x="157290" y="216218"/>
                    </a:cubicBezTo>
                    <a:cubicBezTo>
                      <a:pt x="155004" y="221869"/>
                      <a:pt x="146686" y="243967"/>
                      <a:pt x="138240" y="239141"/>
                    </a:cubicBezTo>
                    <a:cubicBezTo>
                      <a:pt x="135891" y="237553"/>
                      <a:pt x="135192" y="234315"/>
                      <a:pt x="134747" y="231838"/>
                    </a:cubicBezTo>
                    <a:cubicBezTo>
                      <a:pt x="132017" y="217170"/>
                      <a:pt x="137668" y="202057"/>
                      <a:pt x="132080" y="188151"/>
                    </a:cubicBezTo>
                    <a:cubicBezTo>
                      <a:pt x="127572" y="176339"/>
                      <a:pt x="114681" y="175641"/>
                      <a:pt x="104839" y="181801"/>
                    </a:cubicBezTo>
                    <a:cubicBezTo>
                      <a:pt x="97346" y="186119"/>
                      <a:pt x="91314" y="192532"/>
                      <a:pt x="86233" y="199581"/>
                    </a:cubicBezTo>
                    <a:cubicBezTo>
                      <a:pt x="72962" y="218821"/>
                      <a:pt x="65405" y="242126"/>
                      <a:pt x="65025" y="265494"/>
                    </a:cubicBezTo>
                    <a:cubicBezTo>
                      <a:pt x="64993" y="283179"/>
                      <a:pt x="68359" y="300704"/>
                      <a:pt x="74193" y="317460"/>
                    </a:cubicBezTo>
                    <a:lnTo>
                      <a:pt x="77815" y="324612"/>
                    </a:lnTo>
                    <a:lnTo>
                      <a:pt x="76354" y="324612"/>
                    </a:lnTo>
                    <a:lnTo>
                      <a:pt x="72645" y="317778"/>
                    </a:lnTo>
                    <a:cubicBezTo>
                      <a:pt x="66390" y="300990"/>
                      <a:pt x="62707" y="283305"/>
                      <a:pt x="62548" y="265366"/>
                    </a:cubicBezTo>
                    <a:cubicBezTo>
                      <a:pt x="62548" y="241363"/>
                      <a:pt x="69851" y="217297"/>
                      <a:pt x="83440" y="197421"/>
                    </a:cubicBezTo>
                    <a:cubicBezTo>
                      <a:pt x="88710" y="189992"/>
                      <a:pt x="95124" y="183134"/>
                      <a:pt x="103125" y="178499"/>
                    </a:cubicBezTo>
                    <a:cubicBezTo>
                      <a:pt x="108967" y="174848"/>
                      <a:pt x="115729" y="173355"/>
                      <a:pt x="121730" y="174530"/>
                    </a:cubicBezTo>
                    <a:close/>
                    <a:moveTo>
                      <a:pt x="136065" y="110950"/>
                    </a:moveTo>
                    <a:cubicBezTo>
                      <a:pt x="143951" y="110470"/>
                      <a:pt x="152068" y="111633"/>
                      <a:pt x="160148" y="114808"/>
                    </a:cubicBezTo>
                    <a:cubicBezTo>
                      <a:pt x="183262" y="123698"/>
                      <a:pt x="195898" y="148145"/>
                      <a:pt x="192342" y="172276"/>
                    </a:cubicBezTo>
                    <a:cubicBezTo>
                      <a:pt x="192278" y="173355"/>
                      <a:pt x="191961" y="175514"/>
                      <a:pt x="191707" y="176594"/>
                    </a:cubicBezTo>
                    <a:cubicBezTo>
                      <a:pt x="189612" y="186245"/>
                      <a:pt x="187579" y="196025"/>
                      <a:pt x="186945" y="205930"/>
                    </a:cubicBezTo>
                    <a:cubicBezTo>
                      <a:pt x="184278" y="240220"/>
                      <a:pt x="196216" y="277432"/>
                      <a:pt x="235268" y="281178"/>
                    </a:cubicBezTo>
                    <a:lnTo>
                      <a:pt x="278073" y="274889"/>
                    </a:lnTo>
                    <a:lnTo>
                      <a:pt x="277370" y="276591"/>
                    </a:lnTo>
                    <a:lnTo>
                      <a:pt x="243714" y="284099"/>
                    </a:lnTo>
                    <a:cubicBezTo>
                      <a:pt x="197168" y="285178"/>
                      <a:pt x="180404" y="246697"/>
                      <a:pt x="183262" y="205676"/>
                    </a:cubicBezTo>
                    <a:cubicBezTo>
                      <a:pt x="183833" y="195644"/>
                      <a:pt x="185866" y="185738"/>
                      <a:pt x="187897" y="175895"/>
                    </a:cubicBezTo>
                    <a:cubicBezTo>
                      <a:pt x="188151" y="174879"/>
                      <a:pt x="188405" y="172783"/>
                      <a:pt x="188469" y="171767"/>
                    </a:cubicBezTo>
                    <a:cubicBezTo>
                      <a:pt x="191644" y="149606"/>
                      <a:pt x="179896" y="126682"/>
                      <a:pt x="158687" y="118427"/>
                    </a:cubicBezTo>
                    <a:cubicBezTo>
                      <a:pt x="135002" y="108521"/>
                      <a:pt x="107442" y="119126"/>
                      <a:pt x="91378" y="137922"/>
                    </a:cubicBezTo>
                    <a:cubicBezTo>
                      <a:pt x="85790" y="143827"/>
                      <a:pt x="81027" y="151765"/>
                      <a:pt x="76518" y="158559"/>
                    </a:cubicBezTo>
                    <a:cubicBezTo>
                      <a:pt x="63311" y="178308"/>
                      <a:pt x="44404" y="192310"/>
                      <a:pt x="23076" y="200517"/>
                    </a:cubicBezTo>
                    <a:lnTo>
                      <a:pt x="8375" y="204020"/>
                    </a:lnTo>
                    <a:lnTo>
                      <a:pt x="7910" y="202377"/>
                    </a:lnTo>
                    <a:lnTo>
                      <a:pt x="25869" y="197215"/>
                    </a:lnTo>
                    <a:cubicBezTo>
                      <a:pt x="47419" y="187579"/>
                      <a:pt x="65946" y="171767"/>
                      <a:pt x="78487" y="149669"/>
                    </a:cubicBezTo>
                    <a:cubicBezTo>
                      <a:pt x="90822" y="128619"/>
                      <a:pt x="112408" y="112391"/>
                      <a:pt x="136065" y="110950"/>
                    </a:cubicBezTo>
                    <a:close/>
                    <a:moveTo>
                      <a:pt x="218696" y="0"/>
                    </a:moveTo>
                    <a:lnTo>
                      <a:pt x="221933" y="0"/>
                    </a:lnTo>
                    <a:lnTo>
                      <a:pt x="247270" y="71754"/>
                    </a:lnTo>
                    <a:cubicBezTo>
                      <a:pt x="249810" y="88328"/>
                      <a:pt x="250572" y="105600"/>
                      <a:pt x="246698" y="122174"/>
                    </a:cubicBezTo>
                    <a:cubicBezTo>
                      <a:pt x="239650" y="146684"/>
                      <a:pt x="215710" y="205231"/>
                      <a:pt x="236539" y="225425"/>
                    </a:cubicBezTo>
                    <a:cubicBezTo>
                      <a:pt x="243778" y="231775"/>
                      <a:pt x="254445" y="231647"/>
                      <a:pt x="263462" y="230124"/>
                    </a:cubicBezTo>
                    <a:cubicBezTo>
                      <a:pt x="279274" y="225869"/>
                      <a:pt x="290386" y="211963"/>
                      <a:pt x="300419" y="199707"/>
                    </a:cubicBezTo>
                    <a:lnTo>
                      <a:pt x="307780" y="187729"/>
                    </a:lnTo>
                    <a:lnTo>
                      <a:pt x="304598" y="198957"/>
                    </a:lnTo>
                    <a:lnTo>
                      <a:pt x="303023" y="201612"/>
                    </a:lnTo>
                    <a:cubicBezTo>
                      <a:pt x="292736" y="214693"/>
                      <a:pt x="281178" y="229171"/>
                      <a:pt x="264288" y="233616"/>
                    </a:cubicBezTo>
                    <a:cubicBezTo>
                      <a:pt x="254065" y="235457"/>
                      <a:pt x="242444" y="235394"/>
                      <a:pt x="234126" y="228219"/>
                    </a:cubicBezTo>
                    <a:cubicBezTo>
                      <a:pt x="215774" y="211010"/>
                      <a:pt x="227966" y="170814"/>
                      <a:pt x="233744" y="149669"/>
                    </a:cubicBezTo>
                    <a:cubicBezTo>
                      <a:pt x="237237" y="136906"/>
                      <a:pt x="243142" y="124777"/>
                      <a:pt x="244666" y="111632"/>
                    </a:cubicBezTo>
                    <a:cubicBezTo>
                      <a:pt x="246460" y="93249"/>
                      <a:pt x="244765" y="73636"/>
                      <a:pt x="240098" y="54154"/>
                    </a:cubicBezTo>
                    <a:close/>
                    <a:moveTo>
                      <a:pt x="173344" y="0"/>
                    </a:moveTo>
                    <a:lnTo>
                      <a:pt x="175546" y="0"/>
                    </a:lnTo>
                    <a:lnTo>
                      <a:pt x="196279" y="24828"/>
                    </a:lnTo>
                    <a:cubicBezTo>
                      <a:pt x="207455" y="46862"/>
                      <a:pt x="225616" y="92011"/>
                      <a:pt x="208344" y="113855"/>
                    </a:cubicBezTo>
                    <a:cubicBezTo>
                      <a:pt x="193866" y="127190"/>
                      <a:pt x="176403" y="101917"/>
                      <a:pt x="168022" y="92011"/>
                    </a:cubicBezTo>
                    <a:cubicBezTo>
                      <a:pt x="160719" y="84518"/>
                      <a:pt x="150750" y="80454"/>
                      <a:pt x="140590" y="78231"/>
                    </a:cubicBezTo>
                    <a:cubicBezTo>
                      <a:pt x="126874" y="75310"/>
                      <a:pt x="112395" y="75501"/>
                      <a:pt x="98489" y="77850"/>
                    </a:cubicBezTo>
                    <a:cubicBezTo>
                      <a:pt x="89853" y="79057"/>
                      <a:pt x="57151" y="87693"/>
                      <a:pt x="68136" y="100393"/>
                    </a:cubicBezTo>
                    <a:cubicBezTo>
                      <a:pt x="92266" y="120522"/>
                      <a:pt x="73851" y="134365"/>
                      <a:pt x="56007" y="148843"/>
                    </a:cubicBezTo>
                    <a:cubicBezTo>
                      <a:pt x="50483" y="153415"/>
                      <a:pt x="44959" y="157987"/>
                      <a:pt x="39878" y="162940"/>
                    </a:cubicBezTo>
                    <a:cubicBezTo>
                      <a:pt x="34481" y="168147"/>
                      <a:pt x="27496" y="171068"/>
                      <a:pt x="20448" y="173100"/>
                    </a:cubicBezTo>
                    <a:lnTo>
                      <a:pt x="518" y="176297"/>
                    </a:lnTo>
                    <a:lnTo>
                      <a:pt x="0" y="174468"/>
                    </a:lnTo>
                    <a:lnTo>
                      <a:pt x="19940" y="170941"/>
                    </a:lnTo>
                    <a:cubicBezTo>
                      <a:pt x="26607" y="168909"/>
                      <a:pt x="33211" y="166052"/>
                      <a:pt x="38228" y="161162"/>
                    </a:cubicBezTo>
                    <a:cubicBezTo>
                      <a:pt x="43307" y="156019"/>
                      <a:pt x="48832" y="151320"/>
                      <a:pt x="54356" y="146684"/>
                    </a:cubicBezTo>
                    <a:cubicBezTo>
                      <a:pt x="62612" y="139001"/>
                      <a:pt x="80836" y="127634"/>
                      <a:pt x="75502" y="114680"/>
                    </a:cubicBezTo>
                    <a:cubicBezTo>
                      <a:pt x="73534" y="109854"/>
                      <a:pt x="69533" y="106489"/>
                      <a:pt x="65660" y="102806"/>
                    </a:cubicBezTo>
                    <a:cubicBezTo>
                      <a:pt x="56579" y="93281"/>
                      <a:pt x="68200" y="83946"/>
                      <a:pt x="76899" y="80390"/>
                    </a:cubicBezTo>
                    <a:cubicBezTo>
                      <a:pt x="103950" y="68960"/>
                      <a:pt x="148781" y="67309"/>
                      <a:pt x="171006" y="89217"/>
                    </a:cubicBezTo>
                    <a:cubicBezTo>
                      <a:pt x="178245" y="97091"/>
                      <a:pt x="189739" y="115633"/>
                      <a:pt x="201867" y="113410"/>
                    </a:cubicBezTo>
                    <a:cubicBezTo>
                      <a:pt x="207963" y="111442"/>
                      <a:pt x="209995" y="103441"/>
                      <a:pt x="210948" y="97535"/>
                    </a:cubicBezTo>
                    <a:cubicBezTo>
                      <a:pt x="212535" y="87058"/>
                      <a:pt x="210948" y="76580"/>
                      <a:pt x="208280" y="66293"/>
                    </a:cubicBezTo>
                    <a:cubicBezTo>
                      <a:pt x="203184" y="47354"/>
                      <a:pt x="195946" y="30003"/>
                      <a:pt x="186680" y="149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20"/>
            <p:cNvGrpSpPr/>
            <p:nvPr/>
          </p:nvGrpSpPr>
          <p:grpSpPr>
            <a:xfrm rot="-409872">
              <a:off x="-681775" y="2090638"/>
              <a:ext cx="1278117" cy="1278179"/>
              <a:chOff x="-1916621" y="73660"/>
              <a:chExt cx="618744" cy="618744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-1916621" y="73660"/>
                <a:ext cx="618744" cy="618744"/>
              </a:xfrm>
              <a:custGeom>
                <a:avLst/>
                <a:gdLst/>
                <a:ahLst/>
                <a:cxnLst/>
                <a:rect l="l" t="t" r="r" b="b"/>
                <a:pathLst>
                  <a:path w="618744" h="618744" extrusionOk="0">
                    <a:moveTo>
                      <a:pt x="618744" y="309372"/>
                    </a:moveTo>
                    <a:cubicBezTo>
                      <a:pt x="618744" y="480233"/>
                      <a:pt x="480233" y="618744"/>
                      <a:pt x="309372" y="618744"/>
                    </a:cubicBezTo>
                    <a:cubicBezTo>
                      <a:pt x="138510" y="618744"/>
                      <a:pt x="0" y="480233"/>
                      <a:pt x="0" y="309372"/>
                    </a:cubicBezTo>
                    <a:cubicBezTo>
                      <a:pt x="0" y="138511"/>
                      <a:pt x="138511" y="0"/>
                      <a:pt x="309372" y="0"/>
                    </a:cubicBezTo>
                    <a:cubicBezTo>
                      <a:pt x="480234" y="0"/>
                      <a:pt x="618744" y="138511"/>
                      <a:pt x="618744" y="30937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-1916495" y="187325"/>
                <a:ext cx="618490" cy="418817"/>
              </a:xfrm>
              <a:custGeom>
                <a:avLst/>
                <a:gdLst/>
                <a:ahLst/>
                <a:cxnLst/>
                <a:rect l="l" t="t" r="r" b="b"/>
                <a:pathLst>
                  <a:path w="618490" h="418817" extrusionOk="0">
                    <a:moveTo>
                      <a:pt x="52514" y="368046"/>
                    </a:moveTo>
                    <a:cubicBezTo>
                      <a:pt x="215709" y="430403"/>
                      <a:pt x="403542" y="428625"/>
                      <a:pt x="566166" y="368491"/>
                    </a:cubicBezTo>
                    <a:cubicBezTo>
                      <a:pt x="444817" y="420370"/>
                      <a:pt x="307276" y="430339"/>
                      <a:pt x="178054" y="406654"/>
                    </a:cubicBezTo>
                    <a:cubicBezTo>
                      <a:pt x="134937" y="398335"/>
                      <a:pt x="92519" y="386143"/>
                      <a:pt x="52324" y="368491"/>
                    </a:cubicBezTo>
                    <a:close/>
                    <a:moveTo>
                      <a:pt x="8890" y="276034"/>
                    </a:moveTo>
                    <a:cubicBezTo>
                      <a:pt x="202121" y="338455"/>
                      <a:pt x="417132" y="336804"/>
                      <a:pt x="609727" y="276479"/>
                    </a:cubicBezTo>
                    <a:cubicBezTo>
                      <a:pt x="465710" y="328739"/>
                      <a:pt x="307531" y="338074"/>
                      <a:pt x="156655" y="314706"/>
                    </a:cubicBezTo>
                    <a:cubicBezTo>
                      <a:pt x="106362" y="306451"/>
                      <a:pt x="56515" y="294259"/>
                      <a:pt x="8763" y="276479"/>
                    </a:cubicBezTo>
                    <a:close/>
                    <a:moveTo>
                      <a:pt x="127" y="184022"/>
                    </a:moveTo>
                    <a:cubicBezTo>
                      <a:pt x="199390" y="246506"/>
                      <a:pt x="419926" y="244792"/>
                      <a:pt x="618490" y="184467"/>
                    </a:cubicBezTo>
                    <a:cubicBezTo>
                      <a:pt x="469900" y="236790"/>
                      <a:pt x="307594" y="245998"/>
                      <a:pt x="152337" y="222757"/>
                    </a:cubicBezTo>
                    <a:cubicBezTo>
                      <a:pt x="100585" y="214502"/>
                      <a:pt x="49276" y="202310"/>
                      <a:pt x="0" y="184467"/>
                    </a:cubicBezTo>
                    <a:close/>
                    <a:moveTo>
                      <a:pt x="16574" y="92011"/>
                    </a:moveTo>
                    <a:cubicBezTo>
                      <a:pt x="204534" y="154432"/>
                      <a:pt x="414782" y="152717"/>
                      <a:pt x="602107" y="92456"/>
                    </a:cubicBezTo>
                    <a:cubicBezTo>
                      <a:pt x="462026" y="144653"/>
                      <a:pt x="307467" y="154051"/>
                      <a:pt x="160401" y="130683"/>
                    </a:cubicBezTo>
                    <a:cubicBezTo>
                      <a:pt x="111379" y="122428"/>
                      <a:pt x="62801" y="110235"/>
                      <a:pt x="16383" y="92456"/>
                    </a:cubicBezTo>
                    <a:close/>
                    <a:moveTo>
                      <a:pt x="68326" y="0"/>
                    </a:moveTo>
                    <a:cubicBezTo>
                      <a:pt x="220600" y="62230"/>
                      <a:pt x="398653" y="60516"/>
                      <a:pt x="550291" y="445"/>
                    </a:cubicBezTo>
                    <a:cubicBezTo>
                      <a:pt x="437325" y="52197"/>
                      <a:pt x="307150" y="62421"/>
                      <a:pt x="185801" y="38545"/>
                    </a:cubicBezTo>
                    <a:cubicBezTo>
                      <a:pt x="145351" y="30226"/>
                      <a:pt x="105538" y="17971"/>
                      <a:pt x="68136" y="4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2" name="Google Shape;472;p20"/>
          <p:cNvGrpSpPr/>
          <p:nvPr/>
        </p:nvGrpSpPr>
        <p:grpSpPr>
          <a:xfrm>
            <a:off x="-75757" y="1094215"/>
            <a:ext cx="9009419" cy="2870485"/>
            <a:chOff x="-75757" y="1094215"/>
            <a:chExt cx="9009419" cy="2870485"/>
          </a:xfrm>
        </p:grpSpPr>
        <p:grpSp>
          <p:nvGrpSpPr>
            <p:cNvPr id="473" name="Google Shape;473;p20"/>
            <p:cNvGrpSpPr/>
            <p:nvPr/>
          </p:nvGrpSpPr>
          <p:grpSpPr>
            <a:xfrm>
              <a:off x="256300" y="3497600"/>
              <a:ext cx="467100" cy="467100"/>
              <a:chOff x="4123025" y="735300"/>
              <a:chExt cx="467100" cy="467100"/>
            </a:xfrm>
          </p:grpSpPr>
          <p:sp>
            <p:nvSpPr>
              <p:cNvPr id="474" name="Google Shape;474;p20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76" name="Google Shape;476;p20"/>
            <p:cNvGrpSpPr/>
            <p:nvPr/>
          </p:nvGrpSpPr>
          <p:grpSpPr>
            <a:xfrm>
              <a:off x="8601601" y="1841439"/>
              <a:ext cx="332061" cy="332061"/>
              <a:chOff x="4252475" y="1680725"/>
              <a:chExt cx="467100" cy="467100"/>
            </a:xfrm>
          </p:grpSpPr>
          <p:sp>
            <p:nvSpPr>
              <p:cNvPr id="477" name="Google Shape;477;p20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80" name="Google Shape;480;p20"/>
            <p:cNvGrpSpPr/>
            <p:nvPr/>
          </p:nvGrpSpPr>
          <p:grpSpPr>
            <a:xfrm>
              <a:off x="-75757" y="1094215"/>
              <a:ext cx="332061" cy="332015"/>
              <a:chOff x="4280525" y="2688025"/>
              <a:chExt cx="467100" cy="467100"/>
            </a:xfrm>
          </p:grpSpPr>
          <p:sp>
            <p:nvSpPr>
              <p:cNvPr id="481" name="Google Shape;481;p20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21"/>
          <p:cNvSpPr txBox="1">
            <a:spLocks noGrp="1"/>
          </p:cNvSpPr>
          <p:nvPr>
            <p:ph type="subTitle" idx="1"/>
          </p:nvPr>
        </p:nvSpPr>
        <p:spPr>
          <a:xfrm>
            <a:off x="720000" y="1710172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21"/>
          <p:cNvSpPr txBox="1">
            <a:spLocks noGrp="1"/>
          </p:cNvSpPr>
          <p:nvPr>
            <p:ph type="subTitle" idx="2"/>
          </p:nvPr>
        </p:nvSpPr>
        <p:spPr>
          <a:xfrm>
            <a:off x="3501238" y="1710150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21"/>
          <p:cNvSpPr txBox="1">
            <a:spLocks noGrp="1"/>
          </p:cNvSpPr>
          <p:nvPr>
            <p:ph type="subTitle" idx="3"/>
          </p:nvPr>
        </p:nvSpPr>
        <p:spPr>
          <a:xfrm>
            <a:off x="720000" y="3495800"/>
            <a:ext cx="21444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1"/>
          <p:cNvSpPr txBox="1">
            <a:spLocks noGrp="1"/>
          </p:cNvSpPr>
          <p:nvPr>
            <p:ph type="subTitle" idx="4"/>
          </p:nvPr>
        </p:nvSpPr>
        <p:spPr>
          <a:xfrm>
            <a:off x="3501238" y="3495800"/>
            <a:ext cx="21444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1"/>
          <p:cNvSpPr txBox="1">
            <a:spLocks noGrp="1"/>
          </p:cNvSpPr>
          <p:nvPr>
            <p:ph type="subTitle" idx="5"/>
          </p:nvPr>
        </p:nvSpPr>
        <p:spPr>
          <a:xfrm>
            <a:off x="6282475" y="1710150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21"/>
          <p:cNvSpPr txBox="1">
            <a:spLocks noGrp="1"/>
          </p:cNvSpPr>
          <p:nvPr>
            <p:ph type="subTitle" idx="6"/>
          </p:nvPr>
        </p:nvSpPr>
        <p:spPr>
          <a:xfrm>
            <a:off x="6282475" y="3495800"/>
            <a:ext cx="21444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21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2" name="Google Shape;492;p21"/>
          <p:cNvSpPr txBox="1">
            <a:spLocks noGrp="1"/>
          </p:cNvSpPr>
          <p:nvPr>
            <p:ph type="subTitle" idx="8"/>
          </p:nvPr>
        </p:nvSpPr>
        <p:spPr>
          <a:xfrm>
            <a:off x="3501238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3" name="Google Shape;493;p21"/>
          <p:cNvSpPr txBox="1">
            <a:spLocks noGrp="1"/>
          </p:cNvSpPr>
          <p:nvPr>
            <p:ph type="subTitle" idx="9"/>
          </p:nvPr>
        </p:nvSpPr>
        <p:spPr>
          <a:xfrm>
            <a:off x="6282475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4" name="Google Shape;494;p21"/>
          <p:cNvSpPr txBox="1">
            <a:spLocks noGrp="1"/>
          </p:cNvSpPr>
          <p:nvPr>
            <p:ph type="subTitle" idx="13"/>
          </p:nvPr>
        </p:nvSpPr>
        <p:spPr>
          <a:xfrm>
            <a:off x="720000" y="2803100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5" name="Google Shape;495;p21"/>
          <p:cNvSpPr txBox="1">
            <a:spLocks noGrp="1"/>
          </p:cNvSpPr>
          <p:nvPr>
            <p:ph type="subTitle" idx="14"/>
          </p:nvPr>
        </p:nvSpPr>
        <p:spPr>
          <a:xfrm>
            <a:off x="3501238" y="2803100"/>
            <a:ext cx="2144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6" name="Google Shape;496;p21"/>
          <p:cNvSpPr txBox="1">
            <a:spLocks noGrp="1"/>
          </p:cNvSpPr>
          <p:nvPr>
            <p:ph type="subTitle" idx="15"/>
          </p:nvPr>
        </p:nvSpPr>
        <p:spPr>
          <a:xfrm>
            <a:off x="6282475" y="2803100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97" name="Google Shape;497;p21"/>
          <p:cNvGrpSpPr/>
          <p:nvPr/>
        </p:nvGrpSpPr>
        <p:grpSpPr>
          <a:xfrm>
            <a:off x="-84675" y="278129"/>
            <a:ext cx="9858340" cy="4571321"/>
            <a:chOff x="-84675" y="278129"/>
            <a:chExt cx="9858340" cy="4571321"/>
          </a:xfrm>
        </p:grpSpPr>
        <p:grpSp>
          <p:nvGrpSpPr>
            <p:cNvPr id="498" name="Google Shape;498;p21"/>
            <p:cNvGrpSpPr/>
            <p:nvPr/>
          </p:nvGrpSpPr>
          <p:grpSpPr>
            <a:xfrm rot="10800000" flipH="1">
              <a:off x="-84675" y="3253340"/>
              <a:ext cx="467100" cy="467100"/>
              <a:chOff x="4123025" y="735300"/>
              <a:chExt cx="467100" cy="467100"/>
            </a:xfrm>
          </p:grpSpPr>
          <p:sp>
            <p:nvSpPr>
              <p:cNvPr id="499" name="Google Shape;499;p21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8637276" y="2308851"/>
              <a:ext cx="332061" cy="332061"/>
              <a:chOff x="4252475" y="1680725"/>
              <a:chExt cx="467100" cy="467100"/>
            </a:xfrm>
          </p:grpSpPr>
          <p:sp>
            <p:nvSpPr>
              <p:cNvPr id="502" name="Google Shape;502;p21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04" name="Google Shape;504;p21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05" name="Google Shape;505;p21"/>
            <p:cNvGrpSpPr/>
            <p:nvPr/>
          </p:nvGrpSpPr>
          <p:grpSpPr>
            <a:xfrm rot="10800000" flipH="1">
              <a:off x="213180" y="4517435"/>
              <a:ext cx="332061" cy="332015"/>
              <a:chOff x="4280525" y="2688025"/>
              <a:chExt cx="467100" cy="467100"/>
            </a:xfrm>
          </p:grpSpPr>
          <p:sp>
            <p:nvSpPr>
              <p:cNvPr id="506" name="Google Shape;506;p21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08" name="Google Shape;508;p21"/>
            <p:cNvGrpSpPr/>
            <p:nvPr/>
          </p:nvGrpSpPr>
          <p:grpSpPr>
            <a:xfrm flipH="1">
              <a:off x="8527744" y="278129"/>
              <a:ext cx="1245921" cy="1258215"/>
              <a:chOff x="8947918" y="1166943"/>
              <a:chExt cx="498967" cy="503870"/>
            </a:xfrm>
          </p:grpSpPr>
          <p:sp>
            <p:nvSpPr>
              <p:cNvPr id="509" name="Google Shape;509;p21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1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"/>
          <p:cNvSpPr txBox="1">
            <a:spLocks noGrp="1"/>
          </p:cNvSpPr>
          <p:nvPr>
            <p:ph type="title"/>
          </p:nvPr>
        </p:nvSpPr>
        <p:spPr>
          <a:xfrm>
            <a:off x="3982675" y="539500"/>
            <a:ext cx="44481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2"/>
          <p:cNvSpPr txBox="1">
            <a:spLocks noGrp="1"/>
          </p:cNvSpPr>
          <p:nvPr>
            <p:ph type="subTitle" idx="1"/>
          </p:nvPr>
        </p:nvSpPr>
        <p:spPr>
          <a:xfrm>
            <a:off x="3982675" y="1610625"/>
            <a:ext cx="44481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22"/>
          <p:cNvSpPr txBox="1"/>
          <p:nvPr/>
        </p:nvSpPr>
        <p:spPr>
          <a:xfrm>
            <a:off x="3982675" y="3594500"/>
            <a:ext cx="437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000" b="1" u="sng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16" name="Google Shape;516;p22"/>
          <p:cNvGrpSpPr/>
          <p:nvPr/>
        </p:nvGrpSpPr>
        <p:grpSpPr>
          <a:xfrm>
            <a:off x="0" y="1949879"/>
            <a:ext cx="9848597" cy="3193446"/>
            <a:chOff x="0" y="1949879"/>
            <a:chExt cx="9848597" cy="3193446"/>
          </a:xfrm>
        </p:grpSpPr>
        <p:sp>
          <p:nvSpPr>
            <p:cNvPr id="517" name="Google Shape;517;p22"/>
            <p:cNvSpPr/>
            <p:nvPr/>
          </p:nvSpPr>
          <p:spPr>
            <a:xfrm>
              <a:off x="0" y="4605725"/>
              <a:ext cx="9144000" cy="53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18" name="Google Shape;518;p22"/>
            <p:cNvGrpSpPr/>
            <p:nvPr/>
          </p:nvGrpSpPr>
          <p:grpSpPr>
            <a:xfrm>
              <a:off x="8611493" y="3119956"/>
              <a:ext cx="1237103" cy="1621711"/>
              <a:chOff x="5044785" y="3172415"/>
              <a:chExt cx="552229" cy="723881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5100002" y="3590163"/>
                <a:ext cx="365632" cy="306133"/>
              </a:xfrm>
              <a:custGeom>
                <a:avLst/>
                <a:gdLst/>
                <a:ahLst/>
                <a:cxnLst/>
                <a:rect l="l" t="t" r="r" b="b"/>
                <a:pathLst>
                  <a:path w="365632" h="306133" extrusionOk="0">
                    <a:moveTo>
                      <a:pt x="182816" y="0"/>
                    </a:moveTo>
                    <a:lnTo>
                      <a:pt x="0" y="0"/>
                    </a:lnTo>
                    <a:lnTo>
                      <a:pt x="53467" y="305308"/>
                    </a:lnTo>
                    <a:lnTo>
                      <a:pt x="182816" y="306134"/>
                    </a:lnTo>
                    <a:lnTo>
                      <a:pt x="312102" y="305308"/>
                    </a:lnTo>
                    <a:lnTo>
                      <a:pt x="3656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5117401" y="3686365"/>
                <a:ext cx="330962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330962" h="4127" extrusionOk="0">
                    <a:moveTo>
                      <a:pt x="0" y="0"/>
                    </a:moveTo>
                    <a:lnTo>
                      <a:pt x="330962" y="0"/>
                    </a:lnTo>
                    <a:lnTo>
                      <a:pt x="330962" y="4128"/>
                    </a:lnTo>
                    <a:lnTo>
                      <a:pt x="0" y="41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2"/>
              <p:cNvSpPr/>
              <p:nvPr/>
            </p:nvSpPr>
            <p:spPr>
              <a:xfrm>
                <a:off x="5139753" y="3808222"/>
                <a:ext cx="287337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287337" h="4127" extrusionOk="0">
                    <a:moveTo>
                      <a:pt x="0" y="0"/>
                    </a:moveTo>
                    <a:lnTo>
                      <a:pt x="287337" y="0"/>
                    </a:lnTo>
                    <a:lnTo>
                      <a:pt x="287337" y="4127"/>
                    </a:lnTo>
                    <a:lnTo>
                      <a:pt x="0" y="41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2"/>
              <p:cNvSpPr/>
              <p:nvPr/>
            </p:nvSpPr>
            <p:spPr>
              <a:xfrm>
                <a:off x="5318271" y="3316921"/>
                <a:ext cx="104311" cy="273114"/>
              </a:xfrm>
              <a:custGeom>
                <a:avLst/>
                <a:gdLst/>
                <a:ahLst/>
                <a:cxnLst/>
                <a:rect l="l" t="t" r="r" b="b"/>
                <a:pathLst>
                  <a:path w="104311" h="273114" extrusionOk="0">
                    <a:moveTo>
                      <a:pt x="103994" y="55373"/>
                    </a:moveTo>
                    <a:cubicBezTo>
                      <a:pt x="99739" y="48578"/>
                      <a:pt x="95485" y="41784"/>
                      <a:pt x="91357" y="34926"/>
                    </a:cubicBezTo>
                    <a:cubicBezTo>
                      <a:pt x="87611" y="29211"/>
                      <a:pt x="83102" y="20194"/>
                      <a:pt x="77959" y="15622"/>
                    </a:cubicBezTo>
                    <a:cubicBezTo>
                      <a:pt x="61576" y="-1142"/>
                      <a:pt x="33318" y="-1142"/>
                      <a:pt x="16872" y="15432"/>
                    </a:cubicBezTo>
                    <a:cubicBezTo>
                      <a:pt x="10903" y="21274"/>
                      <a:pt x="6775" y="28894"/>
                      <a:pt x="4997" y="37021"/>
                    </a:cubicBezTo>
                    <a:cubicBezTo>
                      <a:pt x="3664" y="43689"/>
                      <a:pt x="4235" y="50420"/>
                      <a:pt x="4172" y="57214"/>
                    </a:cubicBezTo>
                    <a:lnTo>
                      <a:pt x="4299" y="81218"/>
                    </a:lnTo>
                    <a:cubicBezTo>
                      <a:pt x="4045" y="109412"/>
                      <a:pt x="4045" y="149417"/>
                      <a:pt x="3473" y="177166"/>
                    </a:cubicBezTo>
                    <a:cubicBezTo>
                      <a:pt x="2965" y="205169"/>
                      <a:pt x="2076" y="245492"/>
                      <a:pt x="743" y="273114"/>
                    </a:cubicBezTo>
                    <a:cubicBezTo>
                      <a:pt x="-83" y="242063"/>
                      <a:pt x="-400" y="67057"/>
                      <a:pt x="743" y="39181"/>
                    </a:cubicBezTo>
                    <a:cubicBezTo>
                      <a:pt x="2140" y="29211"/>
                      <a:pt x="7093" y="19813"/>
                      <a:pt x="14332" y="12828"/>
                    </a:cubicBezTo>
                    <a:cubicBezTo>
                      <a:pt x="31985" y="-4762"/>
                      <a:pt x="62528" y="-4190"/>
                      <a:pt x="79483" y="14098"/>
                    </a:cubicBezTo>
                    <a:cubicBezTo>
                      <a:pt x="84626" y="18988"/>
                      <a:pt x="88945" y="28195"/>
                      <a:pt x="92501" y="34227"/>
                    </a:cubicBezTo>
                    <a:cubicBezTo>
                      <a:pt x="92501" y="34227"/>
                      <a:pt x="104311" y="55119"/>
                      <a:pt x="104311" y="55119"/>
                    </a:cubicBezTo>
                    <a:lnTo>
                      <a:pt x="103994" y="55373"/>
                    </a:lnTo>
                    <a:lnTo>
                      <a:pt x="103994" y="553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5185473" y="3184106"/>
                <a:ext cx="107437" cy="406056"/>
              </a:xfrm>
              <a:custGeom>
                <a:avLst/>
                <a:gdLst/>
                <a:ahLst/>
                <a:cxnLst/>
                <a:rect l="l" t="t" r="r" b="b"/>
                <a:pathLst>
                  <a:path w="107437" h="406056" extrusionOk="0">
                    <a:moveTo>
                      <a:pt x="0" y="83667"/>
                    </a:moveTo>
                    <a:cubicBezTo>
                      <a:pt x="3620" y="73190"/>
                      <a:pt x="7239" y="62712"/>
                      <a:pt x="10986" y="52298"/>
                    </a:cubicBezTo>
                    <a:cubicBezTo>
                      <a:pt x="14542" y="43027"/>
                      <a:pt x="18224" y="29565"/>
                      <a:pt x="23940" y="21310"/>
                    </a:cubicBezTo>
                    <a:cubicBezTo>
                      <a:pt x="37655" y="-661"/>
                      <a:pt x="64008" y="-7963"/>
                      <a:pt x="84074" y="10515"/>
                    </a:cubicBezTo>
                    <a:cubicBezTo>
                      <a:pt x="98870" y="23914"/>
                      <a:pt x="105220" y="43662"/>
                      <a:pt x="106871" y="62903"/>
                    </a:cubicBezTo>
                    <a:cubicBezTo>
                      <a:pt x="107823" y="101193"/>
                      <a:pt x="107315" y="168186"/>
                      <a:pt x="107188" y="206540"/>
                    </a:cubicBezTo>
                    <a:cubicBezTo>
                      <a:pt x="106553" y="270230"/>
                      <a:pt x="106743" y="343192"/>
                      <a:pt x="103568" y="406057"/>
                    </a:cubicBezTo>
                    <a:cubicBezTo>
                      <a:pt x="103568" y="356146"/>
                      <a:pt x="103251" y="117894"/>
                      <a:pt x="103442" y="73571"/>
                    </a:cubicBezTo>
                    <a:cubicBezTo>
                      <a:pt x="103823" y="51790"/>
                      <a:pt x="98235" y="28295"/>
                      <a:pt x="81915" y="12928"/>
                    </a:cubicBezTo>
                    <a:cubicBezTo>
                      <a:pt x="63310" y="-4725"/>
                      <a:pt x="38926" y="2260"/>
                      <a:pt x="25781" y="22580"/>
                    </a:cubicBezTo>
                    <a:cubicBezTo>
                      <a:pt x="19495" y="31724"/>
                      <a:pt x="16510" y="42583"/>
                      <a:pt x="12319" y="52806"/>
                    </a:cubicBezTo>
                    <a:lnTo>
                      <a:pt x="381" y="83858"/>
                    </a:lnTo>
                    <a:lnTo>
                      <a:pt x="0" y="83667"/>
                    </a:lnTo>
                    <a:lnTo>
                      <a:pt x="0" y="83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5299692" y="3317200"/>
                <a:ext cx="297322" cy="300780"/>
              </a:xfrm>
              <a:custGeom>
                <a:avLst/>
                <a:gdLst/>
                <a:ahLst/>
                <a:cxnLst/>
                <a:rect l="l" t="t" r="r" b="b"/>
                <a:pathLst>
                  <a:path w="297322" h="300780" extrusionOk="0">
                    <a:moveTo>
                      <a:pt x="214394" y="610"/>
                    </a:moveTo>
                    <a:cubicBezTo>
                      <a:pt x="153180" y="-6755"/>
                      <a:pt x="122700" y="54966"/>
                      <a:pt x="122700" y="54966"/>
                    </a:cubicBezTo>
                    <a:cubicBezTo>
                      <a:pt x="122700" y="54966"/>
                      <a:pt x="57930" y="31535"/>
                      <a:pt x="18941" y="79287"/>
                    </a:cubicBezTo>
                    <a:cubicBezTo>
                      <a:pt x="-1824" y="104624"/>
                      <a:pt x="-4681" y="135929"/>
                      <a:pt x="6305" y="166981"/>
                    </a:cubicBezTo>
                    <a:cubicBezTo>
                      <a:pt x="14115" y="158535"/>
                      <a:pt x="23195" y="151359"/>
                      <a:pt x="33736" y="147422"/>
                    </a:cubicBezTo>
                    <a:cubicBezTo>
                      <a:pt x="65677" y="135421"/>
                      <a:pt x="42754" y="183554"/>
                      <a:pt x="29355" y="208256"/>
                    </a:cubicBezTo>
                    <a:cubicBezTo>
                      <a:pt x="56660" y="243689"/>
                      <a:pt x="101300" y="274867"/>
                      <a:pt x="156799" y="291377"/>
                    </a:cubicBezTo>
                    <a:cubicBezTo>
                      <a:pt x="158641" y="283821"/>
                      <a:pt x="161625" y="276645"/>
                      <a:pt x="166324" y="270676"/>
                    </a:cubicBezTo>
                    <a:cubicBezTo>
                      <a:pt x="179342" y="254229"/>
                      <a:pt x="184358" y="277725"/>
                      <a:pt x="186263" y="298489"/>
                    </a:cubicBezTo>
                    <a:cubicBezTo>
                      <a:pt x="189692" y="299124"/>
                      <a:pt x="193121" y="299759"/>
                      <a:pt x="196614" y="300267"/>
                    </a:cubicBezTo>
                    <a:cubicBezTo>
                      <a:pt x="212870" y="302744"/>
                      <a:pt x="229317" y="296140"/>
                      <a:pt x="239286" y="283058"/>
                    </a:cubicBezTo>
                    <a:cubicBezTo>
                      <a:pt x="257892" y="258802"/>
                      <a:pt x="271798" y="233021"/>
                      <a:pt x="281323" y="207240"/>
                    </a:cubicBezTo>
                    <a:cubicBezTo>
                      <a:pt x="267861" y="192317"/>
                      <a:pt x="251478" y="169013"/>
                      <a:pt x="255986" y="147486"/>
                    </a:cubicBezTo>
                    <a:cubicBezTo>
                      <a:pt x="260305" y="127229"/>
                      <a:pt x="278974" y="142724"/>
                      <a:pt x="294086" y="159551"/>
                    </a:cubicBezTo>
                    <a:cubicBezTo>
                      <a:pt x="307739" y="78652"/>
                      <a:pt x="277640" y="8294"/>
                      <a:pt x="214394" y="610"/>
                    </a:cubicBezTo>
                    <a:close/>
                    <a:moveTo>
                      <a:pt x="141686" y="218162"/>
                    </a:moveTo>
                    <a:cubicBezTo>
                      <a:pt x="134765" y="218162"/>
                      <a:pt x="129177" y="205208"/>
                      <a:pt x="129177" y="189206"/>
                    </a:cubicBezTo>
                    <a:cubicBezTo>
                      <a:pt x="129177" y="173203"/>
                      <a:pt x="134765" y="160250"/>
                      <a:pt x="141686" y="160250"/>
                    </a:cubicBezTo>
                    <a:cubicBezTo>
                      <a:pt x="148608" y="160250"/>
                      <a:pt x="154196" y="173203"/>
                      <a:pt x="154196" y="189206"/>
                    </a:cubicBezTo>
                    <a:cubicBezTo>
                      <a:pt x="154196" y="205208"/>
                      <a:pt x="148608" y="218162"/>
                      <a:pt x="141686" y="218162"/>
                    </a:cubicBezTo>
                    <a:close/>
                    <a:moveTo>
                      <a:pt x="202900" y="129960"/>
                    </a:moveTo>
                    <a:cubicBezTo>
                      <a:pt x="198646" y="133008"/>
                      <a:pt x="189502" y="127547"/>
                      <a:pt x="182390" y="117704"/>
                    </a:cubicBezTo>
                    <a:cubicBezTo>
                      <a:pt x="175342" y="107862"/>
                      <a:pt x="172992" y="97448"/>
                      <a:pt x="177246" y="94400"/>
                    </a:cubicBezTo>
                    <a:cubicBezTo>
                      <a:pt x="181501" y="91352"/>
                      <a:pt x="190645" y="96813"/>
                      <a:pt x="197757" y="106656"/>
                    </a:cubicBezTo>
                    <a:cubicBezTo>
                      <a:pt x="204869" y="116498"/>
                      <a:pt x="207155" y="126912"/>
                      <a:pt x="202900" y="129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5044785" y="3172415"/>
                <a:ext cx="269027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9027" h="272092" extrusionOk="0">
                    <a:moveTo>
                      <a:pt x="2893" y="144380"/>
                    </a:moveTo>
                    <a:cubicBezTo>
                      <a:pt x="16546" y="129140"/>
                      <a:pt x="33500" y="115170"/>
                      <a:pt x="37374" y="133458"/>
                    </a:cubicBezTo>
                    <a:cubicBezTo>
                      <a:pt x="41501" y="152953"/>
                      <a:pt x="26642" y="174035"/>
                      <a:pt x="14450" y="187497"/>
                    </a:cubicBezTo>
                    <a:cubicBezTo>
                      <a:pt x="23087" y="210801"/>
                      <a:pt x="35659" y="234106"/>
                      <a:pt x="52487" y="256076"/>
                    </a:cubicBezTo>
                    <a:cubicBezTo>
                      <a:pt x="61567" y="267888"/>
                      <a:pt x="76426" y="273856"/>
                      <a:pt x="91095" y="271634"/>
                    </a:cubicBezTo>
                    <a:cubicBezTo>
                      <a:pt x="94270" y="271126"/>
                      <a:pt x="97381" y="270618"/>
                      <a:pt x="100493" y="270047"/>
                    </a:cubicBezTo>
                    <a:cubicBezTo>
                      <a:pt x="102207" y="251314"/>
                      <a:pt x="106779" y="230042"/>
                      <a:pt x="118527" y="244900"/>
                    </a:cubicBezTo>
                    <a:cubicBezTo>
                      <a:pt x="122781" y="250298"/>
                      <a:pt x="125512" y="256775"/>
                      <a:pt x="127163" y="263633"/>
                    </a:cubicBezTo>
                    <a:cubicBezTo>
                      <a:pt x="177391" y="248711"/>
                      <a:pt x="217841" y="220517"/>
                      <a:pt x="242479" y="188449"/>
                    </a:cubicBezTo>
                    <a:cubicBezTo>
                      <a:pt x="230350" y="166097"/>
                      <a:pt x="209586" y="122536"/>
                      <a:pt x="238478" y="133394"/>
                    </a:cubicBezTo>
                    <a:cubicBezTo>
                      <a:pt x="248003" y="136950"/>
                      <a:pt x="256258" y="143428"/>
                      <a:pt x="263307" y="151111"/>
                    </a:cubicBezTo>
                    <a:cubicBezTo>
                      <a:pt x="273276" y="123044"/>
                      <a:pt x="270673" y="94723"/>
                      <a:pt x="251877" y="71736"/>
                    </a:cubicBezTo>
                    <a:cubicBezTo>
                      <a:pt x="216571" y="28556"/>
                      <a:pt x="157960" y="49765"/>
                      <a:pt x="157960" y="49765"/>
                    </a:cubicBezTo>
                    <a:cubicBezTo>
                      <a:pt x="157960" y="49765"/>
                      <a:pt x="130401" y="-6115"/>
                      <a:pt x="74966" y="552"/>
                    </a:cubicBezTo>
                    <a:cubicBezTo>
                      <a:pt x="17816" y="7411"/>
                      <a:pt x="-9362" y="71101"/>
                      <a:pt x="2893" y="144380"/>
                    </a:cubicBezTo>
                    <a:close/>
                    <a:moveTo>
                      <a:pt x="129576" y="171113"/>
                    </a:moveTo>
                    <a:cubicBezTo>
                      <a:pt x="129576" y="156636"/>
                      <a:pt x="134656" y="144888"/>
                      <a:pt x="140879" y="144888"/>
                    </a:cubicBezTo>
                    <a:cubicBezTo>
                      <a:pt x="147102" y="144888"/>
                      <a:pt x="152182" y="156636"/>
                      <a:pt x="152182" y="171113"/>
                    </a:cubicBezTo>
                    <a:cubicBezTo>
                      <a:pt x="152182" y="185592"/>
                      <a:pt x="147102" y="197339"/>
                      <a:pt x="140879" y="197339"/>
                    </a:cubicBezTo>
                    <a:cubicBezTo>
                      <a:pt x="134656" y="197339"/>
                      <a:pt x="129576" y="185592"/>
                      <a:pt x="129576" y="171113"/>
                    </a:cubicBezTo>
                    <a:close/>
                    <a:moveTo>
                      <a:pt x="90142" y="96501"/>
                    </a:moveTo>
                    <a:cubicBezTo>
                      <a:pt x="96556" y="87611"/>
                      <a:pt x="104874" y="82658"/>
                      <a:pt x="108684" y="85452"/>
                    </a:cubicBezTo>
                    <a:cubicBezTo>
                      <a:pt x="112494" y="88246"/>
                      <a:pt x="110462" y="97644"/>
                      <a:pt x="104049" y="106534"/>
                    </a:cubicBezTo>
                    <a:cubicBezTo>
                      <a:pt x="97635" y="115424"/>
                      <a:pt x="89317" y="120377"/>
                      <a:pt x="85507" y="117583"/>
                    </a:cubicBezTo>
                    <a:cubicBezTo>
                      <a:pt x="81633" y="114789"/>
                      <a:pt x="83729" y="105327"/>
                      <a:pt x="90142" y="96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5185536" y="3445138"/>
                <a:ext cx="76712" cy="145093"/>
              </a:xfrm>
              <a:custGeom>
                <a:avLst/>
                <a:gdLst/>
                <a:ahLst/>
                <a:cxnLst/>
                <a:rect l="l" t="t" r="r" b="b"/>
                <a:pathLst>
                  <a:path w="76712" h="145093" extrusionOk="0">
                    <a:moveTo>
                      <a:pt x="0" y="31423"/>
                    </a:moveTo>
                    <a:cubicBezTo>
                      <a:pt x="3429" y="25898"/>
                      <a:pt x="7557" y="19993"/>
                      <a:pt x="11176" y="14595"/>
                    </a:cubicBezTo>
                    <a:cubicBezTo>
                      <a:pt x="15049" y="8563"/>
                      <a:pt x="21527" y="4435"/>
                      <a:pt x="28194" y="2276"/>
                    </a:cubicBezTo>
                    <a:cubicBezTo>
                      <a:pt x="47054" y="-4582"/>
                      <a:pt x="76327" y="4118"/>
                      <a:pt x="76645" y="27549"/>
                    </a:cubicBezTo>
                    <a:cubicBezTo>
                      <a:pt x="76962" y="57013"/>
                      <a:pt x="76136" y="88636"/>
                      <a:pt x="74866" y="118227"/>
                    </a:cubicBezTo>
                    <a:cubicBezTo>
                      <a:pt x="74295" y="127181"/>
                      <a:pt x="73914" y="136134"/>
                      <a:pt x="73152" y="145088"/>
                    </a:cubicBezTo>
                    <a:cubicBezTo>
                      <a:pt x="72009" y="146040"/>
                      <a:pt x="72898" y="37582"/>
                      <a:pt x="72517" y="37645"/>
                    </a:cubicBezTo>
                    <a:cubicBezTo>
                      <a:pt x="72390" y="33772"/>
                      <a:pt x="72771" y="28057"/>
                      <a:pt x="72327" y="24247"/>
                    </a:cubicBezTo>
                    <a:cubicBezTo>
                      <a:pt x="67437" y="1260"/>
                      <a:pt x="33210" y="-2296"/>
                      <a:pt x="17082" y="10912"/>
                    </a:cubicBezTo>
                    <a:cubicBezTo>
                      <a:pt x="13589" y="13643"/>
                      <a:pt x="11176" y="17516"/>
                      <a:pt x="8382" y="21009"/>
                    </a:cubicBezTo>
                    <a:lnTo>
                      <a:pt x="191" y="31677"/>
                    </a:lnTo>
                    <a:lnTo>
                      <a:pt x="0" y="31423"/>
                    </a:lnTo>
                    <a:lnTo>
                      <a:pt x="0" y="314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5075968" y="3459466"/>
                <a:ext cx="219498" cy="213194"/>
              </a:xfrm>
              <a:custGeom>
                <a:avLst/>
                <a:gdLst/>
                <a:ahLst/>
                <a:cxnLst/>
                <a:rect l="l" t="t" r="r" b="b"/>
                <a:pathLst>
                  <a:path w="219498" h="213194" extrusionOk="0">
                    <a:moveTo>
                      <a:pt x="18002" y="134761"/>
                    </a:moveTo>
                    <a:cubicBezTo>
                      <a:pt x="24542" y="119520"/>
                      <a:pt x="33877" y="104407"/>
                      <a:pt x="41624" y="117488"/>
                    </a:cubicBezTo>
                    <a:cubicBezTo>
                      <a:pt x="49816" y="131331"/>
                      <a:pt x="43910" y="151334"/>
                      <a:pt x="38068" y="164859"/>
                    </a:cubicBezTo>
                    <a:cubicBezTo>
                      <a:pt x="50704" y="180480"/>
                      <a:pt x="66389" y="195086"/>
                      <a:pt x="84994" y="207595"/>
                    </a:cubicBezTo>
                    <a:cubicBezTo>
                      <a:pt x="94964" y="214326"/>
                      <a:pt x="107918" y="215024"/>
                      <a:pt x="118649" y="209500"/>
                    </a:cubicBezTo>
                    <a:cubicBezTo>
                      <a:pt x="120935" y="208293"/>
                      <a:pt x="123222" y="207087"/>
                      <a:pt x="125444" y="205817"/>
                    </a:cubicBezTo>
                    <a:cubicBezTo>
                      <a:pt x="121952" y="191021"/>
                      <a:pt x="119919" y="173559"/>
                      <a:pt x="132747" y="181877"/>
                    </a:cubicBezTo>
                    <a:cubicBezTo>
                      <a:pt x="137446" y="184925"/>
                      <a:pt x="141192" y="189180"/>
                      <a:pt x="144177" y="194006"/>
                    </a:cubicBezTo>
                    <a:cubicBezTo>
                      <a:pt x="178784" y="169622"/>
                      <a:pt x="202533" y="137491"/>
                      <a:pt x="213137" y="106503"/>
                    </a:cubicBezTo>
                    <a:cubicBezTo>
                      <a:pt x="198088" y="92533"/>
                      <a:pt x="170847" y="64530"/>
                      <a:pt x="195866" y="65355"/>
                    </a:cubicBezTo>
                    <a:cubicBezTo>
                      <a:pt x="204121" y="65609"/>
                      <a:pt x="212122" y="68403"/>
                      <a:pt x="219487" y="72467"/>
                    </a:cubicBezTo>
                    <a:cubicBezTo>
                      <a:pt x="219868" y="48337"/>
                      <a:pt x="210534" y="27318"/>
                      <a:pt x="190214" y="14618"/>
                    </a:cubicBezTo>
                    <a:cubicBezTo>
                      <a:pt x="151987" y="-9385"/>
                      <a:pt x="112554" y="22048"/>
                      <a:pt x="112554" y="22048"/>
                    </a:cubicBezTo>
                    <a:cubicBezTo>
                      <a:pt x="112554" y="22048"/>
                      <a:pt x="76993" y="-13639"/>
                      <a:pt x="36227" y="5792"/>
                    </a:cubicBezTo>
                    <a:cubicBezTo>
                      <a:pt x="-5938" y="25858"/>
                      <a:pt x="-10319" y="81738"/>
                      <a:pt x="18002" y="134761"/>
                    </a:cubicBezTo>
                    <a:close/>
                    <a:moveTo>
                      <a:pt x="122079" y="122505"/>
                    </a:moveTo>
                    <a:cubicBezTo>
                      <a:pt x="118332" y="111393"/>
                      <a:pt x="119158" y="101105"/>
                      <a:pt x="123984" y="99518"/>
                    </a:cubicBezTo>
                    <a:cubicBezTo>
                      <a:pt x="128810" y="97930"/>
                      <a:pt x="135667" y="105614"/>
                      <a:pt x="139414" y="116663"/>
                    </a:cubicBezTo>
                    <a:cubicBezTo>
                      <a:pt x="143160" y="127775"/>
                      <a:pt x="142335" y="138062"/>
                      <a:pt x="137509" y="139650"/>
                    </a:cubicBezTo>
                    <a:cubicBezTo>
                      <a:pt x="132683" y="141237"/>
                      <a:pt x="125825" y="133554"/>
                      <a:pt x="122079" y="122505"/>
                    </a:cubicBezTo>
                    <a:close/>
                    <a:moveTo>
                      <a:pt x="72485" y="75451"/>
                    </a:moveTo>
                    <a:cubicBezTo>
                      <a:pt x="75089" y="67006"/>
                      <a:pt x="80168" y="61037"/>
                      <a:pt x="83852" y="62180"/>
                    </a:cubicBezTo>
                    <a:cubicBezTo>
                      <a:pt x="87535" y="63323"/>
                      <a:pt x="88360" y="71070"/>
                      <a:pt x="85756" y="79579"/>
                    </a:cubicBezTo>
                    <a:cubicBezTo>
                      <a:pt x="83153" y="88024"/>
                      <a:pt x="78073" y="93993"/>
                      <a:pt x="74390" y="92850"/>
                    </a:cubicBezTo>
                    <a:cubicBezTo>
                      <a:pt x="70771" y="91707"/>
                      <a:pt x="69881" y="83897"/>
                      <a:pt x="72485" y="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8" name="Google Shape;528;p22"/>
            <p:cNvGrpSpPr/>
            <p:nvPr/>
          </p:nvGrpSpPr>
          <p:grpSpPr>
            <a:xfrm flipH="1">
              <a:off x="8567311" y="1949879"/>
              <a:ext cx="702346" cy="709248"/>
              <a:chOff x="8947918" y="1166943"/>
              <a:chExt cx="498967" cy="503870"/>
            </a:xfrm>
          </p:grpSpPr>
          <p:sp>
            <p:nvSpPr>
              <p:cNvPr id="529" name="Google Shape;529;p22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23"/>
          <p:cNvGrpSpPr/>
          <p:nvPr/>
        </p:nvGrpSpPr>
        <p:grpSpPr>
          <a:xfrm>
            <a:off x="256293" y="259265"/>
            <a:ext cx="8812407" cy="4737735"/>
            <a:chOff x="256293" y="259265"/>
            <a:chExt cx="8812407" cy="4737735"/>
          </a:xfrm>
        </p:grpSpPr>
        <p:grpSp>
          <p:nvGrpSpPr>
            <p:cNvPr id="534" name="Google Shape;534;p23"/>
            <p:cNvGrpSpPr/>
            <p:nvPr/>
          </p:nvGrpSpPr>
          <p:grpSpPr>
            <a:xfrm>
              <a:off x="8601600" y="2962575"/>
              <a:ext cx="467100" cy="467100"/>
              <a:chOff x="4123025" y="735300"/>
              <a:chExt cx="467100" cy="467100"/>
            </a:xfrm>
          </p:grpSpPr>
          <p:sp>
            <p:nvSpPr>
              <p:cNvPr id="535" name="Google Shape;535;p23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37" name="Google Shape;537;p23"/>
            <p:cNvGrpSpPr/>
            <p:nvPr/>
          </p:nvGrpSpPr>
          <p:grpSpPr>
            <a:xfrm>
              <a:off x="1127476" y="4664939"/>
              <a:ext cx="332061" cy="332061"/>
              <a:chOff x="4252475" y="1680725"/>
              <a:chExt cx="467100" cy="467100"/>
            </a:xfrm>
          </p:grpSpPr>
          <p:sp>
            <p:nvSpPr>
              <p:cNvPr id="538" name="Google Shape;538;p23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41" name="Google Shape;541;p23"/>
            <p:cNvGrpSpPr/>
            <p:nvPr/>
          </p:nvGrpSpPr>
          <p:grpSpPr>
            <a:xfrm>
              <a:off x="256293" y="259265"/>
              <a:ext cx="332061" cy="332015"/>
              <a:chOff x="4280525" y="2688025"/>
              <a:chExt cx="467100" cy="467100"/>
            </a:xfrm>
          </p:grpSpPr>
          <p:sp>
            <p:nvSpPr>
              <p:cNvPr id="542" name="Google Shape;542;p23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544" name="Google Shape;544;p23"/>
          <p:cNvGrpSpPr/>
          <p:nvPr/>
        </p:nvGrpSpPr>
        <p:grpSpPr>
          <a:xfrm>
            <a:off x="-1336870" y="-314243"/>
            <a:ext cx="11051742" cy="5492142"/>
            <a:chOff x="-1336870" y="-314243"/>
            <a:chExt cx="11051742" cy="5492142"/>
          </a:xfrm>
        </p:grpSpPr>
        <p:grpSp>
          <p:nvGrpSpPr>
            <p:cNvPr id="545" name="Google Shape;545;p23"/>
            <p:cNvGrpSpPr/>
            <p:nvPr/>
          </p:nvGrpSpPr>
          <p:grpSpPr>
            <a:xfrm flipH="1">
              <a:off x="8477768" y="3402706"/>
              <a:ext cx="1237103" cy="1621711"/>
              <a:chOff x="5044785" y="3172415"/>
              <a:chExt cx="552229" cy="723881"/>
            </a:xfrm>
          </p:grpSpPr>
          <p:sp>
            <p:nvSpPr>
              <p:cNvPr id="546" name="Google Shape;546;p23"/>
              <p:cNvSpPr/>
              <p:nvPr/>
            </p:nvSpPr>
            <p:spPr>
              <a:xfrm>
                <a:off x="5100002" y="3590163"/>
                <a:ext cx="365632" cy="306133"/>
              </a:xfrm>
              <a:custGeom>
                <a:avLst/>
                <a:gdLst/>
                <a:ahLst/>
                <a:cxnLst/>
                <a:rect l="l" t="t" r="r" b="b"/>
                <a:pathLst>
                  <a:path w="365632" h="306133" extrusionOk="0">
                    <a:moveTo>
                      <a:pt x="182816" y="0"/>
                    </a:moveTo>
                    <a:lnTo>
                      <a:pt x="0" y="0"/>
                    </a:lnTo>
                    <a:lnTo>
                      <a:pt x="53467" y="305308"/>
                    </a:lnTo>
                    <a:lnTo>
                      <a:pt x="182816" y="306134"/>
                    </a:lnTo>
                    <a:lnTo>
                      <a:pt x="312102" y="305308"/>
                    </a:lnTo>
                    <a:lnTo>
                      <a:pt x="3656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5117401" y="3686365"/>
                <a:ext cx="330962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330962" h="4127" extrusionOk="0">
                    <a:moveTo>
                      <a:pt x="0" y="0"/>
                    </a:moveTo>
                    <a:lnTo>
                      <a:pt x="330962" y="0"/>
                    </a:lnTo>
                    <a:lnTo>
                      <a:pt x="330962" y="4128"/>
                    </a:lnTo>
                    <a:lnTo>
                      <a:pt x="0" y="41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23"/>
              <p:cNvSpPr/>
              <p:nvPr/>
            </p:nvSpPr>
            <p:spPr>
              <a:xfrm>
                <a:off x="5139753" y="3808222"/>
                <a:ext cx="287337" cy="4127"/>
              </a:xfrm>
              <a:custGeom>
                <a:avLst/>
                <a:gdLst/>
                <a:ahLst/>
                <a:cxnLst/>
                <a:rect l="l" t="t" r="r" b="b"/>
                <a:pathLst>
                  <a:path w="287337" h="4127" extrusionOk="0">
                    <a:moveTo>
                      <a:pt x="0" y="0"/>
                    </a:moveTo>
                    <a:lnTo>
                      <a:pt x="287337" y="0"/>
                    </a:lnTo>
                    <a:lnTo>
                      <a:pt x="287337" y="4127"/>
                    </a:lnTo>
                    <a:lnTo>
                      <a:pt x="0" y="41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3"/>
              <p:cNvSpPr/>
              <p:nvPr/>
            </p:nvSpPr>
            <p:spPr>
              <a:xfrm>
                <a:off x="5318271" y="3316921"/>
                <a:ext cx="104311" cy="273114"/>
              </a:xfrm>
              <a:custGeom>
                <a:avLst/>
                <a:gdLst/>
                <a:ahLst/>
                <a:cxnLst/>
                <a:rect l="l" t="t" r="r" b="b"/>
                <a:pathLst>
                  <a:path w="104311" h="273114" extrusionOk="0">
                    <a:moveTo>
                      <a:pt x="103994" y="55373"/>
                    </a:moveTo>
                    <a:cubicBezTo>
                      <a:pt x="99739" y="48578"/>
                      <a:pt x="95485" y="41784"/>
                      <a:pt x="91357" y="34926"/>
                    </a:cubicBezTo>
                    <a:cubicBezTo>
                      <a:pt x="87611" y="29211"/>
                      <a:pt x="83102" y="20194"/>
                      <a:pt x="77959" y="15622"/>
                    </a:cubicBezTo>
                    <a:cubicBezTo>
                      <a:pt x="61576" y="-1142"/>
                      <a:pt x="33318" y="-1142"/>
                      <a:pt x="16872" y="15432"/>
                    </a:cubicBezTo>
                    <a:cubicBezTo>
                      <a:pt x="10903" y="21274"/>
                      <a:pt x="6775" y="28894"/>
                      <a:pt x="4997" y="37021"/>
                    </a:cubicBezTo>
                    <a:cubicBezTo>
                      <a:pt x="3664" y="43689"/>
                      <a:pt x="4235" y="50420"/>
                      <a:pt x="4172" y="57214"/>
                    </a:cubicBezTo>
                    <a:lnTo>
                      <a:pt x="4299" y="81218"/>
                    </a:lnTo>
                    <a:cubicBezTo>
                      <a:pt x="4045" y="109412"/>
                      <a:pt x="4045" y="149417"/>
                      <a:pt x="3473" y="177166"/>
                    </a:cubicBezTo>
                    <a:cubicBezTo>
                      <a:pt x="2965" y="205169"/>
                      <a:pt x="2076" y="245492"/>
                      <a:pt x="743" y="273114"/>
                    </a:cubicBezTo>
                    <a:cubicBezTo>
                      <a:pt x="-83" y="242063"/>
                      <a:pt x="-400" y="67057"/>
                      <a:pt x="743" y="39181"/>
                    </a:cubicBezTo>
                    <a:cubicBezTo>
                      <a:pt x="2140" y="29211"/>
                      <a:pt x="7093" y="19813"/>
                      <a:pt x="14332" y="12828"/>
                    </a:cubicBezTo>
                    <a:cubicBezTo>
                      <a:pt x="31985" y="-4762"/>
                      <a:pt x="62528" y="-4190"/>
                      <a:pt x="79483" y="14098"/>
                    </a:cubicBezTo>
                    <a:cubicBezTo>
                      <a:pt x="84626" y="18988"/>
                      <a:pt x="88945" y="28195"/>
                      <a:pt x="92501" y="34227"/>
                    </a:cubicBezTo>
                    <a:cubicBezTo>
                      <a:pt x="92501" y="34227"/>
                      <a:pt x="104311" y="55119"/>
                      <a:pt x="104311" y="55119"/>
                    </a:cubicBezTo>
                    <a:lnTo>
                      <a:pt x="103994" y="55373"/>
                    </a:lnTo>
                    <a:lnTo>
                      <a:pt x="103994" y="553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5185473" y="3184106"/>
                <a:ext cx="107437" cy="406056"/>
              </a:xfrm>
              <a:custGeom>
                <a:avLst/>
                <a:gdLst/>
                <a:ahLst/>
                <a:cxnLst/>
                <a:rect l="l" t="t" r="r" b="b"/>
                <a:pathLst>
                  <a:path w="107437" h="406056" extrusionOk="0">
                    <a:moveTo>
                      <a:pt x="0" y="83667"/>
                    </a:moveTo>
                    <a:cubicBezTo>
                      <a:pt x="3620" y="73190"/>
                      <a:pt x="7239" y="62712"/>
                      <a:pt x="10986" y="52298"/>
                    </a:cubicBezTo>
                    <a:cubicBezTo>
                      <a:pt x="14542" y="43027"/>
                      <a:pt x="18224" y="29565"/>
                      <a:pt x="23940" y="21310"/>
                    </a:cubicBezTo>
                    <a:cubicBezTo>
                      <a:pt x="37655" y="-661"/>
                      <a:pt x="64008" y="-7963"/>
                      <a:pt x="84074" y="10515"/>
                    </a:cubicBezTo>
                    <a:cubicBezTo>
                      <a:pt x="98870" y="23914"/>
                      <a:pt x="105220" y="43662"/>
                      <a:pt x="106871" y="62903"/>
                    </a:cubicBezTo>
                    <a:cubicBezTo>
                      <a:pt x="107823" y="101193"/>
                      <a:pt x="107315" y="168186"/>
                      <a:pt x="107188" y="206540"/>
                    </a:cubicBezTo>
                    <a:cubicBezTo>
                      <a:pt x="106553" y="270230"/>
                      <a:pt x="106743" y="343192"/>
                      <a:pt x="103568" y="406057"/>
                    </a:cubicBezTo>
                    <a:cubicBezTo>
                      <a:pt x="103568" y="356146"/>
                      <a:pt x="103251" y="117894"/>
                      <a:pt x="103442" y="73571"/>
                    </a:cubicBezTo>
                    <a:cubicBezTo>
                      <a:pt x="103823" y="51790"/>
                      <a:pt x="98235" y="28295"/>
                      <a:pt x="81915" y="12928"/>
                    </a:cubicBezTo>
                    <a:cubicBezTo>
                      <a:pt x="63310" y="-4725"/>
                      <a:pt x="38926" y="2260"/>
                      <a:pt x="25781" y="22580"/>
                    </a:cubicBezTo>
                    <a:cubicBezTo>
                      <a:pt x="19495" y="31724"/>
                      <a:pt x="16510" y="42583"/>
                      <a:pt x="12319" y="52806"/>
                    </a:cubicBezTo>
                    <a:lnTo>
                      <a:pt x="381" y="83858"/>
                    </a:lnTo>
                    <a:lnTo>
                      <a:pt x="0" y="83667"/>
                    </a:lnTo>
                    <a:lnTo>
                      <a:pt x="0" y="83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5299692" y="3317200"/>
                <a:ext cx="297322" cy="300780"/>
              </a:xfrm>
              <a:custGeom>
                <a:avLst/>
                <a:gdLst/>
                <a:ahLst/>
                <a:cxnLst/>
                <a:rect l="l" t="t" r="r" b="b"/>
                <a:pathLst>
                  <a:path w="297322" h="300780" extrusionOk="0">
                    <a:moveTo>
                      <a:pt x="214394" y="610"/>
                    </a:moveTo>
                    <a:cubicBezTo>
                      <a:pt x="153180" y="-6755"/>
                      <a:pt x="122700" y="54966"/>
                      <a:pt x="122700" y="54966"/>
                    </a:cubicBezTo>
                    <a:cubicBezTo>
                      <a:pt x="122700" y="54966"/>
                      <a:pt x="57930" y="31535"/>
                      <a:pt x="18941" y="79287"/>
                    </a:cubicBezTo>
                    <a:cubicBezTo>
                      <a:pt x="-1824" y="104624"/>
                      <a:pt x="-4681" y="135929"/>
                      <a:pt x="6305" y="166981"/>
                    </a:cubicBezTo>
                    <a:cubicBezTo>
                      <a:pt x="14115" y="158535"/>
                      <a:pt x="23195" y="151359"/>
                      <a:pt x="33736" y="147422"/>
                    </a:cubicBezTo>
                    <a:cubicBezTo>
                      <a:pt x="65677" y="135421"/>
                      <a:pt x="42754" y="183554"/>
                      <a:pt x="29355" y="208256"/>
                    </a:cubicBezTo>
                    <a:cubicBezTo>
                      <a:pt x="56660" y="243689"/>
                      <a:pt x="101300" y="274867"/>
                      <a:pt x="156799" y="291377"/>
                    </a:cubicBezTo>
                    <a:cubicBezTo>
                      <a:pt x="158641" y="283821"/>
                      <a:pt x="161625" y="276645"/>
                      <a:pt x="166324" y="270676"/>
                    </a:cubicBezTo>
                    <a:cubicBezTo>
                      <a:pt x="179342" y="254229"/>
                      <a:pt x="184358" y="277725"/>
                      <a:pt x="186263" y="298489"/>
                    </a:cubicBezTo>
                    <a:cubicBezTo>
                      <a:pt x="189692" y="299124"/>
                      <a:pt x="193121" y="299759"/>
                      <a:pt x="196614" y="300267"/>
                    </a:cubicBezTo>
                    <a:cubicBezTo>
                      <a:pt x="212870" y="302744"/>
                      <a:pt x="229317" y="296140"/>
                      <a:pt x="239286" y="283058"/>
                    </a:cubicBezTo>
                    <a:cubicBezTo>
                      <a:pt x="257892" y="258802"/>
                      <a:pt x="271798" y="233021"/>
                      <a:pt x="281323" y="207240"/>
                    </a:cubicBezTo>
                    <a:cubicBezTo>
                      <a:pt x="267861" y="192317"/>
                      <a:pt x="251478" y="169013"/>
                      <a:pt x="255986" y="147486"/>
                    </a:cubicBezTo>
                    <a:cubicBezTo>
                      <a:pt x="260305" y="127229"/>
                      <a:pt x="278974" y="142724"/>
                      <a:pt x="294086" y="159551"/>
                    </a:cubicBezTo>
                    <a:cubicBezTo>
                      <a:pt x="307739" y="78652"/>
                      <a:pt x="277640" y="8294"/>
                      <a:pt x="214394" y="610"/>
                    </a:cubicBezTo>
                    <a:close/>
                    <a:moveTo>
                      <a:pt x="141686" y="218162"/>
                    </a:moveTo>
                    <a:cubicBezTo>
                      <a:pt x="134765" y="218162"/>
                      <a:pt x="129177" y="205208"/>
                      <a:pt x="129177" y="189206"/>
                    </a:cubicBezTo>
                    <a:cubicBezTo>
                      <a:pt x="129177" y="173203"/>
                      <a:pt x="134765" y="160250"/>
                      <a:pt x="141686" y="160250"/>
                    </a:cubicBezTo>
                    <a:cubicBezTo>
                      <a:pt x="148608" y="160250"/>
                      <a:pt x="154196" y="173203"/>
                      <a:pt x="154196" y="189206"/>
                    </a:cubicBezTo>
                    <a:cubicBezTo>
                      <a:pt x="154196" y="205208"/>
                      <a:pt x="148608" y="218162"/>
                      <a:pt x="141686" y="218162"/>
                    </a:cubicBezTo>
                    <a:close/>
                    <a:moveTo>
                      <a:pt x="202900" y="129960"/>
                    </a:moveTo>
                    <a:cubicBezTo>
                      <a:pt x="198646" y="133008"/>
                      <a:pt x="189502" y="127547"/>
                      <a:pt x="182390" y="117704"/>
                    </a:cubicBezTo>
                    <a:cubicBezTo>
                      <a:pt x="175342" y="107862"/>
                      <a:pt x="172992" y="97448"/>
                      <a:pt x="177246" y="94400"/>
                    </a:cubicBezTo>
                    <a:cubicBezTo>
                      <a:pt x="181501" y="91352"/>
                      <a:pt x="190645" y="96813"/>
                      <a:pt x="197757" y="106656"/>
                    </a:cubicBezTo>
                    <a:cubicBezTo>
                      <a:pt x="204869" y="116498"/>
                      <a:pt x="207155" y="126912"/>
                      <a:pt x="202900" y="129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5044785" y="3172415"/>
                <a:ext cx="269027" cy="272092"/>
              </a:xfrm>
              <a:custGeom>
                <a:avLst/>
                <a:gdLst/>
                <a:ahLst/>
                <a:cxnLst/>
                <a:rect l="l" t="t" r="r" b="b"/>
                <a:pathLst>
                  <a:path w="269027" h="272092" extrusionOk="0">
                    <a:moveTo>
                      <a:pt x="2893" y="144380"/>
                    </a:moveTo>
                    <a:cubicBezTo>
                      <a:pt x="16546" y="129140"/>
                      <a:pt x="33500" y="115170"/>
                      <a:pt x="37374" y="133458"/>
                    </a:cubicBezTo>
                    <a:cubicBezTo>
                      <a:pt x="41501" y="152953"/>
                      <a:pt x="26642" y="174035"/>
                      <a:pt x="14450" y="187497"/>
                    </a:cubicBezTo>
                    <a:cubicBezTo>
                      <a:pt x="23087" y="210801"/>
                      <a:pt x="35659" y="234106"/>
                      <a:pt x="52487" y="256076"/>
                    </a:cubicBezTo>
                    <a:cubicBezTo>
                      <a:pt x="61567" y="267888"/>
                      <a:pt x="76426" y="273856"/>
                      <a:pt x="91095" y="271634"/>
                    </a:cubicBezTo>
                    <a:cubicBezTo>
                      <a:pt x="94270" y="271126"/>
                      <a:pt x="97381" y="270618"/>
                      <a:pt x="100493" y="270047"/>
                    </a:cubicBezTo>
                    <a:cubicBezTo>
                      <a:pt x="102207" y="251314"/>
                      <a:pt x="106779" y="230042"/>
                      <a:pt x="118527" y="244900"/>
                    </a:cubicBezTo>
                    <a:cubicBezTo>
                      <a:pt x="122781" y="250298"/>
                      <a:pt x="125512" y="256775"/>
                      <a:pt x="127163" y="263633"/>
                    </a:cubicBezTo>
                    <a:cubicBezTo>
                      <a:pt x="177391" y="248711"/>
                      <a:pt x="217841" y="220517"/>
                      <a:pt x="242479" y="188449"/>
                    </a:cubicBezTo>
                    <a:cubicBezTo>
                      <a:pt x="230350" y="166097"/>
                      <a:pt x="209586" y="122536"/>
                      <a:pt x="238478" y="133394"/>
                    </a:cubicBezTo>
                    <a:cubicBezTo>
                      <a:pt x="248003" y="136950"/>
                      <a:pt x="256258" y="143428"/>
                      <a:pt x="263307" y="151111"/>
                    </a:cubicBezTo>
                    <a:cubicBezTo>
                      <a:pt x="273276" y="123044"/>
                      <a:pt x="270673" y="94723"/>
                      <a:pt x="251877" y="71736"/>
                    </a:cubicBezTo>
                    <a:cubicBezTo>
                      <a:pt x="216571" y="28556"/>
                      <a:pt x="157960" y="49765"/>
                      <a:pt x="157960" y="49765"/>
                    </a:cubicBezTo>
                    <a:cubicBezTo>
                      <a:pt x="157960" y="49765"/>
                      <a:pt x="130401" y="-6115"/>
                      <a:pt x="74966" y="552"/>
                    </a:cubicBezTo>
                    <a:cubicBezTo>
                      <a:pt x="17816" y="7411"/>
                      <a:pt x="-9362" y="71101"/>
                      <a:pt x="2893" y="144380"/>
                    </a:cubicBezTo>
                    <a:close/>
                    <a:moveTo>
                      <a:pt x="129576" y="171113"/>
                    </a:moveTo>
                    <a:cubicBezTo>
                      <a:pt x="129576" y="156636"/>
                      <a:pt x="134656" y="144888"/>
                      <a:pt x="140879" y="144888"/>
                    </a:cubicBezTo>
                    <a:cubicBezTo>
                      <a:pt x="147102" y="144888"/>
                      <a:pt x="152182" y="156636"/>
                      <a:pt x="152182" y="171113"/>
                    </a:cubicBezTo>
                    <a:cubicBezTo>
                      <a:pt x="152182" y="185592"/>
                      <a:pt x="147102" y="197339"/>
                      <a:pt x="140879" y="197339"/>
                    </a:cubicBezTo>
                    <a:cubicBezTo>
                      <a:pt x="134656" y="197339"/>
                      <a:pt x="129576" y="185592"/>
                      <a:pt x="129576" y="171113"/>
                    </a:cubicBezTo>
                    <a:close/>
                    <a:moveTo>
                      <a:pt x="90142" y="96501"/>
                    </a:moveTo>
                    <a:cubicBezTo>
                      <a:pt x="96556" y="87611"/>
                      <a:pt x="104874" y="82658"/>
                      <a:pt x="108684" y="85452"/>
                    </a:cubicBezTo>
                    <a:cubicBezTo>
                      <a:pt x="112494" y="88246"/>
                      <a:pt x="110462" y="97644"/>
                      <a:pt x="104049" y="106534"/>
                    </a:cubicBezTo>
                    <a:cubicBezTo>
                      <a:pt x="97635" y="115424"/>
                      <a:pt x="89317" y="120377"/>
                      <a:pt x="85507" y="117583"/>
                    </a:cubicBezTo>
                    <a:cubicBezTo>
                      <a:pt x="81633" y="114789"/>
                      <a:pt x="83729" y="105327"/>
                      <a:pt x="90142" y="96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5185536" y="3445138"/>
                <a:ext cx="76712" cy="145093"/>
              </a:xfrm>
              <a:custGeom>
                <a:avLst/>
                <a:gdLst/>
                <a:ahLst/>
                <a:cxnLst/>
                <a:rect l="l" t="t" r="r" b="b"/>
                <a:pathLst>
                  <a:path w="76712" h="145093" extrusionOk="0">
                    <a:moveTo>
                      <a:pt x="0" y="31423"/>
                    </a:moveTo>
                    <a:cubicBezTo>
                      <a:pt x="3429" y="25898"/>
                      <a:pt x="7557" y="19993"/>
                      <a:pt x="11176" y="14595"/>
                    </a:cubicBezTo>
                    <a:cubicBezTo>
                      <a:pt x="15049" y="8563"/>
                      <a:pt x="21527" y="4435"/>
                      <a:pt x="28194" y="2276"/>
                    </a:cubicBezTo>
                    <a:cubicBezTo>
                      <a:pt x="47054" y="-4582"/>
                      <a:pt x="76327" y="4118"/>
                      <a:pt x="76645" y="27549"/>
                    </a:cubicBezTo>
                    <a:cubicBezTo>
                      <a:pt x="76962" y="57013"/>
                      <a:pt x="76136" y="88636"/>
                      <a:pt x="74866" y="118227"/>
                    </a:cubicBezTo>
                    <a:cubicBezTo>
                      <a:pt x="74295" y="127181"/>
                      <a:pt x="73914" y="136134"/>
                      <a:pt x="73152" y="145088"/>
                    </a:cubicBezTo>
                    <a:cubicBezTo>
                      <a:pt x="72009" y="146040"/>
                      <a:pt x="72898" y="37582"/>
                      <a:pt x="72517" y="37645"/>
                    </a:cubicBezTo>
                    <a:cubicBezTo>
                      <a:pt x="72390" y="33772"/>
                      <a:pt x="72771" y="28057"/>
                      <a:pt x="72327" y="24247"/>
                    </a:cubicBezTo>
                    <a:cubicBezTo>
                      <a:pt x="67437" y="1260"/>
                      <a:pt x="33210" y="-2296"/>
                      <a:pt x="17082" y="10912"/>
                    </a:cubicBezTo>
                    <a:cubicBezTo>
                      <a:pt x="13589" y="13643"/>
                      <a:pt x="11176" y="17516"/>
                      <a:pt x="8382" y="21009"/>
                    </a:cubicBezTo>
                    <a:lnTo>
                      <a:pt x="191" y="31677"/>
                    </a:lnTo>
                    <a:lnTo>
                      <a:pt x="0" y="31423"/>
                    </a:lnTo>
                    <a:lnTo>
                      <a:pt x="0" y="314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5075968" y="3459466"/>
                <a:ext cx="219498" cy="213194"/>
              </a:xfrm>
              <a:custGeom>
                <a:avLst/>
                <a:gdLst/>
                <a:ahLst/>
                <a:cxnLst/>
                <a:rect l="l" t="t" r="r" b="b"/>
                <a:pathLst>
                  <a:path w="219498" h="213194" extrusionOk="0">
                    <a:moveTo>
                      <a:pt x="18002" y="134761"/>
                    </a:moveTo>
                    <a:cubicBezTo>
                      <a:pt x="24542" y="119520"/>
                      <a:pt x="33877" y="104407"/>
                      <a:pt x="41624" y="117488"/>
                    </a:cubicBezTo>
                    <a:cubicBezTo>
                      <a:pt x="49816" y="131331"/>
                      <a:pt x="43910" y="151334"/>
                      <a:pt x="38068" y="164859"/>
                    </a:cubicBezTo>
                    <a:cubicBezTo>
                      <a:pt x="50704" y="180480"/>
                      <a:pt x="66389" y="195086"/>
                      <a:pt x="84994" y="207595"/>
                    </a:cubicBezTo>
                    <a:cubicBezTo>
                      <a:pt x="94964" y="214326"/>
                      <a:pt x="107918" y="215024"/>
                      <a:pt x="118649" y="209500"/>
                    </a:cubicBezTo>
                    <a:cubicBezTo>
                      <a:pt x="120935" y="208293"/>
                      <a:pt x="123222" y="207087"/>
                      <a:pt x="125444" y="205817"/>
                    </a:cubicBezTo>
                    <a:cubicBezTo>
                      <a:pt x="121952" y="191021"/>
                      <a:pt x="119919" y="173559"/>
                      <a:pt x="132747" y="181877"/>
                    </a:cubicBezTo>
                    <a:cubicBezTo>
                      <a:pt x="137446" y="184925"/>
                      <a:pt x="141192" y="189180"/>
                      <a:pt x="144177" y="194006"/>
                    </a:cubicBezTo>
                    <a:cubicBezTo>
                      <a:pt x="178784" y="169622"/>
                      <a:pt x="202533" y="137491"/>
                      <a:pt x="213137" y="106503"/>
                    </a:cubicBezTo>
                    <a:cubicBezTo>
                      <a:pt x="198088" y="92533"/>
                      <a:pt x="170847" y="64530"/>
                      <a:pt x="195866" y="65355"/>
                    </a:cubicBezTo>
                    <a:cubicBezTo>
                      <a:pt x="204121" y="65609"/>
                      <a:pt x="212122" y="68403"/>
                      <a:pt x="219487" y="72467"/>
                    </a:cubicBezTo>
                    <a:cubicBezTo>
                      <a:pt x="219868" y="48337"/>
                      <a:pt x="210534" y="27318"/>
                      <a:pt x="190214" y="14618"/>
                    </a:cubicBezTo>
                    <a:cubicBezTo>
                      <a:pt x="151987" y="-9385"/>
                      <a:pt x="112554" y="22048"/>
                      <a:pt x="112554" y="22048"/>
                    </a:cubicBezTo>
                    <a:cubicBezTo>
                      <a:pt x="112554" y="22048"/>
                      <a:pt x="76993" y="-13639"/>
                      <a:pt x="36227" y="5792"/>
                    </a:cubicBezTo>
                    <a:cubicBezTo>
                      <a:pt x="-5938" y="25858"/>
                      <a:pt x="-10319" y="81738"/>
                      <a:pt x="18002" y="134761"/>
                    </a:cubicBezTo>
                    <a:close/>
                    <a:moveTo>
                      <a:pt x="122079" y="122505"/>
                    </a:moveTo>
                    <a:cubicBezTo>
                      <a:pt x="118332" y="111393"/>
                      <a:pt x="119158" y="101105"/>
                      <a:pt x="123984" y="99518"/>
                    </a:cubicBezTo>
                    <a:cubicBezTo>
                      <a:pt x="128810" y="97930"/>
                      <a:pt x="135667" y="105614"/>
                      <a:pt x="139414" y="116663"/>
                    </a:cubicBezTo>
                    <a:cubicBezTo>
                      <a:pt x="143160" y="127775"/>
                      <a:pt x="142335" y="138062"/>
                      <a:pt x="137509" y="139650"/>
                    </a:cubicBezTo>
                    <a:cubicBezTo>
                      <a:pt x="132683" y="141237"/>
                      <a:pt x="125825" y="133554"/>
                      <a:pt x="122079" y="122505"/>
                    </a:cubicBezTo>
                    <a:close/>
                    <a:moveTo>
                      <a:pt x="72485" y="75451"/>
                    </a:moveTo>
                    <a:cubicBezTo>
                      <a:pt x="75089" y="67006"/>
                      <a:pt x="80168" y="61037"/>
                      <a:pt x="83852" y="62180"/>
                    </a:cubicBezTo>
                    <a:cubicBezTo>
                      <a:pt x="87535" y="63323"/>
                      <a:pt x="88360" y="71070"/>
                      <a:pt x="85756" y="79579"/>
                    </a:cubicBezTo>
                    <a:cubicBezTo>
                      <a:pt x="83153" y="88024"/>
                      <a:pt x="78073" y="93993"/>
                      <a:pt x="74390" y="92850"/>
                    </a:cubicBezTo>
                    <a:cubicBezTo>
                      <a:pt x="70771" y="91707"/>
                      <a:pt x="69881" y="83897"/>
                      <a:pt x="72485" y="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23"/>
            <p:cNvGrpSpPr/>
            <p:nvPr/>
          </p:nvGrpSpPr>
          <p:grpSpPr>
            <a:xfrm rot="-486640" flipH="1">
              <a:off x="2428493" y="-169263"/>
              <a:ext cx="2088941" cy="475804"/>
              <a:chOff x="6160325" y="5213222"/>
              <a:chExt cx="982725" cy="223838"/>
            </a:xfrm>
          </p:grpSpPr>
          <p:sp>
            <p:nvSpPr>
              <p:cNvPr id="556" name="Google Shape;556;p23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1" name="Google Shape;561;p23"/>
            <p:cNvGrpSpPr/>
            <p:nvPr/>
          </p:nvGrpSpPr>
          <p:grpSpPr>
            <a:xfrm>
              <a:off x="-1336870" y="3249235"/>
              <a:ext cx="2244952" cy="1928664"/>
              <a:chOff x="6809994" y="3974465"/>
              <a:chExt cx="1171320" cy="1006347"/>
            </a:xfrm>
          </p:grpSpPr>
          <p:sp>
            <p:nvSpPr>
              <p:cNvPr id="562" name="Google Shape;562;p23"/>
              <p:cNvSpPr/>
              <p:nvPr/>
            </p:nvSpPr>
            <p:spPr>
              <a:xfrm>
                <a:off x="7544276" y="4085050"/>
                <a:ext cx="136969" cy="136969"/>
              </a:xfrm>
              <a:custGeom>
                <a:avLst/>
                <a:gdLst/>
                <a:ahLst/>
                <a:cxnLst/>
                <a:rect l="l" t="t" r="r" b="b"/>
                <a:pathLst>
                  <a:path w="136969" h="136969" extrusionOk="0">
                    <a:moveTo>
                      <a:pt x="20923" y="126778"/>
                    </a:moveTo>
                    <a:lnTo>
                      <a:pt x="10192" y="116046"/>
                    </a:lnTo>
                    <a:cubicBezTo>
                      <a:pt x="-3397" y="102457"/>
                      <a:pt x="-3397" y="80359"/>
                      <a:pt x="10192" y="66770"/>
                    </a:cubicBezTo>
                    <a:lnTo>
                      <a:pt x="66770" y="10192"/>
                    </a:lnTo>
                    <a:cubicBezTo>
                      <a:pt x="80359" y="-3397"/>
                      <a:pt x="102457" y="-3397"/>
                      <a:pt x="116046" y="10192"/>
                    </a:cubicBezTo>
                    <a:lnTo>
                      <a:pt x="126778" y="20923"/>
                    </a:lnTo>
                    <a:cubicBezTo>
                      <a:pt x="140367" y="34512"/>
                      <a:pt x="140367" y="56610"/>
                      <a:pt x="126778" y="70199"/>
                    </a:cubicBezTo>
                    <a:lnTo>
                      <a:pt x="70199" y="126778"/>
                    </a:lnTo>
                    <a:cubicBezTo>
                      <a:pt x="56610" y="140367"/>
                      <a:pt x="34512" y="140367"/>
                      <a:pt x="20923" y="1267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7246873" y="4221162"/>
                <a:ext cx="382396" cy="332803"/>
              </a:xfrm>
              <a:custGeom>
                <a:avLst/>
                <a:gdLst/>
                <a:ahLst/>
                <a:cxnLst/>
                <a:rect l="l" t="t" r="r" b="b"/>
                <a:pathLst>
                  <a:path w="382396" h="332803" extrusionOk="0">
                    <a:moveTo>
                      <a:pt x="124905" y="321056"/>
                    </a:moveTo>
                    <a:lnTo>
                      <a:pt x="382397" y="66358"/>
                    </a:lnTo>
                    <a:lnTo>
                      <a:pt x="360870" y="0"/>
                    </a:lnTo>
                    <a:lnTo>
                      <a:pt x="0" y="3328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>
                <a:off x="7043864" y="4297870"/>
                <a:ext cx="160401" cy="300608"/>
              </a:xfrm>
              <a:custGeom>
                <a:avLst/>
                <a:gdLst/>
                <a:ahLst/>
                <a:cxnLst/>
                <a:rect l="l" t="t" r="r" b="b"/>
                <a:pathLst>
                  <a:path w="160401" h="300608" extrusionOk="0">
                    <a:moveTo>
                      <a:pt x="160401" y="284289"/>
                    </a:moveTo>
                    <a:lnTo>
                      <a:pt x="160401" y="0"/>
                    </a:lnTo>
                    <a:lnTo>
                      <a:pt x="0" y="0"/>
                    </a:lnTo>
                    <a:lnTo>
                      <a:pt x="0" y="30035"/>
                    </a:lnTo>
                    <a:lnTo>
                      <a:pt x="104394" y="30035"/>
                    </a:lnTo>
                    <a:lnTo>
                      <a:pt x="104394" y="3006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23"/>
              <p:cNvSpPr/>
              <p:nvPr/>
            </p:nvSpPr>
            <p:spPr>
              <a:xfrm>
                <a:off x="7626032" y="4397184"/>
                <a:ext cx="261302" cy="542988"/>
              </a:xfrm>
              <a:custGeom>
                <a:avLst/>
                <a:gdLst/>
                <a:ahLst/>
                <a:cxnLst/>
                <a:rect l="l" t="t" r="r" b="b"/>
                <a:pathLst>
                  <a:path w="261302" h="542988" extrusionOk="0">
                    <a:moveTo>
                      <a:pt x="0" y="0"/>
                    </a:moveTo>
                    <a:lnTo>
                      <a:pt x="84899" y="0"/>
                    </a:lnTo>
                    <a:lnTo>
                      <a:pt x="261303" y="542989"/>
                    </a:lnTo>
                    <a:lnTo>
                      <a:pt x="176403" y="5429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7600378" y="4198492"/>
                <a:ext cx="95186" cy="198691"/>
              </a:xfrm>
              <a:custGeom>
                <a:avLst/>
                <a:gdLst/>
                <a:ahLst/>
                <a:cxnLst/>
                <a:rect l="l" t="t" r="r" b="b"/>
                <a:pathLst>
                  <a:path w="95186" h="198691" extrusionOk="0">
                    <a:moveTo>
                      <a:pt x="95186" y="198691"/>
                    </a:moveTo>
                    <a:lnTo>
                      <a:pt x="30670" y="0"/>
                    </a:lnTo>
                    <a:lnTo>
                      <a:pt x="0" y="0"/>
                    </a:lnTo>
                    <a:lnTo>
                      <a:pt x="64579" y="19869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7879905" y="4917185"/>
                <a:ext cx="58927" cy="22986"/>
              </a:xfrm>
              <a:custGeom>
                <a:avLst/>
                <a:gdLst/>
                <a:ahLst/>
                <a:cxnLst/>
                <a:rect l="l" t="t" r="r" b="b"/>
                <a:pathLst>
                  <a:path w="58927" h="22986" extrusionOk="0">
                    <a:moveTo>
                      <a:pt x="7429" y="22987"/>
                    </a:moveTo>
                    <a:lnTo>
                      <a:pt x="58927" y="22987"/>
                    </a:lnTo>
                    <a:lnTo>
                      <a:pt x="589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7938896" y="4876609"/>
                <a:ext cx="42418" cy="104140"/>
              </a:xfrm>
              <a:custGeom>
                <a:avLst/>
                <a:gdLst/>
                <a:ahLst/>
                <a:cxnLst/>
                <a:rect l="l" t="t" r="r" b="b"/>
                <a:pathLst>
                  <a:path w="42418" h="104140" extrusionOk="0">
                    <a:moveTo>
                      <a:pt x="25019" y="0"/>
                    </a:moveTo>
                    <a:lnTo>
                      <a:pt x="17399" y="0"/>
                    </a:lnTo>
                    <a:cubicBezTo>
                      <a:pt x="7747" y="0"/>
                      <a:pt x="0" y="7811"/>
                      <a:pt x="0" y="17399"/>
                    </a:cubicBezTo>
                    <a:lnTo>
                      <a:pt x="0" y="86741"/>
                    </a:lnTo>
                    <a:cubicBezTo>
                      <a:pt x="0" y="96393"/>
                      <a:pt x="7810" y="104140"/>
                      <a:pt x="17399" y="104140"/>
                    </a:cubicBezTo>
                    <a:lnTo>
                      <a:pt x="25019" y="104140"/>
                    </a:lnTo>
                    <a:cubicBezTo>
                      <a:pt x="34672" y="104140"/>
                      <a:pt x="42418" y="96330"/>
                      <a:pt x="42418" y="86741"/>
                    </a:cubicBezTo>
                    <a:lnTo>
                      <a:pt x="42418" y="17399"/>
                    </a:lnTo>
                    <a:cubicBezTo>
                      <a:pt x="42418" y="7811"/>
                      <a:pt x="34608" y="0"/>
                      <a:pt x="25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911213" y="4859528"/>
                <a:ext cx="876109" cy="34162"/>
              </a:xfrm>
              <a:custGeom>
                <a:avLst/>
                <a:gdLst/>
                <a:ahLst/>
                <a:cxnLst/>
                <a:rect l="l" t="t" r="r" b="b"/>
                <a:pathLst>
                  <a:path w="876109" h="34162" extrusionOk="0">
                    <a:moveTo>
                      <a:pt x="876109" y="34163"/>
                    </a:moveTo>
                    <a:lnTo>
                      <a:pt x="0" y="34163"/>
                    </a:lnTo>
                    <a:lnTo>
                      <a:pt x="0" y="0"/>
                    </a:lnTo>
                    <a:lnTo>
                      <a:pt x="8649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809994" y="4893691"/>
                <a:ext cx="202438" cy="87058"/>
              </a:xfrm>
              <a:custGeom>
                <a:avLst/>
                <a:gdLst/>
                <a:ahLst/>
                <a:cxnLst/>
                <a:rect l="l" t="t" r="r" b="b"/>
                <a:pathLst>
                  <a:path w="202438" h="87058" extrusionOk="0">
                    <a:moveTo>
                      <a:pt x="0" y="0"/>
                    </a:moveTo>
                    <a:lnTo>
                      <a:pt x="202438" y="0"/>
                    </a:lnTo>
                    <a:lnTo>
                      <a:pt x="202438" y="87058"/>
                    </a:lnTo>
                    <a:lnTo>
                      <a:pt x="0" y="870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939533" y="4691743"/>
                <a:ext cx="185737" cy="167784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7784" extrusionOk="0">
                    <a:moveTo>
                      <a:pt x="90805" y="167784"/>
                    </a:moveTo>
                    <a:cubicBezTo>
                      <a:pt x="90805" y="167784"/>
                      <a:pt x="85090" y="66311"/>
                      <a:pt x="185738" y="66311"/>
                    </a:cubicBezTo>
                    <a:lnTo>
                      <a:pt x="168847" y="970"/>
                    </a:lnTo>
                    <a:cubicBezTo>
                      <a:pt x="168847" y="970"/>
                      <a:pt x="0" y="-23033"/>
                      <a:pt x="0" y="167784"/>
                    </a:cubicBezTo>
                    <a:lnTo>
                      <a:pt x="90805" y="1677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7015884" y="4542089"/>
                <a:ext cx="711811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711811" h="301228" extrusionOk="0">
                    <a:moveTo>
                      <a:pt x="670982" y="42293"/>
                    </a:moveTo>
                    <a:lnTo>
                      <a:pt x="711812" y="167896"/>
                    </a:lnTo>
                    <a:lnTo>
                      <a:pt x="153964" y="297944"/>
                    </a:lnTo>
                    <a:cubicBezTo>
                      <a:pt x="103609" y="309691"/>
                      <a:pt x="51222" y="289308"/>
                      <a:pt x="22011" y="246699"/>
                    </a:cubicBezTo>
                    <a:lnTo>
                      <a:pt x="22011" y="246699"/>
                    </a:lnTo>
                    <a:cubicBezTo>
                      <a:pt x="-20915" y="184025"/>
                      <a:pt x="1120" y="97474"/>
                      <a:pt x="69192" y="63820"/>
                    </a:cubicBezTo>
                    <a:cubicBezTo>
                      <a:pt x="178348" y="9845"/>
                      <a:pt x="370753" y="-37019"/>
                      <a:pt x="670982" y="42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939533" y="4842636"/>
                <a:ext cx="90805" cy="16827"/>
              </a:xfrm>
              <a:custGeom>
                <a:avLst/>
                <a:gdLst/>
                <a:ahLst/>
                <a:cxnLst/>
                <a:rect l="l" t="t" r="r" b="b"/>
                <a:pathLst>
                  <a:path w="90805" h="16827" extrusionOk="0">
                    <a:moveTo>
                      <a:pt x="90805" y="16828"/>
                    </a:moveTo>
                    <a:lnTo>
                      <a:pt x="0" y="16828"/>
                    </a:lnTo>
                    <a:cubicBezTo>
                      <a:pt x="0" y="10985"/>
                      <a:pt x="127" y="5397"/>
                      <a:pt x="445" y="0"/>
                    </a:cubicBezTo>
                    <a:lnTo>
                      <a:pt x="90805" y="1682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7125271" y="4613719"/>
                <a:ext cx="157988" cy="157988"/>
              </a:xfrm>
              <a:custGeom>
                <a:avLst/>
                <a:gdLst/>
                <a:ahLst/>
                <a:cxnLst/>
                <a:rect l="l" t="t" r="r" b="b"/>
                <a:pathLst>
                  <a:path w="157988" h="157988" extrusionOk="0">
                    <a:moveTo>
                      <a:pt x="157988" y="78994"/>
                    </a:moveTo>
                    <a:cubicBezTo>
                      <a:pt x="157988" y="122621"/>
                      <a:pt x="122621" y="157988"/>
                      <a:pt x="78994" y="157988"/>
                    </a:cubicBezTo>
                    <a:cubicBezTo>
                      <a:pt x="35367" y="157988"/>
                      <a:pt x="1" y="122621"/>
                      <a:pt x="1" y="78994"/>
                    </a:cubicBezTo>
                    <a:cubicBezTo>
                      <a:pt x="1" y="35367"/>
                      <a:pt x="35367" y="0"/>
                      <a:pt x="78994" y="0"/>
                    </a:cubicBezTo>
                    <a:cubicBezTo>
                      <a:pt x="122621" y="0"/>
                      <a:pt x="157988" y="35367"/>
                      <a:pt x="157988" y="789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7769034" y="4859528"/>
                <a:ext cx="18288" cy="34162"/>
              </a:xfrm>
              <a:custGeom>
                <a:avLst/>
                <a:gdLst/>
                <a:ahLst/>
                <a:cxnLst/>
                <a:rect l="l" t="t" r="r" b="b"/>
                <a:pathLst>
                  <a:path w="18288" h="34162" extrusionOk="0">
                    <a:moveTo>
                      <a:pt x="7176" y="0"/>
                    </a:moveTo>
                    <a:lnTo>
                      <a:pt x="18288" y="34163"/>
                    </a:lnTo>
                    <a:lnTo>
                      <a:pt x="0" y="341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7958439" y="4876609"/>
                <a:ext cx="3334" cy="104203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104203" extrusionOk="0">
                    <a:moveTo>
                      <a:pt x="1667" y="0"/>
                    </a:moveTo>
                    <a:cubicBezTo>
                      <a:pt x="3890" y="34671"/>
                      <a:pt x="3890" y="69533"/>
                      <a:pt x="1667" y="104204"/>
                    </a:cubicBezTo>
                    <a:cubicBezTo>
                      <a:pt x="-556" y="69469"/>
                      <a:pt x="-556" y="34671"/>
                      <a:pt x="1667" y="0"/>
                    </a:cubicBezTo>
                    <a:lnTo>
                      <a:pt x="16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7112571" y="4221035"/>
                <a:ext cx="118554" cy="105029"/>
              </a:xfrm>
              <a:custGeom>
                <a:avLst/>
                <a:gdLst/>
                <a:ahLst/>
                <a:cxnLst/>
                <a:rect l="l" t="t" r="r" b="b"/>
                <a:pathLst>
                  <a:path w="118554" h="105029" extrusionOk="0">
                    <a:moveTo>
                      <a:pt x="91694" y="105029"/>
                    </a:moveTo>
                    <a:lnTo>
                      <a:pt x="91694" y="93790"/>
                    </a:lnTo>
                    <a:cubicBezTo>
                      <a:pt x="100330" y="93790"/>
                      <a:pt x="107315" y="86805"/>
                      <a:pt x="107315" y="78168"/>
                    </a:cubicBezTo>
                    <a:lnTo>
                      <a:pt x="107315" y="58992"/>
                    </a:lnTo>
                    <a:cubicBezTo>
                      <a:pt x="107315" y="50355"/>
                      <a:pt x="100330" y="43371"/>
                      <a:pt x="91694" y="43371"/>
                    </a:cubicBezTo>
                    <a:lnTo>
                      <a:pt x="26860" y="43371"/>
                    </a:lnTo>
                    <a:cubicBezTo>
                      <a:pt x="12065" y="43371"/>
                      <a:pt x="0" y="31305"/>
                      <a:pt x="0" y="16510"/>
                    </a:cubicBezTo>
                    <a:lnTo>
                      <a:pt x="0" y="0"/>
                    </a:lnTo>
                    <a:lnTo>
                      <a:pt x="11240" y="0"/>
                    </a:lnTo>
                    <a:lnTo>
                      <a:pt x="11240" y="16510"/>
                    </a:lnTo>
                    <a:cubicBezTo>
                      <a:pt x="11240" y="25146"/>
                      <a:pt x="18224" y="32131"/>
                      <a:pt x="26860" y="32131"/>
                    </a:cubicBezTo>
                    <a:lnTo>
                      <a:pt x="91694" y="32131"/>
                    </a:lnTo>
                    <a:cubicBezTo>
                      <a:pt x="106490" y="32131"/>
                      <a:pt x="118555" y="44196"/>
                      <a:pt x="118555" y="58992"/>
                    </a:cubicBezTo>
                    <a:lnTo>
                      <a:pt x="118555" y="78168"/>
                    </a:lnTo>
                    <a:cubicBezTo>
                      <a:pt x="118491" y="93028"/>
                      <a:pt x="106490" y="105029"/>
                      <a:pt x="91694" y="105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7140626" y="4628239"/>
                <a:ext cx="126507" cy="128551"/>
              </a:xfrm>
              <a:custGeom>
                <a:avLst/>
                <a:gdLst/>
                <a:ahLst/>
                <a:cxnLst/>
                <a:rect l="l" t="t" r="r" b="b"/>
                <a:pathLst>
                  <a:path w="126507" h="128551" extrusionOk="0">
                    <a:moveTo>
                      <a:pt x="126505" y="64474"/>
                    </a:moveTo>
                    <a:cubicBezTo>
                      <a:pt x="126631" y="109813"/>
                      <a:pt x="81610" y="141690"/>
                      <a:pt x="39255" y="123211"/>
                    </a:cubicBezTo>
                    <a:cubicBezTo>
                      <a:pt x="16205" y="113305"/>
                      <a:pt x="203" y="89556"/>
                      <a:pt x="12" y="64474"/>
                    </a:cubicBezTo>
                    <a:cubicBezTo>
                      <a:pt x="-877" y="18944"/>
                      <a:pt x="46304" y="-12869"/>
                      <a:pt x="88214" y="5101"/>
                    </a:cubicBezTo>
                    <a:cubicBezTo>
                      <a:pt x="111582" y="14753"/>
                      <a:pt x="126758" y="39455"/>
                      <a:pt x="126505" y="64474"/>
                    </a:cubicBezTo>
                    <a:lnTo>
                      <a:pt x="126505" y="64474"/>
                    </a:lnTo>
                    <a:close/>
                    <a:moveTo>
                      <a:pt x="126187" y="64474"/>
                    </a:moveTo>
                    <a:cubicBezTo>
                      <a:pt x="125679" y="10181"/>
                      <a:pt x="58813" y="-16679"/>
                      <a:pt x="20332" y="21167"/>
                    </a:cubicBezTo>
                    <a:cubicBezTo>
                      <a:pt x="-18720" y="60346"/>
                      <a:pt x="7759" y="126386"/>
                      <a:pt x="63640" y="125815"/>
                    </a:cubicBezTo>
                    <a:cubicBezTo>
                      <a:pt x="96723" y="125815"/>
                      <a:pt x="126567" y="98129"/>
                      <a:pt x="126187" y="64474"/>
                    </a:cubicBezTo>
                    <a:lnTo>
                      <a:pt x="126187" y="6447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7156940" y="4685520"/>
                <a:ext cx="54518" cy="144670"/>
              </a:xfrm>
              <a:custGeom>
                <a:avLst/>
                <a:gdLst/>
                <a:ahLst/>
                <a:cxnLst/>
                <a:rect l="l" t="t" r="r" b="b"/>
                <a:pathLst>
                  <a:path w="54518" h="144670" extrusionOk="0">
                    <a:moveTo>
                      <a:pt x="7193" y="144670"/>
                    </a:moveTo>
                    <a:cubicBezTo>
                      <a:pt x="6494" y="144670"/>
                      <a:pt x="5796" y="144544"/>
                      <a:pt x="5098" y="144353"/>
                    </a:cubicBezTo>
                    <a:cubicBezTo>
                      <a:pt x="1288" y="143210"/>
                      <a:pt x="-872" y="139146"/>
                      <a:pt x="335" y="135336"/>
                    </a:cubicBezTo>
                    <a:lnTo>
                      <a:pt x="40403" y="5098"/>
                    </a:lnTo>
                    <a:cubicBezTo>
                      <a:pt x="41547" y="1288"/>
                      <a:pt x="45611" y="-872"/>
                      <a:pt x="49421" y="335"/>
                    </a:cubicBezTo>
                    <a:cubicBezTo>
                      <a:pt x="53230" y="1478"/>
                      <a:pt x="55390" y="5542"/>
                      <a:pt x="54183" y="9352"/>
                    </a:cubicBezTo>
                    <a:lnTo>
                      <a:pt x="14115" y="139590"/>
                    </a:lnTo>
                    <a:cubicBezTo>
                      <a:pt x="13162" y="142639"/>
                      <a:pt x="10304" y="144670"/>
                      <a:pt x="7193" y="1446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98792" y="4794821"/>
                <a:ext cx="130682" cy="56197"/>
              </a:xfrm>
              <a:custGeom>
                <a:avLst/>
                <a:gdLst/>
                <a:ahLst/>
                <a:cxnLst/>
                <a:rect l="l" t="t" r="r" b="b"/>
                <a:pathLst>
                  <a:path w="130682" h="56197" extrusionOk="0">
                    <a:moveTo>
                      <a:pt x="0" y="0"/>
                    </a:moveTo>
                    <a:lnTo>
                      <a:pt x="130683" y="0"/>
                    </a:lnTo>
                    <a:lnTo>
                      <a:pt x="130683" y="56198"/>
                    </a:lnTo>
                    <a:lnTo>
                      <a:pt x="0" y="5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015860" y="4166679"/>
                <a:ext cx="251098" cy="69786"/>
              </a:xfrm>
              <a:custGeom>
                <a:avLst/>
                <a:gdLst/>
                <a:ahLst/>
                <a:cxnLst/>
                <a:rect l="l" t="t" r="r" b="b"/>
                <a:pathLst>
                  <a:path w="251098" h="69786" extrusionOk="0">
                    <a:moveTo>
                      <a:pt x="238061" y="0"/>
                    </a:moveTo>
                    <a:lnTo>
                      <a:pt x="20828" y="0"/>
                    </a:lnTo>
                    <a:cubicBezTo>
                      <a:pt x="9334" y="0"/>
                      <a:pt x="0" y="9335"/>
                      <a:pt x="0" y="20828"/>
                    </a:cubicBezTo>
                    <a:lnTo>
                      <a:pt x="0" y="20828"/>
                    </a:lnTo>
                    <a:cubicBezTo>
                      <a:pt x="0" y="29401"/>
                      <a:pt x="3493" y="37529"/>
                      <a:pt x="9716" y="43434"/>
                    </a:cubicBezTo>
                    <a:lnTo>
                      <a:pt x="14160" y="47625"/>
                    </a:lnTo>
                    <a:cubicBezTo>
                      <a:pt x="29146" y="61849"/>
                      <a:pt x="48958" y="69786"/>
                      <a:pt x="69596" y="69786"/>
                    </a:cubicBezTo>
                    <a:lnTo>
                      <a:pt x="98425" y="69786"/>
                    </a:lnTo>
                    <a:cubicBezTo>
                      <a:pt x="118110" y="69786"/>
                      <a:pt x="137096" y="62548"/>
                      <a:pt x="151829" y="49530"/>
                    </a:cubicBezTo>
                    <a:lnTo>
                      <a:pt x="168339" y="34925"/>
                    </a:lnTo>
                    <a:lnTo>
                      <a:pt x="227774" y="34925"/>
                    </a:lnTo>
                    <a:cubicBezTo>
                      <a:pt x="236792" y="34925"/>
                      <a:pt x="244920" y="29591"/>
                      <a:pt x="248603" y="21336"/>
                    </a:cubicBezTo>
                    <a:lnTo>
                      <a:pt x="249999" y="18224"/>
                    </a:lnTo>
                    <a:cubicBezTo>
                      <a:pt x="253746" y="9589"/>
                      <a:pt x="247459" y="0"/>
                      <a:pt x="2380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686865" y="4584382"/>
                <a:ext cx="40766" cy="133032"/>
              </a:xfrm>
              <a:custGeom>
                <a:avLst/>
                <a:gdLst/>
                <a:ahLst/>
                <a:cxnLst/>
                <a:rect l="l" t="t" r="r" b="b"/>
                <a:pathLst>
                  <a:path w="40766" h="133032" extrusionOk="0">
                    <a:moveTo>
                      <a:pt x="0" y="0"/>
                    </a:moveTo>
                    <a:lnTo>
                      <a:pt x="40767" y="125603"/>
                    </a:lnTo>
                    <a:lnTo>
                      <a:pt x="8699" y="1330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589837" y="4166679"/>
                <a:ext cx="220471" cy="31813"/>
              </a:xfrm>
              <a:custGeom>
                <a:avLst/>
                <a:gdLst/>
                <a:ahLst/>
                <a:cxnLst/>
                <a:rect l="l" t="t" r="r" b="b"/>
                <a:pathLst>
                  <a:path w="220471" h="31813" extrusionOk="0">
                    <a:moveTo>
                      <a:pt x="10541" y="31814"/>
                    </a:moveTo>
                    <a:lnTo>
                      <a:pt x="220472" y="31814"/>
                    </a:lnTo>
                    <a:lnTo>
                      <a:pt x="19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786751" y="3974465"/>
                <a:ext cx="163893" cy="224027"/>
              </a:xfrm>
              <a:custGeom>
                <a:avLst/>
                <a:gdLst/>
                <a:ahLst/>
                <a:cxnLst/>
                <a:rect l="l" t="t" r="r" b="b"/>
                <a:pathLst>
                  <a:path w="163893" h="224027" extrusionOk="0">
                    <a:moveTo>
                      <a:pt x="23558" y="224028"/>
                    </a:moveTo>
                    <a:lnTo>
                      <a:pt x="163893" y="0"/>
                    </a:lnTo>
                    <a:lnTo>
                      <a:pt x="123825" y="0"/>
                    </a:lnTo>
                    <a:lnTo>
                      <a:pt x="0" y="19221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24"/>
          <p:cNvGrpSpPr/>
          <p:nvPr/>
        </p:nvGrpSpPr>
        <p:grpSpPr>
          <a:xfrm>
            <a:off x="-213700" y="-226675"/>
            <a:ext cx="8502875" cy="5541700"/>
            <a:chOff x="-213700" y="-226675"/>
            <a:chExt cx="8502875" cy="5541700"/>
          </a:xfrm>
        </p:grpSpPr>
        <p:grpSp>
          <p:nvGrpSpPr>
            <p:cNvPr id="587" name="Google Shape;587;p24"/>
            <p:cNvGrpSpPr/>
            <p:nvPr/>
          </p:nvGrpSpPr>
          <p:grpSpPr>
            <a:xfrm>
              <a:off x="-213700" y="3839600"/>
              <a:ext cx="467100" cy="467100"/>
              <a:chOff x="4123025" y="735300"/>
              <a:chExt cx="467100" cy="467100"/>
            </a:xfrm>
          </p:grpSpPr>
          <p:sp>
            <p:nvSpPr>
              <p:cNvPr id="588" name="Google Shape;588;p24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9" name="Google Shape;589;p24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90" name="Google Shape;590;p24"/>
            <p:cNvGrpSpPr/>
            <p:nvPr/>
          </p:nvGrpSpPr>
          <p:grpSpPr>
            <a:xfrm>
              <a:off x="253401" y="4604001"/>
              <a:ext cx="332061" cy="332061"/>
              <a:chOff x="4252475" y="1680725"/>
              <a:chExt cx="467100" cy="467100"/>
            </a:xfrm>
          </p:grpSpPr>
          <p:sp>
            <p:nvSpPr>
              <p:cNvPr id="591" name="Google Shape;591;p24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94" name="Google Shape;594;p24"/>
            <p:cNvGrpSpPr/>
            <p:nvPr/>
          </p:nvGrpSpPr>
          <p:grpSpPr>
            <a:xfrm>
              <a:off x="972175" y="4847925"/>
              <a:ext cx="467100" cy="467100"/>
              <a:chOff x="4123025" y="735300"/>
              <a:chExt cx="467100" cy="467100"/>
            </a:xfrm>
          </p:grpSpPr>
          <p:sp>
            <p:nvSpPr>
              <p:cNvPr id="595" name="Google Shape;595;p24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97" name="Google Shape;597;p24"/>
            <p:cNvGrpSpPr/>
            <p:nvPr/>
          </p:nvGrpSpPr>
          <p:grpSpPr>
            <a:xfrm>
              <a:off x="7822075" y="-226675"/>
              <a:ext cx="467100" cy="467100"/>
              <a:chOff x="4123025" y="735300"/>
              <a:chExt cx="467100" cy="467100"/>
            </a:xfrm>
          </p:grpSpPr>
          <p:sp>
            <p:nvSpPr>
              <p:cNvPr id="598" name="Google Shape;598;p24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99" name="Google Shape;599;p24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600" name="Google Shape;600;p24"/>
          <p:cNvGrpSpPr/>
          <p:nvPr/>
        </p:nvGrpSpPr>
        <p:grpSpPr>
          <a:xfrm>
            <a:off x="-407648" y="86169"/>
            <a:ext cx="10594259" cy="3508100"/>
            <a:chOff x="-434923" y="86169"/>
            <a:chExt cx="10594259" cy="3508100"/>
          </a:xfrm>
        </p:grpSpPr>
        <p:grpSp>
          <p:nvGrpSpPr>
            <p:cNvPr id="601" name="Google Shape;601;p24"/>
            <p:cNvGrpSpPr/>
            <p:nvPr/>
          </p:nvGrpSpPr>
          <p:grpSpPr>
            <a:xfrm rot="-402468" flipH="1">
              <a:off x="8635001" y="126946"/>
              <a:ext cx="739789" cy="709788"/>
              <a:chOff x="4028303" y="475271"/>
              <a:chExt cx="280558" cy="269160"/>
            </a:xfrm>
          </p:grpSpPr>
          <p:sp>
            <p:nvSpPr>
              <p:cNvPr id="602" name="Google Shape;602;p24"/>
              <p:cNvSpPr/>
              <p:nvPr/>
            </p:nvSpPr>
            <p:spPr>
              <a:xfrm>
                <a:off x="4028303" y="475271"/>
                <a:ext cx="280558" cy="269160"/>
              </a:xfrm>
              <a:custGeom>
                <a:avLst/>
                <a:gdLst/>
                <a:ahLst/>
                <a:cxnLst/>
                <a:rect l="l" t="t" r="r" b="b"/>
                <a:pathLst>
                  <a:path w="280558" h="269160" extrusionOk="0">
                    <a:moveTo>
                      <a:pt x="118755" y="263303"/>
                    </a:moveTo>
                    <a:cubicBezTo>
                      <a:pt x="132027" y="271113"/>
                      <a:pt x="148600" y="271113"/>
                      <a:pt x="161809" y="263303"/>
                    </a:cubicBezTo>
                    <a:cubicBezTo>
                      <a:pt x="281316" y="192627"/>
                      <a:pt x="317384" y="52546"/>
                      <a:pt x="238834" y="9366"/>
                    </a:cubicBezTo>
                    <a:cubicBezTo>
                      <a:pt x="188288" y="-18447"/>
                      <a:pt x="140218" y="24543"/>
                      <a:pt x="140218" y="24543"/>
                    </a:cubicBezTo>
                    <a:cubicBezTo>
                      <a:pt x="140218" y="24543"/>
                      <a:pt x="92212" y="-18447"/>
                      <a:pt x="41603" y="9366"/>
                    </a:cubicBezTo>
                    <a:cubicBezTo>
                      <a:pt x="-36756" y="52610"/>
                      <a:pt x="-751" y="192627"/>
                      <a:pt x="118755" y="26330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4"/>
              <p:cNvSpPr/>
              <p:nvPr/>
            </p:nvSpPr>
            <p:spPr>
              <a:xfrm>
                <a:off x="4030155" y="529140"/>
                <a:ext cx="278003" cy="95484"/>
              </a:xfrm>
              <a:custGeom>
                <a:avLst/>
                <a:gdLst/>
                <a:ahLst/>
                <a:cxnLst/>
                <a:rect l="l" t="t" r="r" b="b"/>
                <a:pathLst>
                  <a:path w="278003" h="95484" extrusionOk="0">
                    <a:moveTo>
                      <a:pt x="64" y="53731"/>
                    </a:moveTo>
                    <a:cubicBezTo>
                      <a:pt x="42418" y="49921"/>
                      <a:pt x="92011" y="48080"/>
                      <a:pt x="134557" y="47127"/>
                    </a:cubicBezTo>
                    <a:cubicBezTo>
                      <a:pt x="139383" y="47127"/>
                      <a:pt x="144018" y="49794"/>
                      <a:pt x="146431" y="53985"/>
                    </a:cubicBezTo>
                    <a:cubicBezTo>
                      <a:pt x="146748" y="54557"/>
                      <a:pt x="149479" y="59764"/>
                      <a:pt x="149860" y="60462"/>
                    </a:cubicBezTo>
                    <a:cubicBezTo>
                      <a:pt x="150495" y="61732"/>
                      <a:pt x="162433" y="84910"/>
                      <a:pt x="162497" y="85227"/>
                    </a:cubicBezTo>
                    <a:cubicBezTo>
                      <a:pt x="162687" y="85481"/>
                      <a:pt x="163513" y="87323"/>
                      <a:pt x="163640" y="87386"/>
                    </a:cubicBezTo>
                    <a:cubicBezTo>
                      <a:pt x="163322" y="86878"/>
                      <a:pt x="162687" y="86624"/>
                      <a:pt x="162116" y="87196"/>
                    </a:cubicBezTo>
                    <a:cubicBezTo>
                      <a:pt x="161925" y="87323"/>
                      <a:pt x="161925" y="87577"/>
                      <a:pt x="161861" y="87577"/>
                    </a:cubicBezTo>
                    <a:lnTo>
                      <a:pt x="162497" y="84910"/>
                    </a:lnTo>
                    <a:lnTo>
                      <a:pt x="174180" y="36904"/>
                    </a:lnTo>
                    <a:lnTo>
                      <a:pt x="180340" y="12964"/>
                    </a:lnTo>
                    <a:cubicBezTo>
                      <a:pt x="181102" y="10043"/>
                      <a:pt x="181801" y="6805"/>
                      <a:pt x="184023" y="4455"/>
                    </a:cubicBezTo>
                    <a:cubicBezTo>
                      <a:pt x="190310" y="-3101"/>
                      <a:pt x="203327" y="-625"/>
                      <a:pt x="206248" y="8710"/>
                    </a:cubicBezTo>
                    <a:cubicBezTo>
                      <a:pt x="207201" y="11885"/>
                      <a:pt x="211328" y="34491"/>
                      <a:pt x="212090" y="38237"/>
                    </a:cubicBezTo>
                    <a:cubicBezTo>
                      <a:pt x="212471" y="40460"/>
                      <a:pt x="212789" y="41031"/>
                      <a:pt x="214693" y="41095"/>
                    </a:cubicBezTo>
                    <a:cubicBezTo>
                      <a:pt x="235712" y="42047"/>
                      <a:pt x="257048" y="43381"/>
                      <a:pt x="278003" y="45222"/>
                    </a:cubicBezTo>
                    <a:cubicBezTo>
                      <a:pt x="278003" y="45222"/>
                      <a:pt x="278003" y="46111"/>
                      <a:pt x="278003" y="46111"/>
                    </a:cubicBezTo>
                    <a:lnTo>
                      <a:pt x="228600" y="46238"/>
                    </a:lnTo>
                    <a:lnTo>
                      <a:pt x="216217" y="46238"/>
                    </a:lnTo>
                    <a:cubicBezTo>
                      <a:pt x="214249" y="46302"/>
                      <a:pt x="211836" y="46429"/>
                      <a:pt x="209931" y="45032"/>
                    </a:cubicBezTo>
                    <a:cubicBezTo>
                      <a:pt x="208026" y="43825"/>
                      <a:pt x="206883" y="41539"/>
                      <a:pt x="206566" y="39571"/>
                    </a:cubicBezTo>
                    <a:cubicBezTo>
                      <a:pt x="205359" y="35380"/>
                      <a:pt x="200851" y="13282"/>
                      <a:pt x="199136" y="9853"/>
                    </a:cubicBezTo>
                    <a:cubicBezTo>
                      <a:pt x="197104" y="6614"/>
                      <a:pt x="191897" y="6297"/>
                      <a:pt x="189547" y="9281"/>
                    </a:cubicBezTo>
                    <a:cubicBezTo>
                      <a:pt x="188341" y="10615"/>
                      <a:pt x="188087" y="12710"/>
                      <a:pt x="187579" y="14742"/>
                    </a:cubicBezTo>
                    <a:lnTo>
                      <a:pt x="181991" y="38809"/>
                    </a:lnTo>
                    <a:lnTo>
                      <a:pt x="170752" y="86942"/>
                    </a:lnTo>
                    <a:cubicBezTo>
                      <a:pt x="170180" y="94943"/>
                      <a:pt x="161353" y="98816"/>
                      <a:pt x="156401" y="91895"/>
                    </a:cubicBezTo>
                    <a:cubicBezTo>
                      <a:pt x="154432" y="88212"/>
                      <a:pt x="144590" y="68273"/>
                      <a:pt x="142558" y="64209"/>
                    </a:cubicBezTo>
                    <a:cubicBezTo>
                      <a:pt x="140970" y="61415"/>
                      <a:pt x="139446" y="55827"/>
                      <a:pt x="135763" y="55192"/>
                    </a:cubicBezTo>
                    <a:cubicBezTo>
                      <a:pt x="127635" y="54684"/>
                      <a:pt x="107378" y="55128"/>
                      <a:pt x="98870" y="54938"/>
                    </a:cubicBezTo>
                    <a:lnTo>
                      <a:pt x="0" y="54747"/>
                    </a:lnTo>
                    <a:lnTo>
                      <a:pt x="0" y="53731"/>
                    </a:lnTo>
                    <a:lnTo>
                      <a:pt x="64" y="537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4" name="Google Shape;604;p24"/>
            <p:cNvGrpSpPr/>
            <p:nvPr/>
          </p:nvGrpSpPr>
          <p:grpSpPr>
            <a:xfrm rot="338431" flipH="1">
              <a:off x="8662877" y="1012378"/>
              <a:ext cx="1429662" cy="1429662"/>
              <a:chOff x="-1916621" y="73660"/>
              <a:chExt cx="618744" cy="618744"/>
            </a:xfrm>
          </p:grpSpPr>
          <p:sp>
            <p:nvSpPr>
              <p:cNvPr id="605" name="Google Shape;605;p24"/>
              <p:cNvSpPr/>
              <p:nvPr/>
            </p:nvSpPr>
            <p:spPr>
              <a:xfrm>
                <a:off x="-1916621" y="73660"/>
                <a:ext cx="618744" cy="618744"/>
              </a:xfrm>
              <a:custGeom>
                <a:avLst/>
                <a:gdLst/>
                <a:ahLst/>
                <a:cxnLst/>
                <a:rect l="l" t="t" r="r" b="b"/>
                <a:pathLst>
                  <a:path w="618744" h="618744" extrusionOk="0">
                    <a:moveTo>
                      <a:pt x="618744" y="309372"/>
                    </a:moveTo>
                    <a:cubicBezTo>
                      <a:pt x="618744" y="480233"/>
                      <a:pt x="480233" y="618744"/>
                      <a:pt x="309372" y="618744"/>
                    </a:cubicBezTo>
                    <a:cubicBezTo>
                      <a:pt x="138510" y="618744"/>
                      <a:pt x="0" y="480233"/>
                      <a:pt x="0" y="309372"/>
                    </a:cubicBezTo>
                    <a:cubicBezTo>
                      <a:pt x="0" y="138511"/>
                      <a:pt x="138511" y="0"/>
                      <a:pt x="309372" y="0"/>
                    </a:cubicBezTo>
                    <a:cubicBezTo>
                      <a:pt x="480234" y="0"/>
                      <a:pt x="618744" y="138511"/>
                      <a:pt x="618744" y="3093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>
                <a:off x="-1916495" y="187325"/>
                <a:ext cx="618490" cy="418817"/>
              </a:xfrm>
              <a:custGeom>
                <a:avLst/>
                <a:gdLst/>
                <a:ahLst/>
                <a:cxnLst/>
                <a:rect l="l" t="t" r="r" b="b"/>
                <a:pathLst>
                  <a:path w="618490" h="418817" extrusionOk="0">
                    <a:moveTo>
                      <a:pt x="52514" y="368046"/>
                    </a:moveTo>
                    <a:cubicBezTo>
                      <a:pt x="215709" y="430403"/>
                      <a:pt x="403542" y="428625"/>
                      <a:pt x="566166" y="368491"/>
                    </a:cubicBezTo>
                    <a:cubicBezTo>
                      <a:pt x="444817" y="420370"/>
                      <a:pt x="307276" y="430339"/>
                      <a:pt x="178054" y="406654"/>
                    </a:cubicBezTo>
                    <a:cubicBezTo>
                      <a:pt x="134937" y="398335"/>
                      <a:pt x="92519" y="386143"/>
                      <a:pt x="52324" y="368491"/>
                    </a:cubicBezTo>
                    <a:close/>
                    <a:moveTo>
                      <a:pt x="8890" y="276034"/>
                    </a:moveTo>
                    <a:cubicBezTo>
                      <a:pt x="202121" y="338455"/>
                      <a:pt x="417132" y="336804"/>
                      <a:pt x="609727" y="276479"/>
                    </a:cubicBezTo>
                    <a:cubicBezTo>
                      <a:pt x="465710" y="328739"/>
                      <a:pt x="307531" y="338074"/>
                      <a:pt x="156655" y="314706"/>
                    </a:cubicBezTo>
                    <a:cubicBezTo>
                      <a:pt x="106362" y="306451"/>
                      <a:pt x="56515" y="294259"/>
                      <a:pt x="8763" y="276479"/>
                    </a:cubicBezTo>
                    <a:close/>
                    <a:moveTo>
                      <a:pt x="127" y="184022"/>
                    </a:moveTo>
                    <a:cubicBezTo>
                      <a:pt x="199390" y="246506"/>
                      <a:pt x="419926" y="244792"/>
                      <a:pt x="618490" y="184467"/>
                    </a:cubicBezTo>
                    <a:cubicBezTo>
                      <a:pt x="469900" y="236790"/>
                      <a:pt x="307594" y="245998"/>
                      <a:pt x="152337" y="222757"/>
                    </a:cubicBezTo>
                    <a:cubicBezTo>
                      <a:pt x="100585" y="214502"/>
                      <a:pt x="49276" y="202310"/>
                      <a:pt x="0" y="184467"/>
                    </a:cubicBezTo>
                    <a:close/>
                    <a:moveTo>
                      <a:pt x="16574" y="92011"/>
                    </a:moveTo>
                    <a:cubicBezTo>
                      <a:pt x="204534" y="154432"/>
                      <a:pt x="414782" y="152717"/>
                      <a:pt x="602107" y="92456"/>
                    </a:cubicBezTo>
                    <a:cubicBezTo>
                      <a:pt x="462026" y="144653"/>
                      <a:pt x="307467" y="154051"/>
                      <a:pt x="160401" y="130683"/>
                    </a:cubicBezTo>
                    <a:cubicBezTo>
                      <a:pt x="111379" y="122428"/>
                      <a:pt x="62801" y="110235"/>
                      <a:pt x="16383" y="92456"/>
                    </a:cubicBezTo>
                    <a:close/>
                    <a:moveTo>
                      <a:pt x="68326" y="0"/>
                    </a:moveTo>
                    <a:cubicBezTo>
                      <a:pt x="220600" y="62230"/>
                      <a:pt x="398653" y="60516"/>
                      <a:pt x="550291" y="445"/>
                    </a:cubicBezTo>
                    <a:cubicBezTo>
                      <a:pt x="437325" y="52197"/>
                      <a:pt x="307150" y="62421"/>
                      <a:pt x="185801" y="38545"/>
                    </a:cubicBezTo>
                    <a:cubicBezTo>
                      <a:pt x="145351" y="30226"/>
                      <a:pt x="105538" y="17971"/>
                      <a:pt x="68136" y="4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7" name="Google Shape;607;p24"/>
            <p:cNvGrpSpPr/>
            <p:nvPr/>
          </p:nvGrpSpPr>
          <p:grpSpPr>
            <a:xfrm rot="500713" flipH="1">
              <a:off x="-387322" y="2834559"/>
              <a:ext cx="739781" cy="709784"/>
              <a:chOff x="4028303" y="475271"/>
              <a:chExt cx="280558" cy="269160"/>
            </a:xfrm>
          </p:grpSpPr>
          <p:sp>
            <p:nvSpPr>
              <p:cNvPr id="608" name="Google Shape;608;p24"/>
              <p:cNvSpPr/>
              <p:nvPr/>
            </p:nvSpPr>
            <p:spPr>
              <a:xfrm>
                <a:off x="4028303" y="475271"/>
                <a:ext cx="280558" cy="269160"/>
              </a:xfrm>
              <a:custGeom>
                <a:avLst/>
                <a:gdLst/>
                <a:ahLst/>
                <a:cxnLst/>
                <a:rect l="l" t="t" r="r" b="b"/>
                <a:pathLst>
                  <a:path w="280558" h="269160" extrusionOk="0">
                    <a:moveTo>
                      <a:pt x="118755" y="263303"/>
                    </a:moveTo>
                    <a:cubicBezTo>
                      <a:pt x="132027" y="271113"/>
                      <a:pt x="148600" y="271113"/>
                      <a:pt x="161809" y="263303"/>
                    </a:cubicBezTo>
                    <a:cubicBezTo>
                      <a:pt x="281316" y="192627"/>
                      <a:pt x="317384" y="52546"/>
                      <a:pt x="238834" y="9366"/>
                    </a:cubicBezTo>
                    <a:cubicBezTo>
                      <a:pt x="188288" y="-18447"/>
                      <a:pt x="140218" y="24543"/>
                      <a:pt x="140218" y="24543"/>
                    </a:cubicBezTo>
                    <a:cubicBezTo>
                      <a:pt x="140218" y="24543"/>
                      <a:pt x="92212" y="-18447"/>
                      <a:pt x="41603" y="9366"/>
                    </a:cubicBezTo>
                    <a:cubicBezTo>
                      <a:pt x="-36756" y="52610"/>
                      <a:pt x="-751" y="192627"/>
                      <a:pt x="118755" y="26330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4030155" y="529140"/>
                <a:ext cx="278003" cy="95484"/>
              </a:xfrm>
              <a:custGeom>
                <a:avLst/>
                <a:gdLst/>
                <a:ahLst/>
                <a:cxnLst/>
                <a:rect l="l" t="t" r="r" b="b"/>
                <a:pathLst>
                  <a:path w="278003" h="95484" extrusionOk="0">
                    <a:moveTo>
                      <a:pt x="64" y="53731"/>
                    </a:moveTo>
                    <a:cubicBezTo>
                      <a:pt x="42418" y="49921"/>
                      <a:pt x="92011" y="48080"/>
                      <a:pt x="134557" y="47127"/>
                    </a:cubicBezTo>
                    <a:cubicBezTo>
                      <a:pt x="139383" y="47127"/>
                      <a:pt x="144018" y="49794"/>
                      <a:pt x="146431" y="53985"/>
                    </a:cubicBezTo>
                    <a:cubicBezTo>
                      <a:pt x="146748" y="54557"/>
                      <a:pt x="149479" y="59764"/>
                      <a:pt x="149860" y="60462"/>
                    </a:cubicBezTo>
                    <a:cubicBezTo>
                      <a:pt x="150495" y="61732"/>
                      <a:pt x="162433" y="84910"/>
                      <a:pt x="162497" y="85227"/>
                    </a:cubicBezTo>
                    <a:cubicBezTo>
                      <a:pt x="162687" y="85481"/>
                      <a:pt x="163513" y="87323"/>
                      <a:pt x="163640" y="87386"/>
                    </a:cubicBezTo>
                    <a:cubicBezTo>
                      <a:pt x="163322" y="86878"/>
                      <a:pt x="162687" y="86624"/>
                      <a:pt x="162116" y="87196"/>
                    </a:cubicBezTo>
                    <a:cubicBezTo>
                      <a:pt x="161925" y="87323"/>
                      <a:pt x="161925" y="87577"/>
                      <a:pt x="161861" y="87577"/>
                    </a:cubicBezTo>
                    <a:lnTo>
                      <a:pt x="162497" y="84910"/>
                    </a:lnTo>
                    <a:lnTo>
                      <a:pt x="174180" y="36904"/>
                    </a:lnTo>
                    <a:lnTo>
                      <a:pt x="180340" y="12964"/>
                    </a:lnTo>
                    <a:cubicBezTo>
                      <a:pt x="181102" y="10043"/>
                      <a:pt x="181801" y="6805"/>
                      <a:pt x="184023" y="4455"/>
                    </a:cubicBezTo>
                    <a:cubicBezTo>
                      <a:pt x="190310" y="-3101"/>
                      <a:pt x="203327" y="-625"/>
                      <a:pt x="206248" y="8710"/>
                    </a:cubicBezTo>
                    <a:cubicBezTo>
                      <a:pt x="207201" y="11885"/>
                      <a:pt x="211328" y="34491"/>
                      <a:pt x="212090" y="38237"/>
                    </a:cubicBezTo>
                    <a:cubicBezTo>
                      <a:pt x="212471" y="40460"/>
                      <a:pt x="212789" y="41031"/>
                      <a:pt x="214693" y="41095"/>
                    </a:cubicBezTo>
                    <a:cubicBezTo>
                      <a:pt x="235712" y="42047"/>
                      <a:pt x="257048" y="43381"/>
                      <a:pt x="278003" y="45222"/>
                    </a:cubicBezTo>
                    <a:cubicBezTo>
                      <a:pt x="278003" y="45222"/>
                      <a:pt x="278003" y="46111"/>
                      <a:pt x="278003" y="46111"/>
                    </a:cubicBezTo>
                    <a:lnTo>
                      <a:pt x="228600" y="46238"/>
                    </a:lnTo>
                    <a:lnTo>
                      <a:pt x="216217" y="46238"/>
                    </a:lnTo>
                    <a:cubicBezTo>
                      <a:pt x="214249" y="46302"/>
                      <a:pt x="211836" y="46429"/>
                      <a:pt x="209931" y="45032"/>
                    </a:cubicBezTo>
                    <a:cubicBezTo>
                      <a:pt x="208026" y="43825"/>
                      <a:pt x="206883" y="41539"/>
                      <a:pt x="206566" y="39571"/>
                    </a:cubicBezTo>
                    <a:cubicBezTo>
                      <a:pt x="205359" y="35380"/>
                      <a:pt x="200851" y="13282"/>
                      <a:pt x="199136" y="9853"/>
                    </a:cubicBezTo>
                    <a:cubicBezTo>
                      <a:pt x="197104" y="6614"/>
                      <a:pt x="191897" y="6297"/>
                      <a:pt x="189547" y="9281"/>
                    </a:cubicBezTo>
                    <a:cubicBezTo>
                      <a:pt x="188341" y="10615"/>
                      <a:pt x="188087" y="12710"/>
                      <a:pt x="187579" y="14742"/>
                    </a:cubicBezTo>
                    <a:lnTo>
                      <a:pt x="181991" y="38809"/>
                    </a:lnTo>
                    <a:lnTo>
                      <a:pt x="170752" y="86942"/>
                    </a:lnTo>
                    <a:cubicBezTo>
                      <a:pt x="170180" y="94943"/>
                      <a:pt x="161353" y="98816"/>
                      <a:pt x="156401" y="91895"/>
                    </a:cubicBezTo>
                    <a:cubicBezTo>
                      <a:pt x="154432" y="88212"/>
                      <a:pt x="144590" y="68273"/>
                      <a:pt x="142558" y="64209"/>
                    </a:cubicBezTo>
                    <a:cubicBezTo>
                      <a:pt x="140970" y="61415"/>
                      <a:pt x="139446" y="55827"/>
                      <a:pt x="135763" y="55192"/>
                    </a:cubicBezTo>
                    <a:cubicBezTo>
                      <a:pt x="127635" y="54684"/>
                      <a:pt x="107378" y="55128"/>
                      <a:pt x="98870" y="54938"/>
                    </a:cubicBezTo>
                    <a:lnTo>
                      <a:pt x="0" y="54747"/>
                    </a:lnTo>
                    <a:lnTo>
                      <a:pt x="0" y="53731"/>
                    </a:lnTo>
                    <a:lnTo>
                      <a:pt x="64" y="5373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mpt"/>
              <a:buNone/>
              <a:defRPr sz="300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uhcl0-my.sharepoint.com/:w:/r/personal/varelat1472_uhcl_edu/_layouts/15/Doc.aspx?sourcedoc=%7B28EC6CAB-F571-4D59-8E0E-3038C8C22FBD%7D&amp;file=Team%20Charter.docx&amp;action=default&amp;mobileredirect=true" TargetMode="Externa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fectgym.com/en/blog/club-owners/top-fitness-equipment-brands-for-commercial-gym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8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3999000" cy="2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Fitness App</a:t>
            </a:r>
            <a:endParaRPr/>
          </a:p>
        </p:txBody>
      </p:sp>
      <p:sp>
        <p:nvSpPr>
          <p:cNvPr id="621" name="Google Shape;621;p28"/>
          <p:cNvSpPr txBox="1">
            <a:spLocks noGrp="1"/>
          </p:cNvSpPr>
          <p:nvPr>
            <p:ph type="subTitle" idx="1"/>
          </p:nvPr>
        </p:nvSpPr>
        <p:spPr>
          <a:xfrm>
            <a:off x="713225" y="2267468"/>
            <a:ext cx="24411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Requirement Specifications</a:t>
            </a:r>
            <a:endParaRPr/>
          </a:p>
        </p:txBody>
      </p:sp>
      <p:grpSp>
        <p:nvGrpSpPr>
          <p:cNvPr id="622" name="Google Shape;622;p28"/>
          <p:cNvGrpSpPr/>
          <p:nvPr/>
        </p:nvGrpSpPr>
        <p:grpSpPr>
          <a:xfrm>
            <a:off x="4218269" y="-184616"/>
            <a:ext cx="5475008" cy="5254776"/>
            <a:chOff x="4218269" y="-184616"/>
            <a:chExt cx="5475008" cy="5254776"/>
          </a:xfrm>
        </p:grpSpPr>
        <p:grpSp>
          <p:nvGrpSpPr>
            <p:cNvPr id="623" name="Google Shape;623;p28"/>
            <p:cNvGrpSpPr/>
            <p:nvPr/>
          </p:nvGrpSpPr>
          <p:grpSpPr>
            <a:xfrm>
              <a:off x="4218269" y="-184616"/>
              <a:ext cx="5475008" cy="5254776"/>
              <a:chOff x="4218269" y="-184616"/>
              <a:chExt cx="5475008" cy="5254776"/>
            </a:xfrm>
          </p:grpSpPr>
          <p:grpSp>
            <p:nvGrpSpPr>
              <p:cNvPr id="624" name="Google Shape;624;p28"/>
              <p:cNvGrpSpPr/>
              <p:nvPr/>
            </p:nvGrpSpPr>
            <p:grpSpPr>
              <a:xfrm>
                <a:off x="5818595" y="2058453"/>
                <a:ext cx="2889529" cy="2482557"/>
                <a:chOff x="6809994" y="3974465"/>
                <a:chExt cx="1171320" cy="1006347"/>
              </a:xfrm>
            </p:grpSpPr>
            <p:sp>
              <p:nvSpPr>
                <p:cNvPr id="625" name="Google Shape;625;p28"/>
                <p:cNvSpPr/>
                <p:nvPr/>
              </p:nvSpPr>
              <p:spPr>
                <a:xfrm>
                  <a:off x="7544276" y="4085050"/>
                  <a:ext cx="136969" cy="13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69" h="136969" extrusionOk="0">
                      <a:moveTo>
                        <a:pt x="20923" y="126778"/>
                      </a:moveTo>
                      <a:lnTo>
                        <a:pt x="10192" y="116046"/>
                      </a:lnTo>
                      <a:cubicBezTo>
                        <a:pt x="-3397" y="102457"/>
                        <a:pt x="-3397" y="80359"/>
                        <a:pt x="10192" y="66770"/>
                      </a:cubicBezTo>
                      <a:lnTo>
                        <a:pt x="66770" y="10192"/>
                      </a:lnTo>
                      <a:cubicBezTo>
                        <a:pt x="80359" y="-3397"/>
                        <a:pt x="102457" y="-3397"/>
                        <a:pt x="116046" y="10192"/>
                      </a:cubicBezTo>
                      <a:lnTo>
                        <a:pt x="126778" y="20923"/>
                      </a:lnTo>
                      <a:cubicBezTo>
                        <a:pt x="140367" y="34512"/>
                        <a:pt x="140367" y="56610"/>
                        <a:pt x="126778" y="70199"/>
                      </a:cubicBezTo>
                      <a:lnTo>
                        <a:pt x="70199" y="126778"/>
                      </a:lnTo>
                      <a:cubicBezTo>
                        <a:pt x="56610" y="140367"/>
                        <a:pt x="34512" y="140367"/>
                        <a:pt x="20923" y="12677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28"/>
                <p:cNvSpPr/>
                <p:nvPr/>
              </p:nvSpPr>
              <p:spPr>
                <a:xfrm>
                  <a:off x="7246873" y="4221162"/>
                  <a:ext cx="382396" cy="332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396" h="332803" extrusionOk="0">
                      <a:moveTo>
                        <a:pt x="124905" y="321056"/>
                      </a:moveTo>
                      <a:lnTo>
                        <a:pt x="382397" y="66358"/>
                      </a:lnTo>
                      <a:lnTo>
                        <a:pt x="360870" y="0"/>
                      </a:lnTo>
                      <a:lnTo>
                        <a:pt x="0" y="33280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7" name="Google Shape;627;p28"/>
                <p:cNvSpPr/>
                <p:nvPr/>
              </p:nvSpPr>
              <p:spPr>
                <a:xfrm>
                  <a:off x="7043864" y="4297870"/>
                  <a:ext cx="160401" cy="300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401" h="300608" extrusionOk="0">
                      <a:moveTo>
                        <a:pt x="160401" y="284289"/>
                      </a:moveTo>
                      <a:lnTo>
                        <a:pt x="160401" y="0"/>
                      </a:lnTo>
                      <a:lnTo>
                        <a:pt x="0" y="0"/>
                      </a:lnTo>
                      <a:lnTo>
                        <a:pt x="0" y="30035"/>
                      </a:lnTo>
                      <a:lnTo>
                        <a:pt x="104394" y="30035"/>
                      </a:lnTo>
                      <a:lnTo>
                        <a:pt x="104394" y="30060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8" name="Google Shape;628;p28"/>
                <p:cNvSpPr/>
                <p:nvPr/>
              </p:nvSpPr>
              <p:spPr>
                <a:xfrm>
                  <a:off x="7626032" y="4397184"/>
                  <a:ext cx="261302" cy="54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302" h="542988" extrusionOk="0">
                      <a:moveTo>
                        <a:pt x="0" y="0"/>
                      </a:moveTo>
                      <a:lnTo>
                        <a:pt x="84899" y="0"/>
                      </a:lnTo>
                      <a:lnTo>
                        <a:pt x="261303" y="542989"/>
                      </a:lnTo>
                      <a:lnTo>
                        <a:pt x="176403" y="54298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28"/>
                <p:cNvSpPr/>
                <p:nvPr/>
              </p:nvSpPr>
              <p:spPr>
                <a:xfrm>
                  <a:off x="7600378" y="4198492"/>
                  <a:ext cx="95186" cy="198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86" h="198691" extrusionOk="0">
                      <a:moveTo>
                        <a:pt x="95186" y="198691"/>
                      </a:moveTo>
                      <a:lnTo>
                        <a:pt x="30670" y="0"/>
                      </a:lnTo>
                      <a:lnTo>
                        <a:pt x="0" y="0"/>
                      </a:lnTo>
                      <a:lnTo>
                        <a:pt x="64579" y="19869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28"/>
                <p:cNvSpPr/>
                <p:nvPr/>
              </p:nvSpPr>
              <p:spPr>
                <a:xfrm>
                  <a:off x="7879905" y="4917185"/>
                  <a:ext cx="58927" cy="2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7" h="22986" extrusionOk="0">
                      <a:moveTo>
                        <a:pt x="7429" y="22987"/>
                      </a:moveTo>
                      <a:lnTo>
                        <a:pt x="58927" y="22987"/>
                      </a:lnTo>
                      <a:lnTo>
                        <a:pt x="589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28"/>
                <p:cNvSpPr/>
                <p:nvPr/>
              </p:nvSpPr>
              <p:spPr>
                <a:xfrm>
                  <a:off x="7938896" y="4876609"/>
                  <a:ext cx="42418" cy="104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18" h="104140" extrusionOk="0">
                      <a:moveTo>
                        <a:pt x="25019" y="0"/>
                      </a:moveTo>
                      <a:lnTo>
                        <a:pt x="17399" y="0"/>
                      </a:lnTo>
                      <a:cubicBezTo>
                        <a:pt x="7747" y="0"/>
                        <a:pt x="0" y="7811"/>
                        <a:pt x="0" y="17399"/>
                      </a:cubicBezTo>
                      <a:lnTo>
                        <a:pt x="0" y="86741"/>
                      </a:lnTo>
                      <a:cubicBezTo>
                        <a:pt x="0" y="96393"/>
                        <a:pt x="7810" y="104140"/>
                        <a:pt x="17399" y="104140"/>
                      </a:cubicBezTo>
                      <a:lnTo>
                        <a:pt x="25019" y="104140"/>
                      </a:lnTo>
                      <a:cubicBezTo>
                        <a:pt x="34672" y="104140"/>
                        <a:pt x="42418" y="96330"/>
                        <a:pt x="42418" y="86741"/>
                      </a:cubicBezTo>
                      <a:lnTo>
                        <a:pt x="42418" y="17399"/>
                      </a:lnTo>
                      <a:cubicBezTo>
                        <a:pt x="42418" y="7811"/>
                        <a:pt x="34608" y="0"/>
                        <a:pt x="250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p28"/>
                <p:cNvSpPr/>
                <p:nvPr/>
              </p:nvSpPr>
              <p:spPr>
                <a:xfrm>
                  <a:off x="6911213" y="4859528"/>
                  <a:ext cx="876109" cy="34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109" h="34162" extrusionOk="0">
                      <a:moveTo>
                        <a:pt x="876109" y="34163"/>
                      </a:moveTo>
                      <a:lnTo>
                        <a:pt x="0" y="34163"/>
                      </a:lnTo>
                      <a:lnTo>
                        <a:pt x="0" y="0"/>
                      </a:lnTo>
                      <a:lnTo>
                        <a:pt x="86499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3" name="Google Shape;633;p28"/>
                <p:cNvSpPr/>
                <p:nvPr/>
              </p:nvSpPr>
              <p:spPr>
                <a:xfrm>
                  <a:off x="6809994" y="4893691"/>
                  <a:ext cx="202438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38" h="87058" extrusionOk="0">
                      <a:moveTo>
                        <a:pt x="0" y="0"/>
                      </a:moveTo>
                      <a:lnTo>
                        <a:pt x="202438" y="0"/>
                      </a:lnTo>
                      <a:lnTo>
                        <a:pt x="202438" y="87058"/>
                      </a:lnTo>
                      <a:lnTo>
                        <a:pt x="0" y="870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4" name="Google Shape;634;p28"/>
                <p:cNvSpPr/>
                <p:nvPr/>
              </p:nvSpPr>
              <p:spPr>
                <a:xfrm>
                  <a:off x="6939533" y="4691743"/>
                  <a:ext cx="185737" cy="167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67784" extrusionOk="0">
                      <a:moveTo>
                        <a:pt x="90805" y="167784"/>
                      </a:moveTo>
                      <a:cubicBezTo>
                        <a:pt x="90805" y="167784"/>
                        <a:pt x="85090" y="66311"/>
                        <a:pt x="185738" y="66311"/>
                      </a:cubicBezTo>
                      <a:lnTo>
                        <a:pt x="168847" y="970"/>
                      </a:lnTo>
                      <a:cubicBezTo>
                        <a:pt x="168847" y="970"/>
                        <a:pt x="0" y="-23033"/>
                        <a:pt x="0" y="167784"/>
                      </a:cubicBezTo>
                      <a:lnTo>
                        <a:pt x="90805" y="16778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5" name="Google Shape;635;p28"/>
                <p:cNvSpPr/>
                <p:nvPr/>
              </p:nvSpPr>
              <p:spPr>
                <a:xfrm>
                  <a:off x="7015884" y="4542089"/>
                  <a:ext cx="711811" cy="301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811" h="301228" extrusionOk="0">
                      <a:moveTo>
                        <a:pt x="670982" y="42293"/>
                      </a:moveTo>
                      <a:lnTo>
                        <a:pt x="711812" y="167896"/>
                      </a:lnTo>
                      <a:lnTo>
                        <a:pt x="153964" y="297944"/>
                      </a:lnTo>
                      <a:cubicBezTo>
                        <a:pt x="103609" y="309691"/>
                        <a:pt x="51222" y="289308"/>
                        <a:pt x="22011" y="246699"/>
                      </a:cubicBezTo>
                      <a:lnTo>
                        <a:pt x="22011" y="246699"/>
                      </a:lnTo>
                      <a:cubicBezTo>
                        <a:pt x="-20915" y="184025"/>
                        <a:pt x="1120" y="97474"/>
                        <a:pt x="69192" y="63820"/>
                      </a:cubicBezTo>
                      <a:cubicBezTo>
                        <a:pt x="178348" y="9845"/>
                        <a:pt x="370753" y="-37019"/>
                        <a:pt x="670982" y="422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6" name="Google Shape;636;p28"/>
                <p:cNvSpPr/>
                <p:nvPr/>
              </p:nvSpPr>
              <p:spPr>
                <a:xfrm>
                  <a:off x="6939533" y="4842636"/>
                  <a:ext cx="90805" cy="16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05" h="16827" extrusionOk="0">
                      <a:moveTo>
                        <a:pt x="90805" y="16828"/>
                      </a:moveTo>
                      <a:lnTo>
                        <a:pt x="0" y="16828"/>
                      </a:lnTo>
                      <a:cubicBezTo>
                        <a:pt x="0" y="10985"/>
                        <a:pt x="127" y="5397"/>
                        <a:pt x="445" y="0"/>
                      </a:cubicBezTo>
                      <a:lnTo>
                        <a:pt x="90805" y="1682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7" name="Google Shape;637;p28"/>
                <p:cNvSpPr/>
                <p:nvPr/>
              </p:nvSpPr>
              <p:spPr>
                <a:xfrm>
                  <a:off x="7125271" y="4613719"/>
                  <a:ext cx="157988" cy="157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988" h="157988" extrusionOk="0">
                      <a:moveTo>
                        <a:pt x="157988" y="78994"/>
                      </a:moveTo>
                      <a:cubicBezTo>
                        <a:pt x="157988" y="122621"/>
                        <a:pt x="122621" y="157988"/>
                        <a:pt x="78994" y="157988"/>
                      </a:cubicBezTo>
                      <a:cubicBezTo>
                        <a:pt x="35367" y="157988"/>
                        <a:pt x="1" y="122621"/>
                        <a:pt x="1" y="78994"/>
                      </a:cubicBezTo>
                      <a:cubicBezTo>
                        <a:pt x="1" y="35367"/>
                        <a:pt x="35367" y="0"/>
                        <a:pt x="78994" y="0"/>
                      </a:cubicBezTo>
                      <a:cubicBezTo>
                        <a:pt x="122621" y="0"/>
                        <a:pt x="157988" y="35367"/>
                        <a:pt x="157988" y="7899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8" name="Google Shape;638;p28"/>
                <p:cNvSpPr/>
                <p:nvPr/>
              </p:nvSpPr>
              <p:spPr>
                <a:xfrm>
                  <a:off x="7769034" y="4859528"/>
                  <a:ext cx="18288" cy="34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88" h="34162" extrusionOk="0">
                      <a:moveTo>
                        <a:pt x="7176" y="0"/>
                      </a:moveTo>
                      <a:lnTo>
                        <a:pt x="18288" y="34163"/>
                      </a:lnTo>
                      <a:lnTo>
                        <a:pt x="0" y="341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9" name="Google Shape;639;p28"/>
                <p:cNvSpPr/>
                <p:nvPr/>
              </p:nvSpPr>
              <p:spPr>
                <a:xfrm>
                  <a:off x="7958439" y="4876609"/>
                  <a:ext cx="3334" cy="104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4" h="104203" extrusionOk="0">
                      <a:moveTo>
                        <a:pt x="1667" y="0"/>
                      </a:moveTo>
                      <a:cubicBezTo>
                        <a:pt x="3890" y="34671"/>
                        <a:pt x="3890" y="69533"/>
                        <a:pt x="1667" y="104204"/>
                      </a:cubicBezTo>
                      <a:cubicBezTo>
                        <a:pt x="-556" y="69469"/>
                        <a:pt x="-556" y="34671"/>
                        <a:pt x="1667" y="0"/>
                      </a:cubicBezTo>
                      <a:lnTo>
                        <a:pt x="166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0" name="Google Shape;640;p28"/>
                <p:cNvSpPr/>
                <p:nvPr/>
              </p:nvSpPr>
              <p:spPr>
                <a:xfrm>
                  <a:off x="7112571" y="4221035"/>
                  <a:ext cx="118554" cy="105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554" h="105029" extrusionOk="0">
                      <a:moveTo>
                        <a:pt x="91694" y="105029"/>
                      </a:moveTo>
                      <a:lnTo>
                        <a:pt x="91694" y="93790"/>
                      </a:lnTo>
                      <a:cubicBezTo>
                        <a:pt x="100330" y="93790"/>
                        <a:pt x="107315" y="86805"/>
                        <a:pt x="107315" y="78168"/>
                      </a:cubicBezTo>
                      <a:lnTo>
                        <a:pt x="107315" y="58992"/>
                      </a:lnTo>
                      <a:cubicBezTo>
                        <a:pt x="107315" y="50355"/>
                        <a:pt x="100330" y="43371"/>
                        <a:pt x="91694" y="43371"/>
                      </a:cubicBezTo>
                      <a:lnTo>
                        <a:pt x="26860" y="43371"/>
                      </a:lnTo>
                      <a:cubicBezTo>
                        <a:pt x="12065" y="43371"/>
                        <a:pt x="0" y="31305"/>
                        <a:pt x="0" y="16510"/>
                      </a:cubicBezTo>
                      <a:lnTo>
                        <a:pt x="0" y="0"/>
                      </a:lnTo>
                      <a:lnTo>
                        <a:pt x="11240" y="0"/>
                      </a:lnTo>
                      <a:lnTo>
                        <a:pt x="11240" y="16510"/>
                      </a:lnTo>
                      <a:cubicBezTo>
                        <a:pt x="11240" y="25146"/>
                        <a:pt x="18224" y="32131"/>
                        <a:pt x="26860" y="32131"/>
                      </a:cubicBezTo>
                      <a:lnTo>
                        <a:pt x="91694" y="32131"/>
                      </a:lnTo>
                      <a:cubicBezTo>
                        <a:pt x="106490" y="32131"/>
                        <a:pt x="118555" y="44196"/>
                        <a:pt x="118555" y="58992"/>
                      </a:cubicBezTo>
                      <a:lnTo>
                        <a:pt x="118555" y="78168"/>
                      </a:lnTo>
                      <a:cubicBezTo>
                        <a:pt x="118491" y="93028"/>
                        <a:pt x="106490" y="105029"/>
                        <a:pt x="91694" y="10502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1" name="Google Shape;641;p28"/>
                <p:cNvSpPr/>
                <p:nvPr/>
              </p:nvSpPr>
              <p:spPr>
                <a:xfrm>
                  <a:off x="7140626" y="4628239"/>
                  <a:ext cx="126507" cy="128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07" h="128551" extrusionOk="0">
                      <a:moveTo>
                        <a:pt x="126505" y="64474"/>
                      </a:moveTo>
                      <a:cubicBezTo>
                        <a:pt x="126631" y="109813"/>
                        <a:pt x="81610" y="141690"/>
                        <a:pt x="39255" y="123211"/>
                      </a:cubicBezTo>
                      <a:cubicBezTo>
                        <a:pt x="16205" y="113305"/>
                        <a:pt x="203" y="89556"/>
                        <a:pt x="12" y="64474"/>
                      </a:cubicBezTo>
                      <a:cubicBezTo>
                        <a:pt x="-877" y="18944"/>
                        <a:pt x="46304" y="-12869"/>
                        <a:pt x="88214" y="5101"/>
                      </a:cubicBezTo>
                      <a:cubicBezTo>
                        <a:pt x="111582" y="14753"/>
                        <a:pt x="126758" y="39455"/>
                        <a:pt x="126505" y="64474"/>
                      </a:cubicBezTo>
                      <a:lnTo>
                        <a:pt x="126505" y="64474"/>
                      </a:lnTo>
                      <a:close/>
                      <a:moveTo>
                        <a:pt x="126187" y="64474"/>
                      </a:moveTo>
                      <a:cubicBezTo>
                        <a:pt x="125679" y="10181"/>
                        <a:pt x="58813" y="-16679"/>
                        <a:pt x="20332" y="21167"/>
                      </a:cubicBezTo>
                      <a:cubicBezTo>
                        <a:pt x="-18720" y="60346"/>
                        <a:pt x="7759" y="126386"/>
                        <a:pt x="63640" y="125815"/>
                      </a:cubicBezTo>
                      <a:cubicBezTo>
                        <a:pt x="96723" y="125815"/>
                        <a:pt x="126567" y="98129"/>
                        <a:pt x="126187" y="64474"/>
                      </a:cubicBezTo>
                      <a:lnTo>
                        <a:pt x="126187" y="6447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2" name="Google Shape;642;p28"/>
                <p:cNvSpPr/>
                <p:nvPr/>
              </p:nvSpPr>
              <p:spPr>
                <a:xfrm>
                  <a:off x="7156940" y="4685520"/>
                  <a:ext cx="54518" cy="144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8" h="144670" extrusionOk="0">
                      <a:moveTo>
                        <a:pt x="7193" y="144670"/>
                      </a:moveTo>
                      <a:cubicBezTo>
                        <a:pt x="6494" y="144670"/>
                        <a:pt x="5796" y="144544"/>
                        <a:pt x="5098" y="144353"/>
                      </a:cubicBezTo>
                      <a:cubicBezTo>
                        <a:pt x="1288" y="143210"/>
                        <a:pt x="-872" y="139146"/>
                        <a:pt x="335" y="135336"/>
                      </a:cubicBezTo>
                      <a:lnTo>
                        <a:pt x="40403" y="5098"/>
                      </a:lnTo>
                      <a:cubicBezTo>
                        <a:pt x="41547" y="1288"/>
                        <a:pt x="45611" y="-872"/>
                        <a:pt x="49421" y="335"/>
                      </a:cubicBezTo>
                      <a:cubicBezTo>
                        <a:pt x="53230" y="1478"/>
                        <a:pt x="55390" y="5542"/>
                        <a:pt x="54183" y="9352"/>
                      </a:cubicBezTo>
                      <a:lnTo>
                        <a:pt x="14115" y="139590"/>
                      </a:lnTo>
                      <a:cubicBezTo>
                        <a:pt x="13162" y="142639"/>
                        <a:pt x="10304" y="144670"/>
                        <a:pt x="7193" y="14467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3" name="Google Shape;643;p28"/>
                <p:cNvSpPr/>
                <p:nvPr/>
              </p:nvSpPr>
              <p:spPr>
                <a:xfrm>
                  <a:off x="7098792" y="4794821"/>
                  <a:ext cx="130682" cy="56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682" h="56197" extrusionOk="0">
                      <a:moveTo>
                        <a:pt x="0" y="0"/>
                      </a:moveTo>
                      <a:lnTo>
                        <a:pt x="130683" y="0"/>
                      </a:lnTo>
                      <a:lnTo>
                        <a:pt x="130683" y="56198"/>
                      </a:lnTo>
                      <a:lnTo>
                        <a:pt x="0" y="561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4" name="Google Shape;644;p28"/>
                <p:cNvSpPr/>
                <p:nvPr/>
              </p:nvSpPr>
              <p:spPr>
                <a:xfrm>
                  <a:off x="7015860" y="4166679"/>
                  <a:ext cx="251098" cy="6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098" h="69786" extrusionOk="0">
                      <a:moveTo>
                        <a:pt x="238061" y="0"/>
                      </a:moveTo>
                      <a:lnTo>
                        <a:pt x="20828" y="0"/>
                      </a:lnTo>
                      <a:cubicBezTo>
                        <a:pt x="9334" y="0"/>
                        <a:pt x="0" y="9335"/>
                        <a:pt x="0" y="20828"/>
                      </a:cubicBezTo>
                      <a:lnTo>
                        <a:pt x="0" y="20828"/>
                      </a:lnTo>
                      <a:cubicBezTo>
                        <a:pt x="0" y="29401"/>
                        <a:pt x="3493" y="37529"/>
                        <a:pt x="9716" y="43434"/>
                      </a:cubicBezTo>
                      <a:lnTo>
                        <a:pt x="14160" y="47625"/>
                      </a:lnTo>
                      <a:cubicBezTo>
                        <a:pt x="29146" y="61849"/>
                        <a:pt x="48958" y="69786"/>
                        <a:pt x="69596" y="69786"/>
                      </a:cubicBezTo>
                      <a:lnTo>
                        <a:pt x="98425" y="69786"/>
                      </a:lnTo>
                      <a:cubicBezTo>
                        <a:pt x="118110" y="69786"/>
                        <a:pt x="137096" y="62548"/>
                        <a:pt x="151829" y="49530"/>
                      </a:cubicBezTo>
                      <a:lnTo>
                        <a:pt x="168339" y="34925"/>
                      </a:lnTo>
                      <a:lnTo>
                        <a:pt x="227774" y="34925"/>
                      </a:lnTo>
                      <a:cubicBezTo>
                        <a:pt x="236792" y="34925"/>
                        <a:pt x="244920" y="29591"/>
                        <a:pt x="248603" y="21336"/>
                      </a:cubicBezTo>
                      <a:lnTo>
                        <a:pt x="249999" y="18224"/>
                      </a:lnTo>
                      <a:cubicBezTo>
                        <a:pt x="253746" y="9589"/>
                        <a:pt x="247459" y="0"/>
                        <a:pt x="2380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5" name="Google Shape;645;p28"/>
                <p:cNvSpPr/>
                <p:nvPr/>
              </p:nvSpPr>
              <p:spPr>
                <a:xfrm>
                  <a:off x="7686865" y="4584382"/>
                  <a:ext cx="40766" cy="133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66" h="133032" extrusionOk="0">
                      <a:moveTo>
                        <a:pt x="0" y="0"/>
                      </a:moveTo>
                      <a:lnTo>
                        <a:pt x="40767" y="125603"/>
                      </a:lnTo>
                      <a:lnTo>
                        <a:pt x="8699" y="13303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" name="Google Shape;646;p28"/>
                <p:cNvSpPr/>
                <p:nvPr/>
              </p:nvSpPr>
              <p:spPr>
                <a:xfrm>
                  <a:off x="7589837" y="4166679"/>
                  <a:ext cx="220471" cy="31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71" h="31813" extrusionOk="0">
                      <a:moveTo>
                        <a:pt x="10541" y="31814"/>
                      </a:moveTo>
                      <a:lnTo>
                        <a:pt x="220472" y="31814"/>
                      </a:lnTo>
                      <a:lnTo>
                        <a:pt x="1969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7" name="Google Shape;647;p28"/>
                <p:cNvSpPr/>
                <p:nvPr/>
              </p:nvSpPr>
              <p:spPr>
                <a:xfrm>
                  <a:off x="7786751" y="3974465"/>
                  <a:ext cx="163893" cy="2240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3" h="224027" extrusionOk="0">
                      <a:moveTo>
                        <a:pt x="23558" y="224028"/>
                      </a:moveTo>
                      <a:lnTo>
                        <a:pt x="163893" y="0"/>
                      </a:lnTo>
                      <a:lnTo>
                        <a:pt x="123825" y="0"/>
                      </a:lnTo>
                      <a:lnTo>
                        <a:pt x="0" y="1922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48" name="Google Shape;648;p28"/>
              <p:cNvGrpSpPr/>
              <p:nvPr/>
            </p:nvGrpSpPr>
            <p:grpSpPr>
              <a:xfrm>
                <a:off x="4218269" y="3452114"/>
                <a:ext cx="1429670" cy="1429670"/>
                <a:chOff x="-1916621" y="73660"/>
                <a:chExt cx="618744" cy="618744"/>
              </a:xfrm>
            </p:grpSpPr>
            <p:sp>
              <p:nvSpPr>
                <p:cNvPr id="649" name="Google Shape;649;p28"/>
                <p:cNvSpPr/>
                <p:nvPr/>
              </p:nvSpPr>
              <p:spPr>
                <a:xfrm>
                  <a:off x="-1916621" y="73660"/>
                  <a:ext cx="618744" cy="61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44" h="618744" extrusionOk="0">
                      <a:moveTo>
                        <a:pt x="618744" y="309372"/>
                      </a:moveTo>
                      <a:cubicBezTo>
                        <a:pt x="618744" y="480233"/>
                        <a:pt x="480233" y="618744"/>
                        <a:pt x="309372" y="618744"/>
                      </a:cubicBezTo>
                      <a:cubicBezTo>
                        <a:pt x="138510" y="618744"/>
                        <a:pt x="0" y="480233"/>
                        <a:pt x="0" y="309372"/>
                      </a:cubicBezTo>
                      <a:cubicBezTo>
                        <a:pt x="0" y="138511"/>
                        <a:pt x="138511" y="0"/>
                        <a:pt x="309372" y="0"/>
                      </a:cubicBezTo>
                      <a:cubicBezTo>
                        <a:pt x="480234" y="0"/>
                        <a:pt x="618744" y="138511"/>
                        <a:pt x="618744" y="30937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Google Shape;650;p28"/>
                <p:cNvSpPr/>
                <p:nvPr/>
              </p:nvSpPr>
              <p:spPr>
                <a:xfrm>
                  <a:off x="-1916495" y="187325"/>
                  <a:ext cx="618490" cy="418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490" h="418817" extrusionOk="0">
                      <a:moveTo>
                        <a:pt x="52514" y="368046"/>
                      </a:moveTo>
                      <a:cubicBezTo>
                        <a:pt x="215709" y="430403"/>
                        <a:pt x="403542" y="428625"/>
                        <a:pt x="566166" y="368491"/>
                      </a:cubicBezTo>
                      <a:cubicBezTo>
                        <a:pt x="444817" y="420370"/>
                        <a:pt x="307276" y="430339"/>
                        <a:pt x="178054" y="406654"/>
                      </a:cubicBezTo>
                      <a:cubicBezTo>
                        <a:pt x="134937" y="398335"/>
                        <a:pt x="92519" y="386143"/>
                        <a:pt x="52324" y="368491"/>
                      </a:cubicBezTo>
                      <a:close/>
                      <a:moveTo>
                        <a:pt x="8890" y="276034"/>
                      </a:moveTo>
                      <a:cubicBezTo>
                        <a:pt x="202121" y="338455"/>
                        <a:pt x="417132" y="336804"/>
                        <a:pt x="609727" y="276479"/>
                      </a:cubicBezTo>
                      <a:cubicBezTo>
                        <a:pt x="465710" y="328739"/>
                        <a:pt x="307531" y="338074"/>
                        <a:pt x="156655" y="314706"/>
                      </a:cubicBezTo>
                      <a:cubicBezTo>
                        <a:pt x="106362" y="306451"/>
                        <a:pt x="56515" y="294259"/>
                        <a:pt x="8763" y="276479"/>
                      </a:cubicBezTo>
                      <a:close/>
                      <a:moveTo>
                        <a:pt x="127" y="184022"/>
                      </a:moveTo>
                      <a:cubicBezTo>
                        <a:pt x="199390" y="246506"/>
                        <a:pt x="419926" y="244792"/>
                        <a:pt x="618490" y="184467"/>
                      </a:cubicBezTo>
                      <a:cubicBezTo>
                        <a:pt x="469900" y="236790"/>
                        <a:pt x="307594" y="245998"/>
                        <a:pt x="152337" y="222757"/>
                      </a:cubicBezTo>
                      <a:cubicBezTo>
                        <a:pt x="100585" y="214502"/>
                        <a:pt x="49276" y="202310"/>
                        <a:pt x="0" y="184467"/>
                      </a:cubicBezTo>
                      <a:close/>
                      <a:moveTo>
                        <a:pt x="16574" y="92011"/>
                      </a:moveTo>
                      <a:cubicBezTo>
                        <a:pt x="204534" y="154432"/>
                        <a:pt x="414782" y="152717"/>
                        <a:pt x="602107" y="92456"/>
                      </a:cubicBezTo>
                      <a:cubicBezTo>
                        <a:pt x="462026" y="144653"/>
                        <a:pt x="307467" y="154051"/>
                        <a:pt x="160401" y="130683"/>
                      </a:cubicBezTo>
                      <a:cubicBezTo>
                        <a:pt x="111379" y="122428"/>
                        <a:pt x="62801" y="110235"/>
                        <a:pt x="16383" y="92456"/>
                      </a:cubicBezTo>
                      <a:close/>
                      <a:moveTo>
                        <a:pt x="68326" y="0"/>
                      </a:moveTo>
                      <a:cubicBezTo>
                        <a:pt x="220600" y="62230"/>
                        <a:pt x="398653" y="60516"/>
                        <a:pt x="550291" y="445"/>
                      </a:cubicBezTo>
                      <a:cubicBezTo>
                        <a:pt x="437325" y="52197"/>
                        <a:pt x="307150" y="62421"/>
                        <a:pt x="185801" y="38545"/>
                      </a:cubicBezTo>
                      <a:cubicBezTo>
                        <a:pt x="145351" y="30226"/>
                        <a:pt x="105538" y="17971"/>
                        <a:pt x="68136" y="44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51" name="Google Shape;651;p28"/>
              <p:cNvGrpSpPr/>
              <p:nvPr/>
            </p:nvGrpSpPr>
            <p:grpSpPr>
              <a:xfrm>
                <a:off x="5204157" y="-184616"/>
                <a:ext cx="751187" cy="3120160"/>
                <a:chOff x="10171303" y="3110293"/>
                <a:chExt cx="296291" cy="1230638"/>
              </a:xfrm>
            </p:grpSpPr>
            <p:sp>
              <p:nvSpPr>
                <p:cNvPr id="652" name="Google Shape;652;p28"/>
                <p:cNvSpPr/>
                <p:nvPr/>
              </p:nvSpPr>
              <p:spPr>
                <a:xfrm>
                  <a:off x="10171303" y="3653853"/>
                  <a:ext cx="296290" cy="660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290" h="660273" extrusionOk="0">
                      <a:moveTo>
                        <a:pt x="0" y="0"/>
                      </a:moveTo>
                      <a:lnTo>
                        <a:pt x="296290" y="0"/>
                      </a:lnTo>
                      <a:lnTo>
                        <a:pt x="296290" y="512128"/>
                      </a:lnTo>
                      <a:cubicBezTo>
                        <a:pt x="296290" y="593916"/>
                        <a:pt x="229997" y="660273"/>
                        <a:pt x="148145" y="660273"/>
                      </a:cubicBezTo>
                      <a:lnTo>
                        <a:pt x="148145" y="660273"/>
                      </a:lnTo>
                      <a:cubicBezTo>
                        <a:pt x="66357" y="660273"/>
                        <a:pt x="0" y="593916"/>
                        <a:pt x="0" y="512128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3" name="Google Shape;653;p28"/>
                <p:cNvSpPr/>
                <p:nvPr/>
              </p:nvSpPr>
              <p:spPr>
                <a:xfrm>
                  <a:off x="10171303" y="3653853"/>
                  <a:ext cx="296291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291" h="50800" extrusionOk="0">
                      <a:moveTo>
                        <a:pt x="0" y="0"/>
                      </a:moveTo>
                      <a:lnTo>
                        <a:pt x="296291" y="0"/>
                      </a:lnTo>
                      <a:lnTo>
                        <a:pt x="296291" y="50800"/>
                      </a:lnTo>
                      <a:lnTo>
                        <a:pt x="0" y="508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" name="Google Shape;654;p28"/>
                <p:cNvSpPr/>
                <p:nvPr/>
              </p:nvSpPr>
              <p:spPr>
                <a:xfrm>
                  <a:off x="10306740" y="3795809"/>
                  <a:ext cx="104974" cy="304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74" h="304996" extrusionOk="0">
                      <a:moveTo>
                        <a:pt x="104974" y="152747"/>
                      </a:moveTo>
                      <a:cubicBezTo>
                        <a:pt x="104466" y="194784"/>
                        <a:pt x="101736" y="238345"/>
                        <a:pt x="84019" y="277144"/>
                      </a:cubicBezTo>
                      <a:cubicBezTo>
                        <a:pt x="66366" y="314164"/>
                        <a:pt x="39759" y="314482"/>
                        <a:pt x="22297" y="276890"/>
                      </a:cubicBezTo>
                      <a:cubicBezTo>
                        <a:pt x="5089" y="238091"/>
                        <a:pt x="1088" y="194784"/>
                        <a:pt x="8" y="152747"/>
                      </a:cubicBezTo>
                      <a:cubicBezTo>
                        <a:pt x="-246" y="110266"/>
                        <a:pt x="5152" y="43527"/>
                        <a:pt x="33282" y="10126"/>
                      </a:cubicBezTo>
                      <a:cubicBezTo>
                        <a:pt x="53920" y="-12353"/>
                        <a:pt x="74367" y="6570"/>
                        <a:pt x="84146" y="28287"/>
                      </a:cubicBezTo>
                      <a:cubicBezTo>
                        <a:pt x="101672" y="67150"/>
                        <a:pt x="104466" y="110710"/>
                        <a:pt x="104974" y="152747"/>
                      </a:cubicBezTo>
                      <a:lnTo>
                        <a:pt x="104974" y="152747"/>
                      </a:lnTo>
                      <a:close/>
                      <a:moveTo>
                        <a:pt x="104593" y="152747"/>
                      </a:moveTo>
                      <a:cubicBezTo>
                        <a:pt x="104403" y="111600"/>
                        <a:pt x="96719" y="44670"/>
                        <a:pt x="69668" y="12794"/>
                      </a:cubicBezTo>
                      <a:cubicBezTo>
                        <a:pt x="38108" y="-19719"/>
                        <a:pt x="16645" y="45877"/>
                        <a:pt x="11502" y="69372"/>
                      </a:cubicBezTo>
                      <a:cubicBezTo>
                        <a:pt x="-372" y="123919"/>
                        <a:pt x="-1706" y="181703"/>
                        <a:pt x="10422" y="236377"/>
                      </a:cubicBezTo>
                      <a:cubicBezTo>
                        <a:pt x="15439" y="256443"/>
                        <a:pt x="21853" y="277398"/>
                        <a:pt x="35695" y="293146"/>
                      </a:cubicBezTo>
                      <a:cubicBezTo>
                        <a:pt x="54872" y="313530"/>
                        <a:pt x="71891" y="294797"/>
                        <a:pt x="81098" y="275683"/>
                      </a:cubicBezTo>
                      <a:cubicBezTo>
                        <a:pt x="98878" y="237583"/>
                        <a:pt x="104021" y="194467"/>
                        <a:pt x="104593" y="152747"/>
                      </a:cubicBezTo>
                      <a:lnTo>
                        <a:pt x="104593" y="15274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Google Shape;655;p28"/>
                <p:cNvSpPr/>
                <p:nvPr/>
              </p:nvSpPr>
              <p:spPr>
                <a:xfrm>
                  <a:off x="10305766" y="4312156"/>
                  <a:ext cx="26465" cy="2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65" h="28775" extrusionOk="0">
                      <a:moveTo>
                        <a:pt x="26446" y="14607"/>
                      </a:moveTo>
                      <a:cubicBezTo>
                        <a:pt x="26700" y="27560"/>
                        <a:pt x="13301" y="33784"/>
                        <a:pt x="4284" y="23941"/>
                      </a:cubicBezTo>
                      <a:cubicBezTo>
                        <a:pt x="-4352" y="15115"/>
                        <a:pt x="728" y="128"/>
                        <a:pt x="13618" y="2"/>
                      </a:cubicBezTo>
                      <a:cubicBezTo>
                        <a:pt x="21620" y="-126"/>
                        <a:pt x="26827" y="7431"/>
                        <a:pt x="26446" y="14607"/>
                      </a:cubicBezTo>
                      <a:lnTo>
                        <a:pt x="26446" y="14607"/>
                      </a:lnTo>
                      <a:close/>
                      <a:moveTo>
                        <a:pt x="26065" y="14607"/>
                      </a:moveTo>
                      <a:cubicBezTo>
                        <a:pt x="26065" y="8129"/>
                        <a:pt x="19397" y="3875"/>
                        <a:pt x="13618" y="4002"/>
                      </a:cubicBezTo>
                      <a:cubicBezTo>
                        <a:pt x="7713" y="3939"/>
                        <a:pt x="2697" y="8701"/>
                        <a:pt x="2062" y="14607"/>
                      </a:cubicBezTo>
                      <a:cubicBezTo>
                        <a:pt x="1109" y="21210"/>
                        <a:pt x="7332" y="26608"/>
                        <a:pt x="13618" y="25655"/>
                      </a:cubicBezTo>
                      <a:cubicBezTo>
                        <a:pt x="19461" y="25147"/>
                        <a:pt x="26128" y="21210"/>
                        <a:pt x="26065" y="14607"/>
                      </a:cubicBezTo>
                      <a:lnTo>
                        <a:pt x="26065" y="1460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" name="Google Shape;656;p28"/>
                <p:cNvSpPr/>
                <p:nvPr/>
              </p:nvSpPr>
              <p:spPr>
                <a:xfrm>
                  <a:off x="10171423" y="3524250"/>
                  <a:ext cx="296048" cy="129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048" h="129730" extrusionOk="0">
                      <a:moveTo>
                        <a:pt x="296044" y="129730"/>
                      </a:moveTo>
                      <a:cubicBezTo>
                        <a:pt x="246578" y="89916"/>
                        <a:pt x="193936" y="44577"/>
                        <a:pt x="145803" y="3048"/>
                      </a:cubicBezTo>
                      <a:lnTo>
                        <a:pt x="150248" y="3048"/>
                      </a:lnTo>
                      <a:cubicBezTo>
                        <a:pt x="115641" y="32957"/>
                        <a:pt x="73222" y="69342"/>
                        <a:pt x="38044" y="98616"/>
                      </a:cubicBezTo>
                      <a:cubicBezTo>
                        <a:pt x="25344" y="108966"/>
                        <a:pt x="12834" y="119507"/>
                        <a:pt x="7" y="129730"/>
                      </a:cubicBezTo>
                      <a:cubicBezTo>
                        <a:pt x="-1200" y="129349"/>
                        <a:pt x="148153" y="381"/>
                        <a:pt x="148025" y="0"/>
                      </a:cubicBezTo>
                      <a:cubicBezTo>
                        <a:pt x="148025" y="508"/>
                        <a:pt x="296996" y="129222"/>
                        <a:pt x="296044" y="129730"/>
                      </a:cubicBezTo>
                      <a:lnTo>
                        <a:pt x="296044" y="12973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7" name="Google Shape;657;p28"/>
                <p:cNvSpPr/>
                <p:nvPr/>
              </p:nvSpPr>
              <p:spPr>
                <a:xfrm>
                  <a:off x="10299890" y="3505200"/>
                  <a:ext cx="39115" cy="39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15" h="39115" extrusionOk="0">
                      <a:moveTo>
                        <a:pt x="39115" y="19558"/>
                      </a:moveTo>
                      <a:cubicBezTo>
                        <a:pt x="39115" y="30353"/>
                        <a:pt x="30353" y="39116"/>
                        <a:pt x="19558" y="39116"/>
                      </a:cubicBezTo>
                      <a:cubicBezTo>
                        <a:pt x="8763" y="39116"/>
                        <a:pt x="0" y="30353"/>
                        <a:pt x="0" y="19558"/>
                      </a:cubicBezTo>
                      <a:cubicBezTo>
                        <a:pt x="0" y="8763"/>
                        <a:pt x="8763" y="0"/>
                        <a:pt x="19558" y="0"/>
                      </a:cubicBezTo>
                      <a:cubicBezTo>
                        <a:pt x="30353" y="0"/>
                        <a:pt x="39115" y="8763"/>
                        <a:pt x="39115" y="1955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28"/>
                <p:cNvSpPr/>
                <p:nvPr/>
              </p:nvSpPr>
              <p:spPr>
                <a:xfrm>
                  <a:off x="10307256" y="3493007"/>
                  <a:ext cx="24384" cy="24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84" h="24384" extrusionOk="0">
                      <a:moveTo>
                        <a:pt x="24385" y="12192"/>
                      </a:moveTo>
                      <a:cubicBezTo>
                        <a:pt x="24385" y="18923"/>
                        <a:pt x="18924" y="24384"/>
                        <a:pt x="12192" y="24384"/>
                      </a:cubicBezTo>
                      <a:cubicBezTo>
                        <a:pt x="5462" y="24384"/>
                        <a:pt x="0" y="18923"/>
                        <a:pt x="0" y="12192"/>
                      </a:cubicBezTo>
                      <a:cubicBezTo>
                        <a:pt x="0" y="5461"/>
                        <a:pt x="5462" y="1"/>
                        <a:pt x="12192" y="1"/>
                      </a:cubicBezTo>
                      <a:cubicBezTo>
                        <a:pt x="18924" y="-63"/>
                        <a:pt x="24385" y="5461"/>
                        <a:pt x="24385" y="1219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9" name="Google Shape;659;p28"/>
                <p:cNvSpPr/>
                <p:nvPr/>
              </p:nvSpPr>
              <p:spPr>
                <a:xfrm>
                  <a:off x="10317543" y="3110293"/>
                  <a:ext cx="3746" cy="38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6" h="382651" extrusionOk="0">
                      <a:moveTo>
                        <a:pt x="0" y="0"/>
                      </a:moveTo>
                      <a:lnTo>
                        <a:pt x="3747" y="0"/>
                      </a:lnTo>
                      <a:lnTo>
                        <a:pt x="3747" y="382651"/>
                      </a:lnTo>
                      <a:lnTo>
                        <a:pt x="0" y="38265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60" name="Google Shape;660;p28"/>
              <p:cNvGrpSpPr/>
              <p:nvPr/>
            </p:nvGrpSpPr>
            <p:grpSpPr>
              <a:xfrm>
                <a:off x="8360671" y="2742228"/>
                <a:ext cx="1332606" cy="2327932"/>
                <a:chOff x="78398" y="-4015638"/>
                <a:chExt cx="307775" cy="537629"/>
              </a:xfrm>
            </p:grpSpPr>
            <p:sp>
              <p:nvSpPr>
                <p:cNvPr id="661" name="Google Shape;661;p28"/>
                <p:cNvSpPr/>
                <p:nvPr/>
              </p:nvSpPr>
              <p:spPr>
                <a:xfrm>
                  <a:off x="206259" y="-4015638"/>
                  <a:ext cx="51986" cy="361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3" h="603249" extrusionOk="0">
                      <a:moveTo>
                        <a:pt x="56884" y="603250"/>
                      </a:moveTo>
                      <a:lnTo>
                        <a:pt x="18467" y="603250"/>
                      </a:lnTo>
                      <a:cubicBezTo>
                        <a:pt x="18467" y="603250"/>
                        <a:pt x="-33857" y="187325"/>
                        <a:pt x="37644" y="0"/>
                      </a:cubicBezTo>
                      <a:cubicBezTo>
                        <a:pt x="37644" y="0"/>
                        <a:pt x="133656" y="278638"/>
                        <a:pt x="56884" y="6032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2" name="Google Shape;662;p28"/>
                <p:cNvSpPr/>
                <p:nvPr/>
              </p:nvSpPr>
              <p:spPr>
                <a:xfrm>
                  <a:off x="131745" y="-3672776"/>
                  <a:ext cx="201082" cy="19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137" h="324611" extrusionOk="0">
                      <a:moveTo>
                        <a:pt x="330573" y="85534"/>
                      </a:moveTo>
                      <a:cubicBezTo>
                        <a:pt x="305364" y="31432"/>
                        <a:pt x="255008" y="31432"/>
                        <a:pt x="255008" y="31432"/>
                      </a:cubicBezTo>
                      <a:lnTo>
                        <a:pt x="255008" y="0"/>
                      </a:lnTo>
                      <a:lnTo>
                        <a:pt x="167568" y="0"/>
                      </a:lnTo>
                      <a:lnTo>
                        <a:pt x="80129" y="0"/>
                      </a:lnTo>
                      <a:lnTo>
                        <a:pt x="80129" y="31432"/>
                      </a:lnTo>
                      <a:cubicBezTo>
                        <a:pt x="80129" y="31432"/>
                        <a:pt x="29773" y="31432"/>
                        <a:pt x="4564" y="85534"/>
                      </a:cubicBezTo>
                      <a:cubicBezTo>
                        <a:pt x="-20645" y="139636"/>
                        <a:pt x="66794" y="324612"/>
                        <a:pt x="66794" y="324612"/>
                      </a:cubicBezTo>
                      <a:lnTo>
                        <a:pt x="167568" y="324612"/>
                      </a:lnTo>
                      <a:lnTo>
                        <a:pt x="268343" y="324612"/>
                      </a:lnTo>
                      <a:cubicBezTo>
                        <a:pt x="268343" y="324676"/>
                        <a:pt x="355782" y="139636"/>
                        <a:pt x="330573" y="855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3" name="Google Shape;663;p28"/>
                <p:cNvSpPr/>
                <p:nvPr/>
              </p:nvSpPr>
              <p:spPr>
                <a:xfrm>
                  <a:off x="179791" y="-3654187"/>
                  <a:ext cx="104927" cy="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878" h="4176" extrusionOk="0">
                      <a:moveTo>
                        <a:pt x="174878" y="684"/>
                      </a:moveTo>
                      <a:cubicBezTo>
                        <a:pt x="146240" y="3478"/>
                        <a:pt x="116268" y="4050"/>
                        <a:pt x="87439" y="4177"/>
                      </a:cubicBezTo>
                      <a:cubicBezTo>
                        <a:pt x="58610" y="4050"/>
                        <a:pt x="28639" y="3415"/>
                        <a:pt x="0" y="684"/>
                      </a:cubicBezTo>
                      <a:lnTo>
                        <a:pt x="0" y="303"/>
                      </a:lnTo>
                      <a:cubicBezTo>
                        <a:pt x="43370" y="494"/>
                        <a:pt x="132397" y="-713"/>
                        <a:pt x="174878" y="684"/>
                      </a:cubicBezTo>
                      <a:lnTo>
                        <a:pt x="174878" y="68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4" name="Google Shape;664;p28"/>
                <p:cNvSpPr/>
                <p:nvPr/>
              </p:nvSpPr>
              <p:spPr>
                <a:xfrm>
                  <a:off x="78398" y="-3937470"/>
                  <a:ext cx="142418" cy="264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363" h="441515" extrusionOk="0">
                      <a:moveTo>
                        <a:pt x="237363" y="441515"/>
                      </a:moveTo>
                      <a:cubicBezTo>
                        <a:pt x="237363" y="441515"/>
                        <a:pt x="237363" y="45339"/>
                        <a:pt x="0" y="0"/>
                      </a:cubicBezTo>
                      <a:cubicBezTo>
                        <a:pt x="0" y="0"/>
                        <a:pt x="169101" y="157924"/>
                        <a:pt x="169101" y="441515"/>
                      </a:cubicBezTo>
                      <a:lnTo>
                        <a:pt x="237363" y="4415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5" name="Google Shape;665;p28"/>
                <p:cNvSpPr/>
                <p:nvPr/>
              </p:nvSpPr>
              <p:spPr>
                <a:xfrm>
                  <a:off x="120927" y="-3882719"/>
                  <a:ext cx="71933" cy="210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88" h="350202" extrusionOk="0">
                      <a:moveTo>
                        <a:pt x="119888" y="350202"/>
                      </a:moveTo>
                      <a:lnTo>
                        <a:pt x="98235" y="350202"/>
                      </a:lnTo>
                      <a:cubicBezTo>
                        <a:pt x="98235" y="193040"/>
                        <a:pt x="46292" y="74485"/>
                        <a:pt x="0" y="0"/>
                      </a:cubicBezTo>
                      <a:cubicBezTo>
                        <a:pt x="3620" y="4064"/>
                        <a:pt x="119888" y="135445"/>
                        <a:pt x="119888" y="3502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6" name="Google Shape;666;p28"/>
                <p:cNvSpPr/>
                <p:nvPr/>
              </p:nvSpPr>
              <p:spPr>
                <a:xfrm>
                  <a:off x="114645" y="-3911047"/>
                  <a:ext cx="95173" cy="238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22" h="397446" extrusionOk="0">
                      <a:moveTo>
                        <a:pt x="158114" y="397446"/>
                      </a:moveTo>
                      <a:cubicBezTo>
                        <a:pt x="149098" y="273050"/>
                        <a:pt x="112331" y="107950"/>
                        <a:pt x="20574" y="18351"/>
                      </a:cubicBezTo>
                      <a:cubicBezTo>
                        <a:pt x="17843" y="15811"/>
                        <a:pt x="13462" y="11366"/>
                        <a:pt x="10540" y="9080"/>
                      </a:cubicBezTo>
                      <a:lnTo>
                        <a:pt x="0" y="317"/>
                      </a:lnTo>
                      <a:lnTo>
                        <a:pt x="253" y="0"/>
                      </a:lnTo>
                      <a:cubicBezTo>
                        <a:pt x="2667" y="1841"/>
                        <a:pt x="12001" y="8573"/>
                        <a:pt x="14097" y="10223"/>
                      </a:cubicBezTo>
                      <a:cubicBezTo>
                        <a:pt x="19875" y="15240"/>
                        <a:pt x="26670" y="20828"/>
                        <a:pt x="31940" y="26479"/>
                      </a:cubicBezTo>
                      <a:cubicBezTo>
                        <a:pt x="38481" y="32829"/>
                        <a:pt x="44640" y="40005"/>
                        <a:pt x="50546" y="46926"/>
                      </a:cubicBezTo>
                      <a:cubicBezTo>
                        <a:pt x="53467" y="50863"/>
                        <a:pt x="60388" y="59563"/>
                        <a:pt x="62992" y="63500"/>
                      </a:cubicBezTo>
                      <a:cubicBezTo>
                        <a:pt x="77470" y="84010"/>
                        <a:pt x="89852" y="106743"/>
                        <a:pt x="99885" y="129794"/>
                      </a:cubicBezTo>
                      <a:cubicBezTo>
                        <a:pt x="121920" y="180340"/>
                        <a:pt x="136144" y="234061"/>
                        <a:pt x="145986" y="288226"/>
                      </a:cubicBezTo>
                      <a:cubicBezTo>
                        <a:pt x="149225" y="306324"/>
                        <a:pt x="151828" y="324485"/>
                        <a:pt x="153988" y="342646"/>
                      </a:cubicBezTo>
                      <a:cubicBezTo>
                        <a:pt x="156083" y="360870"/>
                        <a:pt x="157797" y="379158"/>
                        <a:pt x="158623" y="397446"/>
                      </a:cubicBezTo>
                      <a:lnTo>
                        <a:pt x="158114" y="397446"/>
                      </a:lnTo>
                      <a:lnTo>
                        <a:pt x="158114" y="39744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7" name="Google Shape;667;p28"/>
                <p:cNvSpPr/>
                <p:nvPr/>
              </p:nvSpPr>
              <p:spPr>
                <a:xfrm>
                  <a:off x="243756" y="-3937470"/>
                  <a:ext cx="142418" cy="264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363" h="441515" extrusionOk="0">
                      <a:moveTo>
                        <a:pt x="0" y="441515"/>
                      </a:moveTo>
                      <a:cubicBezTo>
                        <a:pt x="0" y="441515"/>
                        <a:pt x="0" y="45339"/>
                        <a:pt x="237363" y="0"/>
                      </a:cubicBezTo>
                      <a:cubicBezTo>
                        <a:pt x="237363" y="0"/>
                        <a:pt x="68263" y="157924"/>
                        <a:pt x="68263" y="441515"/>
                      </a:cubicBezTo>
                      <a:lnTo>
                        <a:pt x="0" y="4415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8" name="Google Shape;668;p28"/>
                <p:cNvSpPr/>
                <p:nvPr/>
              </p:nvSpPr>
              <p:spPr>
                <a:xfrm>
                  <a:off x="271665" y="-3882719"/>
                  <a:ext cx="71933" cy="210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88" h="350202" extrusionOk="0">
                      <a:moveTo>
                        <a:pt x="0" y="350202"/>
                      </a:moveTo>
                      <a:lnTo>
                        <a:pt x="21653" y="350202"/>
                      </a:lnTo>
                      <a:cubicBezTo>
                        <a:pt x="21653" y="193040"/>
                        <a:pt x="73596" y="74485"/>
                        <a:pt x="119888" y="0"/>
                      </a:cubicBezTo>
                      <a:cubicBezTo>
                        <a:pt x="116205" y="4064"/>
                        <a:pt x="0" y="135445"/>
                        <a:pt x="0" y="3502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9" name="Google Shape;669;p28"/>
                <p:cNvSpPr/>
                <p:nvPr/>
              </p:nvSpPr>
              <p:spPr>
                <a:xfrm>
                  <a:off x="254797" y="-3911123"/>
                  <a:ext cx="95135" cy="238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59" h="397510" extrusionOk="0">
                      <a:moveTo>
                        <a:pt x="0" y="397510"/>
                      </a:moveTo>
                      <a:cubicBezTo>
                        <a:pt x="6477" y="279527"/>
                        <a:pt x="40195" y="111760"/>
                        <a:pt x="126619" y="26543"/>
                      </a:cubicBezTo>
                      <a:cubicBezTo>
                        <a:pt x="131890" y="20955"/>
                        <a:pt x="138684" y="15304"/>
                        <a:pt x="144463" y="10287"/>
                      </a:cubicBezTo>
                      <a:cubicBezTo>
                        <a:pt x="146939" y="8318"/>
                        <a:pt x="155766" y="1905"/>
                        <a:pt x="158306" y="0"/>
                      </a:cubicBezTo>
                      <a:cubicBezTo>
                        <a:pt x="158306" y="0"/>
                        <a:pt x="158559" y="318"/>
                        <a:pt x="158559" y="318"/>
                      </a:cubicBezTo>
                      <a:lnTo>
                        <a:pt x="148019" y="9081"/>
                      </a:lnTo>
                      <a:cubicBezTo>
                        <a:pt x="145034" y="11430"/>
                        <a:pt x="140780" y="15748"/>
                        <a:pt x="137985" y="18415"/>
                      </a:cubicBezTo>
                      <a:cubicBezTo>
                        <a:pt x="104966" y="50038"/>
                        <a:pt x="81344" y="90170"/>
                        <a:pt x="62484" y="131509"/>
                      </a:cubicBezTo>
                      <a:cubicBezTo>
                        <a:pt x="24829" y="214884"/>
                        <a:pt x="7874" y="307658"/>
                        <a:pt x="0" y="397510"/>
                      </a:cubicBezTo>
                      <a:lnTo>
                        <a:pt x="0" y="39751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0" name="Google Shape;670;p28"/>
                <p:cNvSpPr/>
                <p:nvPr/>
              </p:nvSpPr>
              <p:spPr>
                <a:xfrm>
                  <a:off x="230033" y="-3923802"/>
                  <a:ext cx="2530" cy="25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7" h="418718" extrusionOk="0">
                      <a:moveTo>
                        <a:pt x="3456" y="418719"/>
                      </a:moveTo>
                      <a:cubicBezTo>
                        <a:pt x="-989" y="298069"/>
                        <a:pt x="-671" y="173101"/>
                        <a:pt x="1742" y="52324"/>
                      </a:cubicBezTo>
                      <a:cubicBezTo>
                        <a:pt x="2313" y="34861"/>
                        <a:pt x="2631" y="17463"/>
                        <a:pt x="3456" y="0"/>
                      </a:cubicBezTo>
                      <a:cubicBezTo>
                        <a:pt x="4472" y="102997"/>
                        <a:pt x="4472" y="315722"/>
                        <a:pt x="3456" y="418719"/>
                      </a:cubicBezTo>
                      <a:lnTo>
                        <a:pt x="3456" y="4187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1" name="Google Shape;671;p28"/>
                <p:cNvSpPr/>
                <p:nvPr/>
              </p:nvSpPr>
              <p:spPr>
                <a:xfrm>
                  <a:off x="206786" y="-3779766"/>
                  <a:ext cx="14059" cy="107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1" h="178498" extrusionOk="0">
                      <a:moveTo>
                        <a:pt x="23051" y="178498"/>
                      </a:moveTo>
                      <a:cubicBezTo>
                        <a:pt x="17590" y="126365"/>
                        <a:pt x="11493" y="74295"/>
                        <a:pt x="3302" y="22479"/>
                      </a:cubicBezTo>
                      <a:cubicBezTo>
                        <a:pt x="2413" y="14986"/>
                        <a:pt x="889" y="7684"/>
                        <a:pt x="0" y="127"/>
                      </a:cubicBezTo>
                      <a:lnTo>
                        <a:pt x="381" y="0"/>
                      </a:lnTo>
                      <a:cubicBezTo>
                        <a:pt x="10985" y="43815"/>
                        <a:pt x="17970" y="88456"/>
                        <a:pt x="21336" y="133414"/>
                      </a:cubicBezTo>
                      <a:cubicBezTo>
                        <a:pt x="22479" y="148400"/>
                        <a:pt x="23241" y="163386"/>
                        <a:pt x="23431" y="178435"/>
                      </a:cubicBezTo>
                      <a:lnTo>
                        <a:pt x="23051" y="178435"/>
                      </a:lnTo>
                      <a:lnTo>
                        <a:pt x="23051" y="1784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2" name="Google Shape;672;p28"/>
                <p:cNvSpPr/>
                <p:nvPr/>
              </p:nvSpPr>
              <p:spPr>
                <a:xfrm>
                  <a:off x="243055" y="-3779728"/>
                  <a:ext cx="14645" cy="107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9" h="178434" extrusionOk="0">
                      <a:moveTo>
                        <a:pt x="977" y="178435"/>
                      </a:moveTo>
                      <a:cubicBezTo>
                        <a:pt x="-1308" y="148336"/>
                        <a:pt x="660" y="118046"/>
                        <a:pt x="4343" y="88202"/>
                      </a:cubicBezTo>
                      <a:cubicBezTo>
                        <a:pt x="7772" y="62039"/>
                        <a:pt x="12915" y="36068"/>
                        <a:pt x="20600" y="10795"/>
                      </a:cubicBezTo>
                      <a:cubicBezTo>
                        <a:pt x="21679" y="7176"/>
                        <a:pt x="22822" y="3620"/>
                        <a:pt x="24028" y="0"/>
                      </a:cubicBezTo>
                      <a:lnTo>
                        <a:pt x="24409" y="127"/>
                      </a:lnTo>
                      <a:cubicBezTo>
                        <a:pt x="10313" y="58293"/>
                        <a:pt x="3518" y="119443"/>
                        <a:pt x="977" y="178435"/>
                      </a:cubicBezTo>
                      <a:lnTo>
                        <a:pt x="977" y="17843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3" name="Google Shape;673;p28"/>
                <p:cNvSpPr/>
                <p:nvPr/>
              </p:nvSpPr>
              <p:spPr>
                <a:xfrm>
                  <a:off x="138822" y="-3672776"/>
                  <a:ext cx="184668" cy="19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780" h="324612" extrusionOk="0">
                      <a:moveTo>
                        <a:pt x="121730" y="174530"/>
                      </a:moveTo>
                      <a:cubicBezTo>
                        <a:pt x="127731" y="175704"/>
                        <a:pt x="132970" y="179546"/>
                        <a:pt x="135764" y="186563"/>
                      </a:cubicBezTo>
                      <a:cubicBezTo>
                        <a:pt x="142685" y="202057"/>
                        <a:pt x="134430" y="220027"/>
                        <a:pt x="140336" y="235394"/>
                      </a:cubicBezTo>
                      <a:cubicBezTo>
                        <a:pt x="140463" y="235458"/>
                        <a:pt x="140590" y="235712"/>
                        <a:pt x="140653" y="235712"/>
                      </a:cubicBezTo>
                      <a:cubicBezTo>
                        <a:pt x="140780" y="235839"/>
                        <a:pt x="140780" y="235776"/>
                        <a:pt x="141034" y="235776"/>
                      </a:cubicBezTo>
                      <a:cubicBezTo>
                        <a:pt x="142939" y="235077"/>
                        <a:pt x="144844" y="232283"/>
                        <a:pt x="146051" y="230441"/>
                      </a:cubicBezTo>
                      <a:cubicBezTo>
                        <a:pt x="149099" y="225679"/>
                        <a:pt x="151575" y="220282"/>
                        <a:pt x="153670" y="214884"/>
                      </a:cubicBezTo>
                      <a:cubicBezTo>
                        <a:pt x="154941" y="210566"/>
                        <a:pt x="159322" y="203708"/>
                        <a:pt x="165228" y="206057"/>
                      </a:cubicBezTo>
                      <a:cubicBezTo>
                        <a:pt x="179134" y="212725"/>
                        <a:pt x="181039" y="247777"/>
                        <a:pt x="181991" y="261683"/>
                      </a:cubicBezTo>
                      <a:cubicBezTo>
                        <a:pt x="182563" y="273621"/>
                        <a:pt x="182372" y="285559"/>
                        <a:pt x="181801" y="297434"/>
                      </a:cubicBezTo>
                      <a:cubicBezTo>
                        <a:pt x="181674" y="303276"/>
                        <a:pt x="181738" y="309118"/>
                        <a:pt x="182817" y="314833"/>
                      </a:cubicBezTo>
                      <a:lnTo>
                        <a:pt x="186755" y="324612"/>
                      </a:lnTo>
                      <a:lnTo>
                        <a:pt x="183835" y="324612"/>
                      </a:lnTo>
                      <a:lnTo>
                        <a:pt x="179896" y="315277"/>
                      </a:lnTo>
                      <a:cubicBezTo>
                        <a:pt x="178690" y="309308"/>
                        <a:pt x="178563" y="303276"/>
                        <a:pt x="178563" y="297244"/>
                      </a:cubicBezTo>
                      <a:cubicBezTo>
                        <a:pt x="178880" y="285369"/>
                        <a:pt x="178943" y="273558"/>
                        <a:pt x="178372" y="261810"/>
                      </a:cubicBezTo>
                      <a:cubicBezTo>
                        <a:pt x="177674" y="250063"/>
                        <a:pt x="176530" y="238252"/>
                        <a:pt x="173546" y="227013"/>
                      </a:cubicBezTo>
                      <a:cubicBezTo>
                        <a:pt x="172086" y="221678"/>
                        <a:pt x="170180" y="215900"/>
                        <a:pt x="166625" y="211709"/>
                      </a:cubicBezTo>
                      <a:cubicBezTo>
                        <a:pt x="162243" y="206438"/>
                        <a:pt x="158751" y="211582"/>
                        <a:pt x="157290" y="216218"/>
                      </a:cubicBezTo>
                      <a:cubicBezTo>
                        <a:pt x="155004" y="221869"/>
                        <a:pt x="146686" y="243967"/>
                        <a:pt x="138240" y="239141"/>
                      </a:cubicBezTo>
                      <a:cubicBezTo>
                        <a:pt x="135891" y="237553"/>
                        <a:pt x="135192" y="234315"/>
                        <a:pt x="134747" y="231838"/>
                      </a:cubicBezTo>
                      <a:cubicBezTo>
                        <a:pt x="132017" y="217170"/>
                        <a:pt x="137668" y="202057"/>
                        <a:pt x="132080" y="188151"/>
                      </a:cubicBezTo>
                      <a:cubicBezTo>
                        <a:pt x="127572" y="176339"/>
                        <a:pt x="114681" y="175641"/>
                        <a:pt x="104839" y="181801"/>
                      </a:cubicBezTo>
                      <a:cubicBezTo>
                        <a:pt x="97346" y="186119"/>
                        <a:pt x="91314" y="192532"/>
                        <a:pt x="86233" y="199581"/>
                      </a:cubicBezTo>
                      <a:cubicBezTo>
                        <a:pt x="72962" y="218821"/>
                        <a:pt x="65405" y="242126"/>
                        <a:pt x="65025" y="265494"/>
                      </a:cubicBezTo>
                      <a:cubicBezTo>
                        <a:pt x="64993" y="283179"/>
                        <a:pt x="68359" y="300704"/>
                        <a:pt x="74193" y="317460"/>
                      </a:cubicBezTo>
                      <a:lnTo>
                        <a:pt x="77815" y="324612"/>
                      </a:lnTo>
                      <a:lnTo>
                        <a:pt x="76354" y="324612"/>
                      </a:lnTo>
                      <a:lnTo>
                        <a:pt x="72645" y="317778"/>
                      </a:lnTo>
                      <a:cubicBezTo>
                        <a:pt x="66390" y="300990"/>
                        <a:pt x="62707" y="283305"/>
                        <a:pt x="62548" y="265366"/>
                      </a:cubicBezTo>
                      <a:cubicBezTo>
                        <a:pt x="62548" y="241363"/>
                        <a:pt x="69851" y="217297"/>
                        <a:pt x="83440" y="197421"/>
                      </a:cubicBezTo>
                      <a:cubicBezTo>
                        <a:pt x="88710" y="189992"/>
                        <a:pt x="95124" y="183134"/>
                        <a:pt x="103125" y="178499"/>
                      </a:cubicBezTo>
                      <a:cubicBezTo>
                        <a:pt x="108967" y="174848"/>
                        <a:pt x="115729" y="173355"/>
                        <a:pt x="121730" y="174530"/>
                      </a:cubicBezTo>
                      <a:close/>
                      <a:moveTo>
                        <a:pt x="136065" y="110950"/>
                      </a:moveTo>
                      <a:cubicBezTo>
                        <a:pt x="143951" y="110470"/>
                        <a:pt x="152068" y="111633"/>
                        <a:pt x="160148" y="114808"/>
                      </a:cubicBezTo>
                      <a:cubicBezTo>
                        <a:pt x="183262" y="123698"/>
                        <a:pt x="195898" y="148145"/>
                        <a:pt x="192342" y="172276"/>
                      </a:cubicBezTo>
                      <a:cubicBezTo>
                        <a:pt x="192278" y="173355"/>
                        <a:pt x="191961" y="175514"/>
                        <a:pt x="191707" y="176594"/>
                      </a:cubicBezTo>
                      <a:cubicBezTo>
                        <a:pt x="189612" y="186245"/>
                        <a:pt x="187579" y="196025"/>
                        <a:pt x="186945" y="205930"/>
                      </a:cubicBezTo>
                      <a:cubicBezTo>
                        <a:pt x="184278" y="240220"/>
                        <a:pt x="196216" y="277432"/>
                        <a:pt x="235268" y="281178"/>
                      </a:cubicBezTo>
                      <a:lnTo>
                        <a:pt x="278073" y="274889"/>
                      </a:lnTo>
                      <a:lnTo>
                        <a:pt x="277370" y="276591"/>
                      </a:lnTo>
                      <a:lnTo>
                        <a:pt x="243714" y="284099"/>
                      </a:lnTo>
                      <a:cubicBezTo>
                        <a:pt x="197168" y="285178"/>
                        <a:pt x="180404" y="246697"/>
                        <a:pt x="183262" y="205676"/>
                      </a:cubicBezTo>
                      <a:cubicBezTo>
                        <a:pt x="183833" y="195644"/>
                        <a:pt x="185866" y="185738"/>
                        <a:pt x="187897" y="175895"/>
                      </a:cubicBezTo>
                      <a:cubicBezTo>
                        <a:pt x="188151" y="174879"/>
                        <a:pt x="188405" y="172783"/>
                        <a:pt x="188469" y="171767"/>
                      </a:cubicBezTo>
                      <a:cubicBezTo>
                        <a:pt x="191644" y="149606"/>
                        <a:pt x="179896" y="126682"/>
                        <a:pt x="158687" y="118427"/>
                      </a:cubicBezTo>
                      <a:cubicBezTo>
                        <a:pt x="135002" y="108521"/>
                        <a:pt x="107442" y="119126"/>
                        <a:pt x="91378" y="137922"/>
                      </a:cubicBezTo>
                      <a:cubicBezTo>
                        <a:pt x="85790" y="143827"/>
                        <a:pt x="81027" y="151765"/>
                        <a:pt x="76518" y="158559"/>
                      </a:cubicBezTo>
                      <a:cubicBezTo>
                        <a:pt x="63311" y="178308"/>
                        <a:pt x="44404" y="192310"/>
                        <a:pt x="23076" y="200517"/>
                      </a:cubicBezTo>
                      <a:lnTo>
                        <a:pt x="8375" y="204020"/>
                      </a:lnTo>
                      <a:lnTo>
                        <a:pt x="7910" y="202377"/>
                      </a:lnTo>
                      <a:lnTo>
                        <a:pt x="25869" y="197215"/>
                      </a:lnTo>
                      <a:cubicBezTo>
                        <a:pt x="47419" y="187579"/>
                        <a:pt x="65946" y="171767"/>
                        <a:pt x="78487" y="149669"/>
                      </a:cubicBezTo>
                      <a:cubicBezTo>
                        <a:pt x="90822" y="128619"/>
                        <a:pt x="112408" y="112391"/>
                        <a:pt x="136065" y="110950"/>
                      </a:cubicBezTo>
                      <a:close/>
                      <a:moveTo>
                        <a:pt x="218696" y="0"/>
                      </a:moveTo>
                      <a:lnTo>
                        <a:pt x="221933" y="0"/>
                      </a:lnTo>
                      <a:lnTo>
                        <a:pt x="247270" y="71754"/>
                      </a:lnTo>
                      <a:cubicBezTo>
                        <a:pt x="249810" y="88328"/>
                        <a:pt x="250572" y="105600"/>
                        <a:pt x="246698" y="122174"/>
                      </a:cubicBezTo>
                      <a:cubicBezTo>
                        <a:pt x="239650" y="146684"/>
                        <a:pt x="215710" y="205231"/>
                        <a:pt x="236539" y="225425"/>
                      </a:cubicBezTo>
                      <a:cubicBezTo>
                        <a:pt x="243778" y="231775"/>
                        <a:pt x="254445" y="231647"/>
                        <a:pt x="263462" y="230124"/>
                      </a:cubicBezTo>
                      <a:cubicBezTo>
                        <a:pt x="279274" y="225869"/>
                        <a:pt x="290386" y="211963"/>
                        <a:pt x="300419" y="199707"/>
                      </a:cubicBezTo>
                      <a:lnTo>
                        <a:pt x="307780" y="187729"/>
                      </a:lnTo>
                      <a:lnTo>
                        <a:pt x="304598" y="198957"/>
                      </a:lnTo>
                      <a:lnTo>
                        <a:pt x="303023" y="201612"/>
                      </a:lnTo>
                      <a:cubicBezTo>
                        <a:pt x="292736" y="214693"/>
                        <a:pt x="281178" y="229171"/>
                        <a:pt x="264288" y="233616"/>
                      </a:cubicBezTo>
                      <a:cubicBezTo>
                        <a:pt x="254065" y="235457"/>
                        <a:pt x="242444" y="235394"/>
                        <a:pt x="234126" y="228219"/>
                      </a:cubicBezTo>
                      <a:cubicBezTo>
                        <a:pt x="215774" y="211010"/>
                        <a:pt x="227966" y="170814"/>
                        <a:pt x="233744" y="149669"/>
                      </a:cubicBezTo>
                      <a:cubicBezTo>
                        <a:pt x="237237" y="136906"/>
                        <a:pt x="243142" y="124777"/>
                        <a:pt x="244666" y="111632"/>
                      </a:cubicBezTo>
                      <a:cubicBezTo>
                        <a:pt x="246460" y="93249"/>
                        <a:pt x="244765" y="73636"/>
                        <a:pt x="240098" y="54154"/>
                      </a:cubicBezTo>
                      <a:close/>
                      <a:moveTo>
                        <a:pt x="173344" y="0"/>
                      </a:moveTo>
                      <a:lnTo>
                        <a:pt x="175546" y="0"/>
                      </a:lnTo>
                      <a:lnTo>
                        <a:pt x="196279" y="24828"/>
                      </a:lnTo>
                      <a:cubicBezTo>
                        <a:pt x="207455" y="46862"/>
                        <a:pt x="225616" y="92011"/>
                        <a:pt x="208344" y="113855"/>
                      </a:cubicBezTo>
                      <a:cubicBezTo>
                        <a:pt x="193866" y="127190"/>
                        <a:pt x="176403" y="101917"/>
                        <a:pt x="168022" y="92011"/>
                      </a:cubicBezTo>
                      <a:cubicBezTo>
                        <a:pt x="160719" y="84518"/>
                        <a:pt x="150750" y="80454"/>
                        <a:pt x="140590" y="78231"/>
                      </a:cubicBezTo>
                      <a:cubicBezTo>
                        <a:pt x="126874" y="75310"/>
                        <a:pt x="112395" y="75501"/>
                        <a:pt x="98489" y="77850"/>
                      </a:cubicBezTo>
                      <a:cubicBezTo>
                        <a:pt x="89853" y="79057"/>
                        <a:pt x="57151" y="87693"/>
                        <a:pt x="68136" y="100393"/>
                      </a:cubicBezTo>
                      <a:cubicBezTo>
                        <a:pt x="92266" y="120522"/>
                        <a:pt x="73851" y="134365"/>
                        <a:pt x="56007" y="148843"/>
                      </a:cubicBezTo>
                      <a:cubicBezTo>
                        <a:pt x="50483" y="153415"/>
                        <a:pt x="44959" y="157987"/>
                        <a:pt x="39878" y="162940"/>
                      </a:cubicBezTo>
                      <a:cubicBezTo>
                        <a:pt x="34481" y="168147"/>
                        <a:pt x="27496" y="171068"/>
                        <a:pt x="20448" y="173100"/>
                      </a:cubicBezTo>
                      <a:lnTo>
                        <a:pt x="518" y="176297"/>
                      </a:lnTo>
                      <a:lnTo>
                        <a:pt x="0" y="174468"/>
                      </a:lnTo>
                      <a:lnTo>
                        <a:pt x="19940" y="170941"/>
                      </a:lnTo>
                      <a:cubicBezTo>
                        <a:pt x="26607" y="168909"/>
                        <a:pt x="33211" y="166052"/>
                        <a:pt x="38228" y="161162"/>
                      </a:cubicBezTo>
                      <a:cubicBezTo>
                        <a:pt x="43307" y="156019"/>
                        <a:pt x="48832" y="151320"/>
                        <a:pt x="54356" y="146684"/>
                      </a:cubicBezTo>
                      <a:cubicBezTo>
                        <a:pt x="62612" y="139001"/>
                        <a:pt x="80836" y="127634"/>
                        <a:pt x="75502" y="114680"/>
                      </a:cubicBezTo>
                      <a:cubicBezTo>
                        <a:pt x="73534" y="109854"/>
                        <a:pt x="69533" y="106489"/>
                        <a:pt x="65660" y="102806"/>
                      </a:cubicBezTo>
                      <a:cubicBezTo>
                        <a:pt x="56579" y="93281"/>
                        <a:pt x="68200" y="83946"/>
                        <a:pt x="76899" y="80390"/>
                      </a:cubicBezTo>
                      <a:cubicBezTo>
                        <a:pt x="103950" y="68960"/>
                        <a:pt x="148781" y="67309"/>
                        <a:pt x="171006" y="89217"/>
                      </a:cubicBezTo>
                      <a:cubicBezTo>
                        <a:pt x="178245" y="97091"/>
                        <a:pt x="189739" y="115633"/>
                        <a:pt x="201867" y="113410"/>
                      </a:cubicBezTo>
                      <a:cubicBezTo>
                        <a:pt x="207963" y="111442"/>
                        <a:pt x="209995" y="103441"/>
                        <a:pt x="210948" y="97535"/>
                      </a:cubicBezTo>
                      <a:cubicBezTo>
                        <a:pt x="212535" y="87058"/>
                        <a:pt x="210948" y="76580"/>
                        <a:pt x="208280" y="66293"/>
                      </a:cubicBezTo>
                      <a:cubicBezTo>
                        <a:pt x="203184" y="47354"/>
                        <a:pt x="195946" y="30003"/>
                        <a:pt x="186680" y="1491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74" name="Google Shape;674;p28"/>
            <p:cNvGrpSpPr/>
            <p:nvPr/>
          </p:nvGrpSpPr>
          <p:grpSpPr>
            <a:xfrm>
              <a:off x="7576400" y="1661575"/>
              <a:ext cx="467100" cy="467100"/>
              <a:chOff x="4123025" y="735300"/>
              <a:chExt cx="467100" cy="467100"/>
            </a:xfrm>
          </p:grpSpPr>
          <p:sp>
            <p:nvSpPr>
              <p:cNvPr id="675" name="Google Shape;675;p28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76" name="Google Shape;676;p28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677" name="Google Shape;677;p28"/>
            <p:cNvGrpSpPr/>
            <p:nvPr/>
          </p:nvGrpSpPr>
          <p:grpSpPr>
            <a:xfrm>
              <a:off x="6295076" y="1372626"/>
              <a:ext cx="332061" cy="332061"/>
              <a:chOff x="4252475" y="1680725"/>
              <a:chExt cx="467100" cy="467100"/>
            </a:xfrm>
          </p:grpSpPr>
          <p:sp>
            <p:nvSpPr>
              <p:cNvPr id="678" name="Google Shape;678;p28"/>
              <p:cNvSpPr/>
              <p:nvPr/>
            </p:nvSpPr>
            <p:spPr>
              <a:xfrm>
                <a:off x="4252475" y="16807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79" name="Google Shape;679;p28"/>
              <p:cNvSpPr/>
              <p:nvPr/>
            </p:nvSpPr>
            <p:spPr>
              <a:xfrm>
                <a:off x="4381925" y="18101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80" name="Google Shape;680;p28"/>
              <p:cNvSpPr/>
              <p:nvPr/>
            </p:nvSpPr>
            <p:spPr>
              <a:xfrm>
                <a:off x="4450925" y="1879175"/>
                <a:ext cx="70200" cy="70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681" name="Google Shape;681;p28"/>
            <p:cNvGrpSpPr/>
            <p:nvPr/>
          </p:nvGrpSpPr>
          <p:grpSpPr>
            <a:xfrm>
              <a:off x="4514380" y="2809740"/>
              <a:ext cx="332061" cy="332015"/>
              <a:chOff x="4280525" y="2688025"/>
              <a:chExt cx="467100" cy="467100"/>
            </a:xfrm>
          </p:grpSpPr>
          <p:sp>
            <p:nvSpPr>
              <p:cNvPr id="682" name="Google Shape;682;p28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83" name="Google Shape;683;p28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sp>
        <p:nvSpPr>
          <p:cNvPr id="3" name="Google Shape;621;p28">
            <a:extLst>
              <a:ext uri="{FF2B5EF4-FFF2-40B4-BE49-F238E27FC236}">
                <a16:creationId xmlns:a16="http://schemas.microsoft.com/office/drawing/2014/main" id="{FF591D8F-DBE1-06FC-9B2A-53B1B5AB1120}"/>
              </a:ext>
            </a:extLst>
          </p:cNvPr>
          <p:cNvSpPr txBox="1">
            <a:spLocks/>
          </p:cNvSpPr>
          <p:nvPr/>
        </p:nvSpPr>
        <p:spPr>
          <a:xfrm>
            <a:off x="711411" y="3689868"/>
            <a:ext cx="2441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-US" sz="1400" i="1"/>
              <a:t>The Fitness Scholars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2"/>
          <p:cNvSpPr txBox="1">
            <a:spLocks noGrp="1"/>
          </p:cNvSpPr>
          <p:nvPr>
            <p:ph type="title"/>
          </p:nvPr>
        </p:nvSpPr>
        <p:spPr>
          <a:xfrm>
            <a:off x="4342075" y="2371900"/>
            <a:ext cx="40887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7" name="Google Shape;747;p32"/>
          <p:cNvSpPr txBox="1">
            <a:spLocks noGrp="1"/>
          </p:cNvSpPr>
          <p:nvPr>
            <p:ph type="title" idx="2"/>
          </p:nvPr>
        </p:nvSpPr>
        <p:spPr>
          <a:xfrm>
            <a:off x="4342075" y="1391475"/>
            <a:ext cx="13326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748" name="Google Shape;748;p3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893" b="903"/>
          <a:stretch/>
        </p:blipFill>
        <p:spPr>
          <a:xfrm>
            <a:off x="666763" y="539500"/>
            <a:ext cx="2760600" cy="4064502"/>
          </a:xfrm>
          <a:prstGeom prst="rect">
            <a:avLst/>
          </a:prstGeom>
        </p:spPr>
      </p:pic>
      <p:grpSp>
        <p:nvGrpSpPr>
          <p:cNvPr id="749" name="Google Shape;749;p32"/>
          <p:cNvGrpSpPr/>
          <p:nvPr/>
        </p:nvGrpSpPr>
        <p:grpSpPr>
          <a:xfrm>
            <a:off x="2073954" y="3561129"/>
            <a:ext cx="3559020" cy="1436925"/>
            <a:chOff x="2073954" y="3561129"/>
            <a:chExt cx="3559020" cy="1436925"/>
          </a:xfrm>
        </p:grpSpPr>
        <p:grpSp>
          <p:nvGrpSpPr>
            <p:cNvPr id="750" name="Google Shape;750;p32"/>
            <p:cNvGrpSpPr/>
            <p:nvPr/>
          </p:nvGrpSpPr>
          <p:grpSpPr>
            <a:xfrm>
              <a:off x="3700765" y="3561129"/>
              <a:ext cx="798917" cy="1013525"/>
              <a:chOff x="3437763" y="3146869"/>
              <a:chExt cx="590740" cy="749427"/>
            </a:xfrm>
          </p:grpSpPr>
          <p:sp>
            <p:nvSpPr>
              <p:cNvPr id="751" name="Google Shape;751;p32"/>
              <p:cNvSpPr/>
              <p:nvPr/>
            </p:nvSpPr>
            <p:spPr>
              <a:xfrm>
                <a:off x="3544951" y="3146869"/>
                <a:ext cx="376301" cy="749427"/>
              </a:xfrm>
              <a:custGeom>
                <a:avLst/>
                <a:gdLst/>
                <a:ahLst/>
                <a:cxnLst/>
                <a:rect l="l" t="t" r="r" b="b"/>
                <a:pathLst>
                  <a:path w="376301" h="749427" extrusionOk="0">
                    <a:moveTo>
                      <a:pt x="282194" y="0"/>
                    </a:moveTo>
                    <a:lnTo>
                      <a:pt x="188151" y="0"/>
                    </a:lnTo>
                    <a:lnTo>
                      <a:pt x="94107" y="0"/>
                    </a:lnTo>
                    <a:lnTo>
                      <a:pt x="0" y="749427"/>
                    </a:lnTo>
                    <a:lnTo>
                      <a:pt x="188151" y="749427"/>
                    </a:lnTo>
                    <a:lnTo>
                      <a:pt x="376301" y="74942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" name="Google Shape;752;p32"/>
              <p:cNvGrpSpPr/>
              <p:nvPr/>
            </p:nvGrpSpPr>
            <p:grpSpPr>
              <a:xfrm>
                <a:off x="3495675" y="3188906"/>
                <a:ext cx="474789" cy="197802"/>
                <a:chOff x="3495675" y="3188906"/>
                <a:chExt cx="474789" cy="197802"/>
              </a:xfrm>
            </p:grpSpPr>
            <p:sp>
              <p:nvSpPr>
                <p:cNvPr id="753" name="Google Shape;753;p32"/>
                <p:cNvSpPr/>
                <p:nvPr/>
              </p:nvSpPr>
              <p:spPr>
                <a:xfrm>
                  <a:off x="3495675" y="3269932"/>
                  <a:ext cx="474789" cy="35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789" h="35687" extrusionOk="0">
                      <a:moveTo>
                        <a:pt x="0" y="0"/>
                      </a:moveTo>
                      <a:lnTo>
                        <a:pt x="474790" y="0"/>
                      </a:lnTo>
                      <a:lnTo>
                        <a:pt x="474790" y="35687"/>
                      </a:lnTo>
                      <a:lnTo>
                        <a:pt x="0" y="356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" name="Google Shape;754;p32"/>
                <p:cNvSpPr/>
                <p:nvPr/>
              </p:nvSpPr>
              <p:spPr>
                <a:xfrm>
                  <a:off x="3539680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197803"/>
                      </a:move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5" name="Google Shape;755;p32"/>
                <p:cNvSpPr/>
                <p:nvPr/>
              </p:nvSpPr>
              <p:spPr>
                <a:xfrm>
                  <a:off x="3568954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" name="Google Shape;756;p32"/>
                <p:cNvSpPr/>
                <p:nvPr/>
              </p:nvSpPr>
              <p:spPr>
                <a:xfrm>
                  <a:off x="3515169" y="3245802"/>
                  <a:ext cx="24510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0" h="84010" extrusionOk="0">
                      <a:moveTo>
                        <a:pt x="12255" y="84011"/>
                      </a:moveTo>
                      <a:lnTo>
                        <a:pt x="12255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461" y="0"/>
                        <a:pt x="12255" y="0"/>
                      </a:cubicBezTo>
                      <a:lnTo>
                        <a:pt x="12255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8986" y="84011"/>
                        <a:pt x="12255" y="840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7" name="Google Shape;757;p32"/>
                <p:cNvSpPr/>
                <p:nvPr/>
              </p:nvSpPr>
              <p:spPr>
                <a:xfrm>
                  <a:off x="3862704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0"/>
                      </a:move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" name="Google Shape;758;p32"/>
                <p:cNvSpPr/>
                <p:nvPr/>
              </p:nvSpPr>
              <p:spPr>
                <a:xfrm>
                  <a:off x="3892041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" name="Google Shape;759;p32"/>
                <p:cNvSpPr/>
                <p:nvPr/>
              </p:nvSpPr>
              <p:spPr>
                <a:xfrm>
                  <a:off x="3926522" y="3245802"/>
                  <a:ext cx="24511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1" h="84010" extrusionOk="0">
                      <a:moveTo>
                        <a:pt x="12256" y="0"/>
                      </a:moveTo>
                      <a:lnTo>
                        <a:pt x="12256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9050" y="84011"/>
                        <a:pt x="12256" y="84011"/>
                      </a:cubicBezTo>
                      <a:lnTo>
                        <a:pt x="12256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524" y="0"/>
                        <a:pt x="122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60" name="Google Shape;760;p32"/>
              <p:cNvGrpSpPr/>
              <p:nvPr/>
            </p:nvGrpSpPr>
            <p:grpSpPr>
              <a:xfrm>
                <a:off x="3437763" y="3410902"/>
                <a:ext cx="590740" cy="246125"/>
                <a:chOff x="3437763" y="3410902"/>
                <a:chExt cx="590740" cy="246125"/>
              </a:xfrm>
            </p:grpSpPr>
            <p:sp>
              <p:nvSpPr>
                <p:cNvPr id="761" name="Google Shape;761;p32"/>
                <p:cNvSpPr/>
                <p:nvPr/>
              </p:nvSpPr>
              <p:spPr>
                <a:xfrm>
                  <a:off x="3437763" y="3511740"/>
                  <a:ext cx="590740" cy="44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740" h="44386" extrusionOk="0">
                      <a:moveTo>
                        <a:pt x="0" y="0"/>
                      </a:moveTo>
                      <a:lnTo>
                        <a:pt x="590741" y="0"/>
                      </a:lnTo>
                      <a:lnTo>
                        <a:pt x="590741" y="44387"/>
                      </a:lnTo>
                      <a:lnTo>
                        <a:pt x="0" y="443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" name="Google Shape;762;p32"/>
                <p:cNvSpPr/>
                <p:nvPr/>
              </p:nvSpPr>
              <p:spPr>
                <a:xfrm>
                  <a:off x="3492436" y="3410965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0" y="246063"/>
                      </a:moveTo>
                      <a:lnTo>
                        <a:pt x="39560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1"/>
                      </a:lnTo>
                      <a:cubicBezTo>
                        <a:pt x="0" y="17717"/>
                        <a:pt x="17717" y="0"/>
                        <a:pt x="39560" y="0"/>
                      </a:cubicBezTo>
                      <a:lnTo>
                        <a:pt x="39560" y="0"/>
                      </a:lnTo>
                      <a:cubicBezTo>
                        <a:pt x="61404" y="0"/>
                        <a:pt x="79121" y="17717"/>
                        <a:pt x="79121" y="39561"/>
                      </a:cubicBezTo>
                      <a:lnTo>
                        <a:pt x="79121" y="206502"/>
                      </a:lnTo>
                      <a:cubicBezTo>
                        <a:pt x="79185" y="228346"/>
                        <a:pt x="61468" y="246063"/>
                        <a:pt x="39560" y="24606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32"/>
                <p:cNvSpPr/>
                <p:nvPr/>
              </p:nvSpPr>
              <p:spPr>
                <a:xfrm>
                  <a:off x="3529520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32"/>
                <p:cNvSpPr/>
                <p:nvPr/>
              </p:nvSpPr>
              <p:spPr>
                <a:xfrm>
                  <a:off x="3461956" y="3481704"/>
                  <a:ext cx="30479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9" h="104521" extrusionOk="0">
                      <a:moveTo>
                        <a:pt x="15240" y="104521"/>
                      </a:move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795"/>
                        <a:pt x="6795" y="0"/>
                        <a:pt x="15240" y="0"/>
                      </a:cubicBezTo>
                      <a:lnTo>
                        <a:pt x="15240" y="0"/>
                      </a:lnTo>
                      <a:cubicBezTo>
                        <a:pt x="23685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5" y="104521"/>
                        <a:pt x="15240" y="104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32"/>
                <p:cNvSpPr/>
                <p:nvPr/>
              </p:nvSpPr>
              <p:spPr>
                <a:xfrm>
                  <a:off x="3894391" y="3410902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1" y="0"/>
                      </a:moveTo>
                      <a:lnTo>
                        <a:pt x="39561" y="0"/>
                      </a:lnTo>
                      <a:cubicBezTo>
                        <a:pt x="61405" y="0"/>
                        <a:pt x="79121" y="17716"/>
                        <a:pt x="79121" y="39560"/>
                      </a:cubicBezTo>
                      <a:lnTo>
                        <a:pt x="79121" y="206502"/>
                      </a:lnTo>
                      <a:cubicBezTo>
                        <a:pt x="79121" y="228346"/>
                        <a:pt x="61405" y="246063"/>
                        <a:pt x="39561" y="246063"/>
                      </a:cubicBezTo>
                      <a:lnTo>
                        <a:pt x="39561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0"/>
                      </a:lnTo>
                      <a:cubicBezTo>
                        <a:pt x="-63" y="17780"/>
                        <a:pt x="17653" y="0"/>
                        <a:pt x="395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32"/>
                <p:cNvSpPr/>
                <p:nvPr/>
              </p:nvSpPr>
              <p:spPr>
                <a:xfrm>
                  <a:off x="3931412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32"/>
                <p:cNvSpPr/>
                <p:nvPr/>
              </p:nvSpPr>
              <p:spPr>
                <a:xfrm>
                  <a:off x="3973766" y="3481704"/>
                  <a:ext cx="30480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" h="104521" extrusionOk="0">
                      <a:moveTo>
                        <a:pt x="15240" y="0"/>
                      </a:moveTo>
                      <a:lnTo>
                        <a:pt x="15240" y="0"/>
                      </a:lnTo>
                      <a:cubicBezTo>
                        <a:pt x="23686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6" y="104521"/>
                        <a:pt x="15240" y="104521"/>
                      </a:cubicBez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858"/>
                        <a:pt x="6858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8" name="Google Shape;768;p32"/>
              <p:cNvSpPr/>
              <p:nvPr/>
            </p:nvSpPr>
            <p:spPr>
              <a:xfrm>
                <a:off x="3461956" y="3778948"/>
                <a:ext cx="542290" cy="117348"/>
              </a:xfrm>
              <a:custGeom>
                <a:avLst/>
                <a:gdLst/>
                <a:ahLst/>
                <a:cxnLst/>
                <a:rect l="l" t="t" r="r" b="b"/>
                <a:pathLst>
                  <a:path w="542290" h="117348" extrusionOk="0">
                    <a:moveTo>
                      <a:pt x="521653" y="0"/>
                    </a:moveTo>
                    <a:lnTo>
                      <a:pt x="271145" y="0"/>
                    </a:lnTo>
                    <a:lnTo>
                      <a:pt x="20701" y="0"/>
                    </a:lnTo>
                    <a:lnTo>
                      <a:pt x="0" y="117348"/>
                    </a:lnTo>
                    <a:lnTo>
                      <a:pt x="271145" y="117348"/>
                    </a:lnTo>
                    <a:lnTo>
                      <a:pt x="542290" y="117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3559683" y="3751135"/>
                <a:ext cx="346836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346836" h="27813" extrusionOk="0">
                    <a:moveTo>
                      <a:pt x="0" y="27813"/>
                    </a:moveTo>
                    <a:lnTo>
                      <a:pt x="343345" y="0"/>
                    </a:lnTo>
                    <a:lnTo>
                      <a:pt x="346837" y="278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3477133" y="3809142"/>
                <a:ext cx="511873" cy="5057"/>
              </a:xfrm>
              <a:custGeom>
                <a:avLst/>
                <a:gdLst/>
                <a:ahLst/>
                <a:cxnLst/>
                <a:rect l="l" t="t" r="r" b="b"/>
                <a:pathLst>
                  <a:path w="511873" h="5057" extrusionOk="0">
                    <a:moveTo>
                      <a:pt x="511873" y="857"/>
                    </a:moveTo>
                    <a:cubicBezTo>
                      <a:pt x="364363" y="6255"/>
                      <a:pt x="211645" y="5874"/>
                      <a:pt x="64008" y="2953"/>
                    </a:cubicBezTo>
                    <a:cubicBezTo>
                      <a:pt x="42672" y="2254"/>
                      <a:pt x="21336" y="1810"/>
                      <a:pt x="0" y="857"/>
                    </a:cubicBezTo>
                    <a:cubicBezTo>
                      <a:pt x="125984" y="-286"/>
                      <a:pt x="386016" y="-286"/>
                      <a:pt x="511873" y="857"/>
                    </a:cubicBezTo>
                    <a:lnTo>
                      <a:pt x="511873" y="8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3469132" y="3854942"/>
                <a:ext cx="527939" cy="5105"/>
              </a:xfrm>
              <a:custGeom>
                <a:avLst/>
                <a:gdLst/>
                <a:ahLst/>
                <a:cxnLst/>
                <a:rect l="l" t="t" r="r" b="b"/>
                <a:pathLst>
                  <a:path w="527939" h="5105" extrusionOk="0">
                    <a:moveTo>
                      <a:pt x="527939" y="905"/>
                    </a:moveTo>
                    <a:cubicBezTo>
                      <a:pt x="375793" y="6302"/>
                      <a:pt x="218249" y="5921"/>
                      <a:pt x="65977" y="3000"/>
                    </a:cubicBezTo>
                    <a:cubicBezTo>
                      <a:pt x="44005" y="2302"/>
                      <a:pt x="21971" y="1857"/>
                      <a:pt x="0" y="905"/>
                    </a:cubicBezTo>
                    <a:cubicBezTo>
                      <a:pt x="129921" y="-302"/>
                      <a:pt x="398082" y="-302"/>
                      <a:pt x="527939" y="905"/>
                    </a:cubicBezTo>
                    <a:lnTo>
                      <a:pt x="527939" y="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2" name="Google Shape;772;p32"/>
            <p:cNvGrpSpPr/>
            <p:nvPr/>
          </p:nvGrpSpPr>
          <p:grpSpPr>
            <a:xfrm>
              <a:off x="4619533" y="3984552"/>
              <a:ext cx="1013441" cy="1013503"/>
              <a:chOff x="-1916621" y="73660"/>
              <a:chExt cx="618744" cy="618744"/>
            </a:xfrm>
          </p:grpSpPr>
          <p:sp>
            <p:nvSpPr>
              <p:cNvPr id="773" name="Google Shape;773;p32"/>
              <p:cNvSpPr/>
              <p:nvPr/>
            </p:nvSpPr>
            <p:spPr>
              <a:xfrm>
                <a:off x="-1916621" y="73660"/>
                <a:ext cx="618744" cy="618744"/>
              </a:xfrm>
              <a:custGeom>
                <a:avLst/>
                <a:gdLst/>
                <a:ahLst/>
                <a:cxnLst/>
                <a:rect l="l" t="t" r="r" b="b"/>
                <a:pathLst>
                  <a:path w="618744" h="618744" extrusionOk="0">
                    <a:moveTo>
                      <a:pt x="618744" y="309372"/>
                    </a:moveTo>
                    <a:cubicBezTo>
                      <a:pt x="618744" y="480233"/>
                      <a:pt x="480233" y="618744"/>
                      <a:pt x="309372" y="618744"/>
                    </a:cubicBezTo>
                    <a:cubicBezTo>
                      <a:pt x="138510" y="618744"/>
                      <a:pt x="0" y="480233"/>
                      <a:pt x="0" y="309372"/>
                    </a:cubicBezTo>
                    <a:cubicBezTo>
                      <a:pt x="0" y="138511"/>
                      <a:pt x="138511" y="0"/>
                      <a:pt x="309372" y="0"/>
                    </a:cubicBezTo>
                    <a:cubicBezTo>
                      <a:pt x="480234" y="0"/>
                      <a:pt x="618744" y="138511"/>
                      <a:pt x="618744" y="3093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-1916495" y="187325"/>
                <a:ext cx="618490" cy="418817"/>
              </a:xfrm>
              <a:custGeom>
                <a:avLst/>
                <a:gdLst/>
                <a:ahLst/>
                <a:cxnLst/>
                <a:rect l="l" t="t" r="r" b="b"/>
                <a:pathLst>
                  <a:path w="618490" h="418817" extrusionOk="0">
                    <a:moveTo>
                      <a:pt x="52514" y="368046"/>
                    </a:moveTo>
                    <a:cubicBezTo>
                      <a:pt x="215709" y="430403"/>
                      <a:pt x="403542" y="428625"/>
                      <a:pt x="566166" y="368491"/>
                    </a:cubicBezTo>
                    <a:cubicBezTo>
                      <a:pt x="444817" y="420370"/>
                      <a:pt x="307276" y="430339"/>
                      <a:pt x="178054" y="406654"/>
                    </a:cubicBezTo>
                    <a:cubicBezTo>
                      <a:pt x="134937" y="398335"/>
                      <a:pt x="92519" y="386143"/>
                      <a:pt x="52324" y="368491"/>
                    </a:cubicBezTo>
                    <a:close/>
                    <a:moveTo>
                      <a:pt x="8890" y="276034"/>
                    </a:moveTo>
                    <a:cubicBezTo>
                      <a:pt x="202121" y="338455"/>
                      <a:pt x="417132" y="336804"/>
                      <a:pt x="609727" y="276479"/>
                    </a:cubicBezTo>
                    <a:cubicBezTo>
                      <a:pt x="465710" y="328739"/>
                      <a:pt x="307531" y="338074"/>
                      <a:pt x="156655" y="314706"/>
                    </a:cubicBezTo>
                    <a:cubicBezTo>
                      <a:pt x="106362" y="306451"/>
                      <a:pt x="56515" y="294259"/>
                      <a:pt x="8763" y="276479"/>
                    </a:cubicBezTo>
                    <a:close/>
                    <a:moveTo>
                      <a:pt x="127" y="184022"/>
                    </a:moveTo>
                    <a:cubicBezTo>
                      <a:pt x="199390" y="246506"/>
                      <a:pt x="419926" y="244792"/>
                      <a:pt x="618490" y="184467"/>
                    </a:cubicBezTo>
                    <a:cubicBezTo>
                      <a:pt x="469900" y="236790"/>
                      <a:pt x="307594" y="245998"/>
                      <a:pt x="152337" y="222757"/>
                    </a:cubicBezTo>
                    <a:cubicBezTo>
                      <a:pt x="100585" y="214502"/>
                      <a:pt x="49276" y="202310"/>
                      <a:pt x="0" y="184467"/>
                    </a:cubicBezTo>
                    <a:close/>
                    <a:moveTo>
                      <a:pt x="16574" y="92011"/>
                    </a:moveTo>
                    <a:cubicBezTo>
                      <a:pt x="204534" y="154432"/>
                      <a:pt x="414782" y="152717"/>
                      <a:pt x="602107" y="92456"/>
                    </a:cubicBezTo>
                    <a:cubicBezTo>
                      <a:pt x="462026" y="144653"/>
                      <a:pt x="307467" y="154051"/>
                      <a:pt x="160401" y="130683"/>
                    </a:cubicBezTo>
                    <a:cubicBezTo>
                      <a:pt x="111379" y="122428"/>
                      <a:pt x="62801" y="110235"/>
                      <a:pt x="16383" y="92456"/>
                    </a:cubicBezTo>
                    <a:close/>
                    <a:moveTo>
                      <a:pt x="68326" y="0"/>
                    </a:moveTo>
                    <a:cubicBezTo>
                      <a:pt x="220600" y="62230"/>
                      <a:pt x="398653" y="60516"/>
                      <a:pt x="550291" y="445"/>
                    </a:cubicBezTo>
                    <a:cubicBezTo>
                      <a:pt x="437325" y="52197"/>
                      <a:pt x="307150" y="62421"/>
                      <a:pt x="185801" y="38545"/>
                    </a:cubicBezTo>
                    <a:cubicBezTo>
                      <a:pt x="145351" y="30226"/>
                      <a:pt x="105538" y="17971"/>
                      <a:pt x="68136" y="4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5" name="Google Shape;775;p32"/>
            <p:cNvGrpSpPr/>
            <p:nvPr/>
          </p:nvGrpSpPr>
          <p:grpSpPr>
            <a:xfrm>
              <a:off x="2073954" y="4522257"/>
              <a:ext cx="2088880" cy="475790"/>
              <a:chOff x="6160325" y="5213222"/>
              <a:chExt cx="982725" cy="223838"/>
            </a:xfrm>
          </p:grpSpPr>
          <p:sp>
            <p:nvSpPr>
              <p:cNvPr id="776" name="Google Shape;776;p32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32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32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32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32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1" name="Google Shape;781;p32"/>
          <p:cNvGrpSpPr/>
          <p:nvPr/>
        </p:nvGrpSpPr>
        <p:grpSpPr>
          <a:xfrm>
            <a:off x="6456400" y="1550300"/>
            <a:ext cx="467100" cy="467100"/>
            <a:chOff x="4123025" y="735300"/>
            <a:chExt cx="467100" cy="467100"/>
          </a:xfrm>
        </p:grpSpPr>
        <p:sp>
          <p:nvSpPr>
            <p:cNvPr id="782" name="Google Shape;782;p32"/>
            <p:cNvSpPr/>
            <p:nvPr/>
          </p:nvSpPr>
          <p:spPr>
            <a:xfrm>
              <a:off x="4123025" y="735300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4252475" y="864750"/>
              <a:ext cx="208200" cy="208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84" name="Google Shape;784;p32"/>
          <p:cNvGrpSpPr/>
          <p:nvPr/>
        </p:nvGrpSpPr>
        <p:grpSpPr>
          <a:xfrm>
            <a:off x="7376151" y="471676"/>
            <a:ext cx="332061" cy="332061"/>
            <a:chOff x="4252475" y="1680725"/>
            <a:chExt cx="467100" cy="467100"/>
          </a:xfrm>
        </p:grpSpPr>
        <p:sp>
          <p:nvSpPr>
            <p:cNvPr id="785" name="Google Shape;785;p32"/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88" name="Google Shape;788;p32"/>
          <p:cNvGrpSpPr/>
          <p:nvPr/>
        </p:nvGrpSpPr>
        <p:grpSpPr>
          <a:xfrm>
            <a:off x="5598030" y="886190"/>
            <a:ext cx="332061" cy="332015"/>
            <a:chOff x="4280525" y="2688025"/>
            <a:chExt cx="467100" cy="467100"/>
          </a:xfrm>
        </p:grpSpPr>
        <p:sp>
          <p:nvSpPr>
            <p:cNvPr id="789" name="Google Shape;789;p32"/>
            <p:cNvSpPr/>
            <p:nvPr/>
          </p:nvSpPr>
          <p:spPr>
            <a:xfrm>
              <a:off x="4280525" y="26880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4409975" y="28174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91" name="Google Shape;791;p32"/>
          <p:cNvGrpSpPr/>
          <p:nvPr/>
        </p:nvGrpSpPr>
        <p:grpSpPr>
          <a:xfrm>
            <a:off x="3581826" y="2976676"/>
            <a:ext cx="332061" cy="332061"/>
            <a:chOff x="4252475" y="1680725"/>
            <a:chExt cx="467100" cy="467100"/>
          </a:xfrm>
        </p:grpSpPr>
        <p:sp>
          <p:nvSpPr>
            <p:cNvPr id="792" name="Google Shape;792;p32"/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>
          <a:extLst>
            <a:ext uri="{FF2B5EF4-FFF2-40B4-BE49-F238E27FC236}">
              <a16:creationId xmlns:a16="http://schemas.microsoft.com/office/drawing/2014/main" id="{FEEE4CBC-A9DF-381B-E035-FB1FA94E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31">
            <a:extLst>
              <a:ext uri="{FF2B5EF4-FFF2-40B4-BE49-F238E27FC236}">
                <a16:creationId xmlns:a16="http://schemas.microsoft.com/office/drawing/2014/main" id="{E6AD1754-E74E-26BA-4CBD-C4E279101DA7}"/>
              </a:ext>
            </a:extLst>
          </p:cNvPr>
          <p:cNvGrpSpPr/>
          <p:nvPr/>
        </p:nvGrpSpPr>
        <p:grpSpPr>
          <a:xfrm>
            <a:off x="8264325" y="2108700"/>
            <a:ext cx="467100" cy="467100"/>
            <a:chOff x="4123025" y="735300"/>
            <a:chExt cx="467100" cy="467100"/>
          </a:xfrm>
        </p:grpSpPr>
        <p:sp>
          <p:nvSpPr>
            <p:cNvPr id="719" name="Google Shape;719;p31">
              <a:extLst>
                <a:ext uri="{FF2B5EF4-FFF2-40B4-BE49-F238E27FC236}">
                  <a16:creationId xmlns:a16="http://schemas.microsoft.com/office/drawing/2014/main" id="{EA8A0BC3-91F3-570B-8642-E531DAA46819}"/>
                </a:ext>
              </a:extLst>
            </p:cNvPr>
            <p:cNvSpPr/>
            <p:nvPr/>
          </p:nvSpPr>
          <p:spPr>
            <a:xfrm>
              <a:off x="4123025" y="735300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20" name="Google Shape;720;p31">
              <a:extLst>
                <a:ext uri="{FF2B5EF4-FFF2-40B4-BE49-F238E27FC236}">
                  <a16:creationId xmlns:a16="http://schemas.microsoft.com/office/drawing/2014/main" id="{CA3451A0-3F50-ED39-7857-C530615DB612}"/>
                </a:ext>
              </a:extLst>
            </p:cNvPr>
            <p:cNvSpPr/>
            <p:nvPr/>
          </p:nvSpPr>
          <p:spPr>
            <a:xfrm>
              <a:off x="4252475" y="864750"/>
              <a:ext cx="208200" cy="208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722" name="Google Shape;722;p31">
            <a:extLst>
              <a:ext uri="{FF2B5EF4-FFF2-40B4-BE49-F238E27FC236}">
                <a16:creationId xmlns:a16="http://schemas.microsoft.com/office/drawing/2014/main" id="{87A407AC-EEB3-ED11-221A-B96AEAAB8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86693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Purpose</a:t>
            </a:r>
            <a:endParaRPr lang="en-US"/>
          </a:p>
        </p:txBody>
      </p:sp>
      <p:sp>
        <p:nvSpPr>
          <p:cNvPr id="721" name="Google Shape;721;p31">
            <a:extLst>
              <a:ext uri="{FF2B5EF4-FFF2-40B4-BE49-F238E27FC236}">
                <a16:creationId xmlns:a16="http://schemas.microsoft.com/office/drawing/2014/main" id="{BE8E1615-5DF1-B83A-1A71-D8EA8CBCFA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6537" y="1429773"/>
            <a:ext cx="6732449" cy="26046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600"/>
              <a:t>Create a mobile application that uses AI technology to assist students with demanding academic calendars.  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 sz="1600"/>
              <a:t>Provide personalized workout routines and wellness recommendations tailored to each user's individual schedule and fitness level.  </a:t>
            </a:r>
          </a:p>
          <a:p>
            <a:pPr>
              <a:spcAft>
                <a:spcPts val="1000"/>
              </a:spcAft>
            </a:pPr>
            <a:r>
              <a:rPr lang="en-US" sz="1600"/>
              <a:t>Help students maintain their regular workout routines by offering evolving recommendations over time.  </a:t>
            </a:r>
          </a:p>
          <a:p>
            <a:pPr>
              <a:spcAft>
                <a:spcPts val="1000"/>
              </a:spcAft>
            </a:pPr>
            <a:r>
              <a:rPr lang="en-US" sz="1600"/>
              <a:t>Equip students with tools to maintain a healthy lifestyle while achieving academic success.</a:t>
            </a:r>
            <a:endParaRPr sz="1600"/>
          </a:p>
        </p:txBody>
      </p:sp>
      <p:grpSp>
        <p:nvGrpSpPr>
          <p:cNvPr id="724" name="Google Shape;724;p31">
            <a:extLst>
              <a:ext uri="{FF2B5EF4-FFF2-40B4-BE49-F238E27FC236}">
                <a16:creationId xmlns:a16="http://schemas.microsoft.com/office/drawing/2014/main" id="{EB381C04-BCAE-0BA7-3327-407EFDFE9B3A}"/>
              </a:ext>
            </a:extLst>
          </p:cNvPr>
          <p:cNvGrpSpPr/>
          <p:nvPr/>
        </p:nvGrpSpPr>
        <p:grpSpPr>
          <a:xfrm>
            <a:off x="8661055" y="3167165"/>
            <a:ext cx="332061" cy="332015"/>
            <a:chOff x="4280525" y="2688025"/>
            <a:chExt cx="467100" cy="467100"/>
          </a:xfrm>
        </p:grpSpPr>
        <p:sp>
          <p:nvSpPr>
            <p:cNvPr id="725" name="Google Shape;725;p31">
              <a:extLst>
                <a:ext uri="{FF2B5EF4-FFF2-40B4-BE49-F238E27FC236}">
                  <a16:creationId xmlns:a16="http://schemas.microsoft.com/office/drawing/2014/main" id="{F690CF6E-F61F-B327-81C4-2930CC5CDA5F}"/>
                </a:ext>
              </a:extLst>
            </p:cNvPr>
            <p:cNvSpPr/>
            <p:nvPr/>
          </p:nvSpPr>
          <p:spPr>
            <a:xfrm>
              <a:off x="4280525" y="26880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26" name="Google Shape;726;p31">
              <a:extLst>
                <a:ext uri="{FF2B5EF4-FFF2-40B4-BE49-F238E27FC236}">
                  <a16:creationId xmlns:a16="http://schemas.microsoft.com/office/drawing/2014/main" id="{F1A7F5C1-0AE2-5803-4BAB-9FF79868B871}"/>
                </a:ext>
              </a:extLst>
            </p:cNvPr>
            <p:cNvSpPr/>
            <p:nvPr/>
          </p:nvSpPr>
          <p:spPr>
            <a:xfrm>
              <a:off x="4409975" y="28174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833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>
          <a:extLst>
            <a:ext uri="{FF2B5EF4-FFF2-40B4-BE49-F238E27FC236}">
              <a16:creationId xmlns:a16="http://schemas.microsoft.com/office/drawing/2014/main" id="{E89ED791-A509-1352-D83F-FD3C3454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22;p31">
            <a:extLst>
              <a:ext uri="{FF2B5EF4-FFF2-40B4-BE49-F238E27FC236}">
                <a16:creationId xmlns:a16="http://schemas.microsoft.com/office/drawing/2014/main" id="{9BB920E9-25DE-FC13-20A7-A24706C03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805577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Scope</a:t>
            </a:r>
            <a:endParaRPr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BFF977B-801A-174D-77B9-44C5954AF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234" y="1635532"/>
            <a:ext cx="7696766" cy="2665021"/>
          </a:xfrm>
        </p:spPr>
        <p:txBody>
          <a:bodyPr/>
          <a:lstStyle/>
          <a:p>
            <a:pPr marL="152400" indent="0" algn="ctr">
              <a:buNone/>
            </a:pPr>
            <a:r>
              <a:rPr lang="en-US" sz="1600">
                <a:solidFill>
                  <a:srgbClr val="2C2A26"/>
                </a:solidFill>
                <a:cs typeface="Times New Roman"/>
              </a:rPr>
              <a:t>The project scope involves the design and development of an AI-based health and fitness application for students at the university level to create personalized workout plans to accommodate demanding academic schedules. </a:t>
            </a:r>
          </a:p>
          <a:p>
            <a:pPr marL="152400" indent="0" algn="ctr">
              <a:buNone/>
            </a:pPr>
            <a:endParaRPr lang="en-US" sz="1600">
              <a:solidFill>
                <a:srgbClr val="2C2A26"/>
              </a:solidFill>
              <a:cs typeface="Times New Roman"/>
            </a:endParaRPr>
          </a:p>
          <a:p>
            <a:pPr marL="152400" indent="0" algn="ctr">
              <a:buNone/>
            </a:pPr>
            <a:r>
              <a:rPr lang="en-US" sz="1600">
                <a:solidFill>
                  <a:srgbClr val="2C2A26"/>
                </a:solidFill>
                <a:cs typeface="Times New Roman"/>
              </a:rPr>
              <a:t>The system will provide simplicity, accessibility, and ease of use to ensure that first-time users can interact with the mobile application efficiently and effectively. </a:t>
            </a:r>
            <a:endParaRPr lang="en-US" sz="1600">
              <a:cs typeface="Times New Roman"/>
            </a:endParaRPr>
          </a:p>
        </p:txBody>
      </p:sp>
      <p:grpSp>
        <p:nvGrpSpPr>
          <p:cNvPr id="781" name="Google Shape;781;p32">
            <a:extLst>
              <a:ext uri="{FF2B5EF4-FFF2-40B4-BE49-F238E27FC236}">
                <a16:creationId xmlns:a16="http://schemas.microsoft.com/office/drawing/2014/main" id="{FF1AEEE2-1C7F-7ABE-A757-8C8E0BBAD6E5}"/>
              </a:ext>
            </a:extLst>
          </p:cNvPr>
          <p:cNvGrpSpPr/>
          <p:nvPr/>
        </p:nvGrpSpPr>
        <p:grpSpPr>
          <a:xfrm>
            <a:off x="8243687" y="72400"/>
            <a:ext cx="467100" cy="467100"/>
            <a:chOff x="4123025" y="735300"/>
            <a:chExt cx="467100" cy="467100"/>
          </a:xfrm>
        </p:grpSpPr>
        <p:sp>
          <p:nvSpPr>
            <p:cNvPr id="782" name="Google Shape;782;p32">
              <a:extLst>
                <a:ext uri="{FF2B5EF4-FFF2-40B4-BE49-F238E27FC236}">
                  <a16:creationId xmlns:a16="http://schemas.microsoft.com/office/drawing/2014/main" id="{8B8FD56F-C4D9-39BB-8268-A13593562B3D}"/>
                </a:ext>
              </a:extLst>
            </p:cNvPr>
            <p:cNvSpPr/>
            <p:nvPr/>
          </p:nvSpPr>
          <p:spPr>
            <a:xfrm>
              <a:off x="4123025" y="735300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3" name="Google Shape;783;p32">
              <a:extLst>
                <a:ext uri="{FF2B5EF4-FFF2-40B4-BE49-F238E27FC236}">
                  <a16:creationId xmlns:a16="http://schemas.microsoft.com/office/drawing/2014/main" id="{B29F431C-90FD-EA9D-EBBD-181F4E5BD64E}"/>
                </a:ext>
              </a:extLst>
            </p:cNvPr>
            <p:cNvSpPr/>
            <p:nvPr/>
          </p:nvSpPr>
          <p:spPr>
            <a:xfrm>
              <a:off x="4252475" y="864750"/>
              <a:ext cx="208200" cy="208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84" name="Google Shape;784;p32">
            <a:extLst>
              <a:ext uri="{FF2B5EF4-FFF2-40B4-BE49-F238E27FC236}">
                <a16:creationId xmlns:a16="http://schemas.microsoft.com/office/drawing/2014/main" id="{6B7DBD61-B10E-495C-0219-8F2C3F1C2A7E}"/>
              </a:ext>
            </a:extLst>
          </p:cNvPr>
          <p:cNvGrpSpPr/>
          <p:nvPr/>
        </p:nvGrpSpPr>
        <p:grpSpPr>
          <a:xfrm>
            <a:off x="7376151" y="471676"/>
            <a:ext cx="332061" cy="332061"/>
            <a:chOff x="4252475" y="1680725"/>
            <a:chExt cx="467100" cy="467100"/>
          </a:xfrm>
        </p:grpSpPr>
        <p:sp>
          <p:nvSpPr>
            <p:cNvPr id="785" name="Google Shape;785;p32">
              <a:extLst>
                <a:ext uri="{FF2B5EF4-FFF2-40B4-BE49-F238E27FC236}">
                  <a16:creationId xmlns:a16="http://schemas.microsoft.com/office/drawing/2014/main" id="{BADAED74-B278-730C-EC5E-4FCB32FCB8FD}"/>
                </a:ext>
              </a:extLst>
            </p:cNvPr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6" name="Google Shape;786;p32">
              <a:extLst>
                <a:ext uri="{FF2B5EF4-FFF2-40B4-BE49-F238E27FC236}">
                  <a16:creationId xmlns:a16="http://schemas.microsoft.com/office/drawing/2014/main" id="{FFA2768C-EA39-1222-CFE5-EDB0248799AD}"/>
                </a:ext>
              </a:extLst>
            </p:cNvPr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7" name="Google Shape;787;p32">
              <a:extLst>
                <a:ext uri="{FF2B5EF4-FFF2-40B4-BE49-F238E27FC236}">
                  <a16:creationId xmlns:a16="http://schemas.microsoft.com/office/drawing/2014/main" id="{0694498C-E779-4DE3-0EA8-3869718AB6B3}"/>
                </a:ext>
              </a:extLst>
            </p:cNvPr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91" name="Google Shape;791;p32">
            <a:extLst>
              <a:ext uri="{FF2B5EF4-FFF2-40B4-BE49-F238E27FC236}">
                <a16:creationId xmlns:a16="http://schemas.microsoft.com/office/drawing/2014/main" id="{22213D51-1A91-5781-67EA-DF90C78B3CCF}"/>
              </a:ext>
            </a:extLst>
          </p:cNvPr>
          <p:cNvGrpSpPr/>
          <p:nvPr/>
        </p:nvGrpSpPr>
        <p:grpSpPr>
          <a:xfrm>
            <a:off x="562663" y="-93631"/>
            <a:ext cx="332061" cy="332061"/>
            <a:chOff x="4252475" y="1680725"/>
            <a:chExt cx="467100" cy="467100"/>
          </a:xfrm>
        </p:grpSpPr>
        <p:sp>
          <p:nvSpPr>
            <p:cNvPr id="792" name="Google Shape;792;p32">
              <a:extLst>
                <a:ext uri="{FF2B5EF4-FFF2-40B4-BE49-F238E27FC236}">
                  <a16:creationId xmlns:a16="http://schemas.microsoft.com/office/drawing/2014/main" id="{B76B4B2F-4AEC-27D5-CA3C-7B62FF29B15C}"/>
                </a:ext>
              </a:extLst>
            </p:cNvPr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3" name="Google Shape;793;p32">
              <a:extLst>
                <a:ext uri="{FF2B5EF4-FFF2-40B4-BE49-F238E27FC236}">
                  <a16:creationId xmlns:a16="http://schemas.microsoft.com/office/drawing/2014/main" id="{8A27A3A2-67A6-A377-6129-5862DF74E86D}"/>
                </a:ext>
              </a:extLst>
            </p:cNvPr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4" name="Google Shape;794;p32">
              <a:extLst>
                <a:ext uri="{FF2B5EF4-FFF2-40B4-BE49-F238E27FC236}">
                  <a16:creationId xmlns:a16="http://schemas.microsoft.com/office/drawing/2014/main" id="{DA51A161-6B63-71B3-E014-0757B400BF50}"/>
                </a:ext>
              </a:extLst>
            </p:cNvPr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7473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1EEA26-AE4F-7E11-5F0D-E0C63E77D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96664"/>
            <a:ext cx="7704000" cy="3307247"/>
          </a:xfrm>
        </p:spPr>
        <p:txBody>
          <a:bodyPr/>
          <a:lstStyle/>
          <a:p>
            <a:pPr marL="171450" indent="-171450">
              <a:spcAft>
                <a:spcPts val="1000"/>
              </a:spcAft>
              <a:buFont typeface="Arial,Sans-Serif"/>
              <a:buChar char="•"/>
            </a:pPr>
            <a:r>
              <a:rPr lang="en-US" sz="1600"/>
              <a:t>Helps students manage workouts alongside their school schedules. </a:t>
            </a:r>
          </a:p>
          <a:p>
            <a:pPr marL="171450" indent="-171450">
              <a:spcAft>
                <a:spcPts val="1000"/>
              </a:spcAft>
              <a:buFont typeface="Arial,Sans-Serif"/>
              <a:buChar char="•"/>
            </a:pPr>
            <a:r>
              <a:rPr lang="en-US" sz="1600"/>
              <a:t>Users can create accounts, log workouts, track progress, and customize settings. </a:t>
            </a:r>
          </a:p>
          <a:p>
            <a:pPr marL="171450" indent="-171450">
              <a:spcAft>
                <a:spcPts val="1000"/>
              </a:spcAft>
              <a:buFont typeface="Arial,Sans-Serif"/>
              <a:buChar char="•"/>
            </a:pPr>
            <a:r>
              <a:rPr lang="en-US" sz="1600"/>
              <a:t>The app securely stores data, ensuring only authorized access. </a:t>
            </a:r>
          </a:p>
          <a:p>
            <a:pPr marL="171450" indent="-171450">
              <a:spcAft>
                <a:spcPts val="1000"/>
              </a:spcAft>
              <a:buFont typeface="Arial,Sans-Serif"/>
              <a:buChar char="•"/>
            </a:pPr>
            <a:r>
              <a:rPr lang="en-US" sz="1600"/>
              <a:t>Workout history and feedback enable personalized recommendations that adapt over time.</a:t>
            </a:r>
          </a:p>
        </p:txBody>
      </p:sp>
      <p:grpSp>
        <p:nvGrpSpPr>
          <p:cNvPr id="937" name="Google Shape;937;p40"/>
          <p:cNvGrpSpPr/>
          <p:nvPr/>
        </p:nvGrpSpPr>
        <p:grpSpPr>
          <a:xfrm>
            <a:off x="7368688" y="191507"/>
            <a:ext cx="332061" cy="332061"/>
            <a:chOff x="4252475" y="1680725"/>
            <a:chExt cx="467100" cy="467100"/>
          </a:xfrm>
        </p:grpSpPr>
        <p:sp>
          <p:nvSpPr>
            <p:cNvPr id="938" name="Google Shape;938;p40"/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A86A-7E03-5155-481B-907BEA99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F23B5-744C-D68C-D05E-B2A2C5461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Times New Roman"/>
              </a:rPr>
              <a:t>Applied Software Project Management, Stellman &amp; Greene, Chapter 6</a:t>
            </a:r>
          </a:p>
          <a:p>
            <a:r>
              <a:rPr lang="en-US">
                <a:cs typeface="Times New Roman"/>
              </a:rPr>
              <a:t>Team Charter – AI Health and Fitness Application - </a:t>
            </a:r>
            <a:r>
              <a:rPr lang="en-US">
                <a:solidFill>
                  <a:srgbClr val="CA5436"/>
                </a:solidFill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 Charter.docx</a:t>
            </a:r>
          </a:p>
          <a:p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5DB9-4A01-D8B9-85CD-CCA0AF91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B4048C-EDE9-0374-CC66-4075C98843B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/>
              <a:t>02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9C9E5D8-6665-5250-17C8-81AFF9AD6045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324" r="27324"/>
          <a:stretch/>
        </p:blipFill>
        <p:spPr/>
      </p:pic>
    </p:spTree>
    <p:extLst>
      <p:ext uri="{BB962C8B-B14F-4D97-AF65-F5344CB8AC3E}">
        <p14:creationId xmlns:p14="http://schemas.microsoft.com/office/powerpoint/2010/main" val="51388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 lang="en-US"/>
          </a:p>
        </p:txBody>
      </p:sp>
      <p:sp>
        <p:nvSpPr>
          <p:cNvPr id="846" name="Google Shape;846;p36"/>
          <p:cNvSpPr txBox="1">
            <a:spLocks noGrp="1"/>
          </p:cNvSpPr>
          <p:nvPr>
            <p:ph type="subTitle" idx="1"/>
          </p:nvPr>
        </p:nvSpPr>
        <p:spPr>
          <a:xfrm>
            <a:off x="720000" y="1710172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A communication method that allows the mobile app to send data to and receive data from the backend server or external services.</a:t>
            </a:r>
            <a:endParaRPr lang="en-US">
              <a:latin typeface="Aptos"/>
            </a:endParaRPr>
          </a:p>
        </p:txBody>
      </p:sp>
      <p:sp>
        <p:nvSpPr>
          <p:cNvPr id="847" name="Google Shape;847;p36"/>
          <p:cNvSpPr txBox="1">
            <a:spLocks noGrp="1"/>
          </p:cNvSpPr>
          <p:nvPr>
            <p:ph type="subTitle" idx="2"/>
          </p:nvPr>
        </p:nvSpPr>
        <p:spPr>
          <a:xfrm>
            <a:off x="3501238" y="1710150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Logic used by the system to generate and adjust workout recommendations based on user input, goals, and activity history.</a:t>
            </a:r>
            <a:endParaRPr lang="en-US"/>
          </a:p>
        </p:txBody>
      </p:sp>
      <p:sp>
        <p:nvSpPr>
          <p:cNvPr id="848" name="Google Shape;848;p36"/>
          <p:cNvSpPr txBox="1">
            <a:spLocks noGrp="1"/>
          </p:cNvSpPr>
          <p:nvPr>
            <p:ph type="subTitle" idx="3"/>
          </p:nvPr>
        </p:nvSpPr>
        <p:spPr>
          <a:xfrm>
            <a:off x="720000" y="3495800"/>
            <a:ext cx="21444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An in-app feature that allows users to ask workout-related questions and receive automated responses.</a:t>
            </a:r>
            <a:endParaRPr lang="en-US"/>
          </a:p>
        </p:txBody>
      </p:sp>
      <p:sp>
        <p:nvSpPr>
          <p:cNvPr id="850" name="Google Shape;850;p36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Application Programming Interface (API) </a:t>
            </a:r>
            <a:endParaRPr lang="en-US" sz="1400"/>
          </a:p>
        </p:txBody>
      </p:sp>
      <p:sp>
        <p:nvSpPr>
          <p:cNvPr id="851" name="Google Shape;851;p36"/>
          <p:cNvSpPr txBox="1">
            <a:spLocks noGrp="1"/>
          </p:cNvSpPr>
          <p:nvPr>
            <p:ph type="subTitle" idx="8"/>
          </p:nvPr>
        </p:nvSpPr>
        <p:spPr>
          <a:xfrm>
            <a:off x="3501238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Artificial Intelligence (AI) </a:t>
            </a:r>
            <a:endParaRPr lang="en-US"/>
          </a:p>
        </p:txBody>
      </p:sp>
      <p:sp>
        <p:nvSpPr>
          <p:cNvPr id="852" name="Google Shape;852;p36"/>
          <p:cNvSpPr txBox="1">
            <a:spLocks noGrp="1"/>
          </p:cNvSpPr>
          <p:nvPr>
            <p:ph type="subTitle" idx="9"/>
          </p:nvPr>
        </p:nvSpPr>
        <p:spPr>
          <a:xfrm>
            <a:off x="6282475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Backend Server </a:t>
            </a:r>
            <a:endParaRPr lang="en-US"/>
          </a:p>
        </p:txBody>
      </p:sp>
      <p:sp>
        <p:nvSpPr>
          <p:cNvPr id="853" name="Google Shape;853;p36"/>
          <p:cNvSpPr txBox="1">
            <a:spLocks noGrp="1"/>
          </p:cNvSpPr>
          <p:nvPr>
            <p:ph type="subTitle" idx="5"/>
          </p:nvPr>
        </p:nvSpPr>
        <p:spPr>
          <a:xfrm>
            <a:off x="6282475" y="1710150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solidFill>
                  <a:srgbClr val="2C2A26"/>
                </a:solidFill>
                <a:latin typeface="Aptos"/>
              </a:rPr>
              <a:t>The part of the system that processes requests, runs system logic and manages stored user data.</a:t>
            </a:r>
            <a:endParaRPr lang="en-US">
              <a:latin typeface="Aptos"/>
            </a:endParaRPr>
          </a:p>
        </p:txBody>
      </p:sp>
      <p:sp>
        <p:nvSpPr>
          <p:cNvPr id="855" name="Google Shape;855;p36"/>
          <p:cNvSpPr txBox="1">
            <a:spLocks noGrp="1"/>
          </p:cNvSpPr>
          <p:nvPr>
            <p:ph type="subTitle" idx="13"/>
          </p:nvPr>
        </p:nvSpPr>
        <p:spPr>
          <a:xfrm>
            <a:off x="720000" y="2803100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Chatbot</a:t>
            </a:r>
            <a:endParaRPr lang="en-US"/>
          </a:p>
        </p:txBody>
      </p:sp>
      <p:sp>
        <p:nvSpPr>
          <p:cNvPr id="18" name="Google Shape;846;p36">
            <a:extLst>
              <a:ext uri="{FF2B5EF4-FFF2-40B4-BE49-F238E27FC236}">
                <a16:creationId xmlns:a16="http://schemas.microsoft.com/office/drawing/2014/main" id="{2782ED47-BD78-0D5A-EAA5-AB20D473D78F}"/>
              </a:ext>
            </a:extLst>
          </p:cNvPr>
          <p:cNvSpPr txBox="1">
            <a:spLocks noGrp="1"/>
          </p:cNvSpPr>
          <p:nvPr/>
        </p:nvSpPr>
        <p:spPr>
          <a:xfrm>
            <a:off x="3500567" y="3474129"/>
            <a:ext cx="21444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">
                <a:solidFill>
                  <a:srgbClr val="2C2A26"/>
                </a:solidFill>
                <a:latin typeface="Aptos"/>
              </a:rPr>
              <a:t>A collection of workout information, exercises, and fitness tips used by the app and chatbot.</a:t>
            </a:r>
            <a:endParaRPr lang="en-US">
              <a:latin typeface="Aptos"/>
            </a:endParaRPr>
          </a:p>
        </p:txBody>
      </p:sp>
      <p:sp>
        <p:nvSpPr>
          <p:cNvPr id="19" name="Google Shape;847;p36">
            <a:extLst>
              <a:ext uri="{FF2B5EF4-FFF2-40B4-BE49-F238E27FC236}">
                <a16:creationId xmlns:a16="http://schemas.microsoft.com/office/drawing/2014/main" id="{03114907-5659-FE2F-27CA-FC4E6E5EF252}"/>
              </a:ext>
            </a:extLst>
          </p:cNvPr>
          <p:cNvSpPr txBox="1">
            <a:spLocks noGrp="1"/>
          </p:cNvSpPr>
          <p:nvPr/>
        </p:nvSpPr>
        <p:spPr>
          <a:xfrm>
            <a:off x="6281805" y="3474106"/>
            <a:ext cx="2441140" cy="107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">
                <a:solidFill>
                  <a:srgbClr val="2C2A26"/>
                </a:solidFill>
                <a:latin typeface="Aptos"/>
              </a:rPr>
              <a:t>A user account created within the app that stores personal information such as preferences, workout history, and progress.</a:t>
            </a:r>
            <a:endParaRPr lang="en-US">
              <a:latin typeface="Aptos"/>
            </a:endParaRPr>
          </a:p>
        </p:txBody>
      </p:sp>
      <p:sp>
        <p:nvSpPr>
          <p:cNvPr id="20" name="Google Shape;850;p36">
            <a:extLst>
              <a:ext uri="{FF2B5EF4-FFF2-40B4-BE49-F238E27FC236}">
                <a16:creationId xmlns:a16="http://schemas.microsoft.com/office/drawing/2014/main" id="{4E680E7B-B6B5-369F-B126-C5F1FFD91CB1}"/>
              </a:ext>
            </a:extLst>
          </p:cNvPr>
          <p:cNvSpPr txBox="1">
            <a:spLocks noGrp="1"/>
          </p:cNvSpPr>
          <p:nvPr/>
        </p:nvSpPr>
        <p:spPr>
          <a:xfrm>
            <a:off x="3522548" y="2814653"/>
            <a:ext cx="21444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/>
              <a:t>Knowledge Base</a:t>
            </a:r>
            <a:endParaRPr lang="en-US"/>
          </a:p>
        </p:txBody>
      </p:sp>
      <p:sp>
        <p:nvSpPr>
          <p:cNvPr id="21" name="Google Shape;851;p36">
            <a:extLst>
              <a:ext uri="{FF2B5EF4-FFF2-40B4-BE49-F238E27FC236}">
                <a16:creationId xmlns:a16="http://schemas.microsoft.com/office/drawing/2014/main" id="{3F8EBEDF-618A-4978-E003-5F2C8B4667D4}"/>
              </a:ext>
            </a:extLst>
          </p:cNvPr>
          <p:cNvSpPr txBox="1">
            <a:spLocks noGrp="1"/>
          </p:cNvSpPr>
          <p:nvPr/>
        </p:nvSpPr>
        <p:spPr>
          <a:xfrm>
            <a:off x="6281805" y="2803663"/>
            <a:ext cx="21444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/>
              <a:t>Local account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>
          <a:extLst>
            <a:ext uri="{FF2B5EF4-FFF2-40B4-BE49-F238E27FC236}">
              <a16:creationId xmlns:a16="http://schemas.microsoft.com/office/drawing/2014/main" id="{CCC1D8FF-7A74-6C17-BB75-3E800908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">
            <a:extLst>
              <a:ext uri="{FF2B5EF4-FFF2-40B4-BE49-F238E27FC236}">
                <a16:creationId xmlns:a16="http://schemas.microsoft.com/office/drawing/2014/main" id="{2CFEFAB3-1922-081F-49D2-A605B1E77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848" name="Google Shape;848;p36">
            <a:extLst>
              <a:ext uri="{FF2B5EF4-FFF2-40B4-BE49-F238E27FC236}">
                <a16:creationId xmlns:a16="http://schemas.microsoft.com/office/drawing/2014/main" id="{BF59892B-195F-A93D-CA27-9C57A0F9C96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523275"/>
            <a:ext cx="2248808" cy="1084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solidFill>
                  <a:srgbClr val="2C2A26"/>
                </a:solidFill>
                <a:latin typeface="Aptos"/>
              </a:rPr>
              <a:t>The storage component used to save user accounts, workout information, preferences, and progress data.</a:t>
            </a:r>
            <a:endParaRPr lang="en-US">
              <a:latin typeface="Aptos"/>
            </a:endParaRPr>
          </a:p>
        </p:txBody>
      </p:sp>
      <p:sp>
        <p:nvSpPr>
          <p:cNvPr id="849" name="Google Shape;849;p36">
            <a:extLst>
              <a:ext uri="{FF2B5EF4-FFF2-40B4-BE49-F238E27FC236}">
                <a16:creationId xmlns:a16="http://schemas.microsoft.com/office/drawing/2014/main" id="{20B037D1-6DB9-1EE2-FD33-D0D43B2D43B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501238" y="3495800"/>
            <a:ext cx="21444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The visual part of the app that users interact with, including screens, buttons, and menus.</a:t>
            </a:r>
            <a:endParaRPr lang="en-US"/>
          </a:p>
        </p:txBody>
      </p:sp>
      <p:sp>
        <p:nvSpPr>
          <p:cNvPr id="852" name="Google Shape;852;p36">
            <a:extLst>
              <a:ext uri="{FF2B5EF4-FFF2-40B4-BE49-F238E27FC236}">
                <a16:creationId xmlns:a16="http://schemas.microsoft.com/office/drawing/2014/main" id="{0FE90280-90A5-3D70-B73C-B5E46B042809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282475" y="1017725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Push notification</a:t>
            </a:r>
            <a:endParaRPr lang="en-US"/>
          </a:p>
        </p:txBody>
      </p:sp>
      <p:sp>
        <p:nvSpPr>
          <p:cNvPr id="853" name="Google Shape;853;p36">
            <a:extLst>
              <a:ext uri="{FF2B5EF4-FFF2-40B4-BE49-F238E27FC236}">
                <a16:creationId xmlns:a16="http://schemas.microsoft.com/office/drawing/2014/main" id="{27B015B7-A3AD-3EFE-A99F-E5C2C41F6FC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282475" y="1710150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A message sent by the app to the user’s phone to provide reminders, updates, or encouragement.</a:t>
            </a:r>
            <a:endParaRPr lang="en-US"/>
          </a:p>
        </p:txBody>
      </p:sp>
      <p:sp>
        <p:nvSpPr>
          <p:cNvPr id="855" name="Google Shape;855;p36">
            <a:extLst>
              <a:ext uri="{FF2B5EF4-FFF2-40B4-BE49-F238E27FC236}">
                <a16:creationId xmlns:a16="http://schemas.microsoft.com/office/drawing/2014/main" id="{27DA105D-B5D7-6758-257B-55411CAA3E14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20000" y="2803100"/>
            <a:ext cx="21444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System Database </a:t>
            </a:r>
            <a:endParaRPr lang="en-US"/>
          </a:p>
        </p:txBody>
      </p:sp>
      <p:sp>
        <p:nvSpPr>
          <p:cNvPr id="856" name="Google Shape;856;p36">
            <a:extLst>
              <a:ext uri="{FF2B5EF4-FFF2-40B4-BE49-F238E27FC236}">
                <a16:creationId xmlns:a16="http://schemas.microsoft.com/office/drawing/2014/main" id="{4738A979-FD12-0290-FF92-F90E1F4C6C98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720670" y="1017163"/>
            <a:ext cx="2144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User Interface (UI)</a:t>
            </a:r>
            <a:endParaRPr lang="en-US"/>
          </a:p>
        </p:txBody>
      </p:sp>
      <p:sp>
        <p:nvSpPr>
          <p:cNvPr id="4" name="Google Shape;856;p36">
            <a:extLst>
              <a:ext uri="{FF2B5EF4-FFF2-40B4-BE49-F238E27FC236}">
                <a16:creationId xmlns:a16="http://schemas.microsoft.com/office/drawing/2014/main" id="{E7025932-53FC-3649-60D5-EA11A4D03E40}"/>
              </a:ext>
            </a:extLst>
          </p:cNvPr>
          <p:cNvSpPr txBox="1">
            <a:spLocks noGrp="1"/>
          </p:cNvSpPr>
          <p:nvPr/>
        </p:nvSpPr>
        <p:spPr>
          <a:xfrm>
            <a:off x="3501238" y="2803100"/>
            <a:ext cx="214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/>
              <a:t>Data Analytics</a:t>
            </a:r>
            <a:endParaRPr lang="en-US"/>
          </a:p>
        </p:txBody>
      </p:sp>
      <p:sp>
        <p:nvSpPr>
          <p:cNvPr id="6" name="Google Shape;849;p36">
            <a:extLst>
              <a:ext uri="{FF2B5EF4-FFF2-40B4-BE49-F238E27FC236}">
                <a16:creationId xmlns:a16="http://schemas.microsoft.com/office/drawing/2014/main" id="{866DF585-7EC9-8687-FF02-19EE34D4BE8D}"/>
              </a:ext>
            </a:extLst>
          </p:cNvPr>
          <p:cNvSpPr txBox="1">
            <a:spLocks noGrp="1"/>
          </p:cNvSpPr>
          <p:nvPr/>
        </p:nvSpPr>
        <p:spPr>
          <a:xfrm>
            <a:off x="720670" y="1693377"/>
            <a:ext cx="2144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The process of analyzing user activity and workout data to improve recommendations and system performance.</a:t>
            </a:r>
            <a:endParaRPr lang="en-US"/>
          </a:p>
        </p:txBody>
      </p:sp>
      <p:sp>
        <p:nvSpPr>
          <p:cNvPr id="7" name="Google Shape;854;p36">
            <a:extLst>
              <a:ext uri="{FF2B5EF4-FFF2-40B4-BE49-F238E27FC236}">
                <a16:creationId xmlns:a16="http://schemas.microsoft.com/office/drawing/2014/main" id="{0669795B-6D2F-8AD8-A28D-F3798FE0AD13}"/>
              </a:ext>
            </a:extLst>
          </p:cNvPr>
          <p:cNvSpPr txBox="1">
            <a:spLocks noGrp="1"/>
          </p:cNvSpPr>
          <p:nvPr/>
        </p:nvSpPr>
        <p:spPr>
          <a:xfrm>
            <a:off x="3523889" y="1693377"/>
            <a:ext cx="21444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-US">
                <a:solidFill>
                  <a:srgbClr val="000000"/>
                </a:solidFill>
                <a:latin typeface="Aptos"/>
              </a:rPr>
              <a:t>A security method used to protect user data by making it unreadable to unauthorized users.</a:t>
            </a:r>
            <a:endParaRPr lang="en-US"/>
          </a:p>
        </p:txBody>
      </p:sp>
      <p:sp>
        <p:nvSpPr>
          <p:cNvPr id="8" name="Google Shape;856;p36">
            <a:extLst>
              <a:ext uri="{FF2B5EF4-FFF2-40B4-BE49-F238E27FC236}">
                <a16:creationId xmlns:a16="http://schemas.microsoft.com/office/drawing/2014/main" id="{C070282B-D35D-A1D6-BD8A-39221D22A361}"/>
              </a:ext>
            </a:extLst>
          </p:cNvPr>
          <p:cNvSpPr txBox="1">
            <a:spLocks noGrp="1"/>
          </p:cNvSpPr>
          <p:nvPr/>
        </p:nvSpPr>
        <p:spPr>
          <a:xfrm>
            <a:off x="3501238" y="2803100"/>
            <a:ext cx="214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/>
              <a:t>Data Analytics</a:t>
            </a:r>
            <a:endParaRPr lang="en-US"/>
          </a:p>
        </p:txBody>
      </p:sp>
      <p:sp>
        <p:nvSpPr>
          <p:cNvPr id="9" name="Google Shape;857;p36">
            <a:extLst>
              <a:ext uri="{FF2B5EF4-FFF2-40B4-BE49-F238E27FC236}">
                <a16:creationId xmlns:a16="http://schemas.microsoft.com/office/drawing/2014/main" id="{C154537E-423D-C4A4-3191-ACE41BE30CA9}"/>
              </a:ext>
            </a:extLst>
          </p:cNvPr>
          <p:cNvSpPr txBox="1">
            <a:spLocks noGrp="1"/>
          </p:cNvSpPr>
          <p:nvPr/>
        </p:nvSpPr>
        <p:spPr>
          <a:xfrm>
            <a:off x="3523889" y="1017163"/>
            <a:ext cx="21444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73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5B5D-1541-D5C0-A3F5-57EE2EBD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CAC2BA2-621C-2618-9D73-E81F1AD7E27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/>
              <a:t>03</a:t>
            </a:r>
          </a:p>
        </p:txBody>
      </p:sp>
      <p:pic>
        <p:nvPicPr>
          <p:cNvPr id="12" name="Picture Placeholder 11" descr="Gym equipment and needs">
            <a:extLst>
              <a:ext uri="{FF2B5EF4-FFF2-40B4-BE49-F238E27FC236}">
                <a16:creationId xmlns:a16="http://schemas.microsoft.com/office/drawing/2014/main" id="{4A04B488-FB92-93FB-9E1D-BBC70B475178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32420" t="-1" r="15006" b="1"/>
          <a:stretch>
            <a:fillRect/>
          </a:stretch>
        </p:blipFill>
        <p:spPr>
          <a:xfrm>
            <a:off x="666763" y="539500"/>
            <a:ext cx="2760600" cy="4064400"/>
          </a:xfrm>
        </p:spPr>
      </p:pic>
    </p:spTree>
    <p:extLst>
      <p:ext uri="{BB962C8B-B14F-4D97-AF65-F5344CB8AC3E}">
        <p14:creationId xmlns:p14="http://schemas.microsoft.com/office/powerpoint/2010/main" val="2805353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8A3FA406-E9C1-4A02-A3A5-4621428B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9">
            <a:extLst>
              <a:ext uri="{FF2B5EF4-FFF2-40B4-BE49-F238E27FC236}">
                <a16:creationId xmlns:a16="http://schemas.microsoft.com/office/drawing/2014/main" id="{F57E2430-88D0-C3F3-E397-AD6AB5954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7576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Use Cases</a:t>
            </a:r>
            <a:endParaRPr lang="en-US"/>
          </a:p>
        </p:txBody>
      </p:sp>
      <p:graphicFrame>
        <p:nvGraphicFramePr>
          <p:cNvPr id="903" name="Google Shape;903;p39">
            <a:extLst>
              <a:ext uri="{FF2B5EF4-FFF2-40B4-BE49-F238E27FC236}">
                <a16:creationId xmlns:a16="http://schemas.microsoft.com/office/drawing/2014/main" id="{5B2AB415-4800-4F06-F806-AC539CB885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011277"/>
              </p:ext>
            </p:extLst>
          </p:nvPr>
        </p:nvGraphicFramePr>
        <p:xfrm>
          <a:off x="296599" y="1481956"/>
          <a:ext cx="8546342" cy="2599534"/>
        </p:xfrm>
        <a:graphic>
          <a:graphicData uri="http://schemas.openxmlformats.org/drawingml/2006/table">
            <a:tbl>
              <a:tblPr>
                <a:noFill/>
                <a:tableStyleId>{C096C483-CD4B-4816-8AA2-AF20753F3727}</a:tableStyleId>
              </a:tblPr>
              <a:tblGrid>
                <a:gridCol w="5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7886">
                  <a:extLst>
                    <a:ext uri="{9D8B030D-6E8A-4147-A177-3AD203B41FA5}">
                      <a16:colId xmlns:a16="http://schemas.microsoft.com/office/drawing/2014/main" val="103216670"/>
                    </a:ext>
                  </a:extLst>
                </a:gridCol>
                <a:gridCol w="3169051">
                  <a:extLst>
                    <a:ext uri="{9D8B030D-6E8A-4147-A177-3AD203B41FA5}">
                      <a16:colId xmlns:a16="http://schemas.microsoft.com/office/drawing/2014/main" val="4147676955"/>
                    </a:ext>
                  </a:extLst>
                </a:gridCol>
              </a:tblGrid>
              <a:tr h="5888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Name</a:t>
                      </a:r>
                      <a:endParaRPr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</a:rPr>
                        <a:t>Precondition</a:t>
                      </a:r>
                      <a:endParaRPr lang="en"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</a:rPr>
                        <a:t>Postcondition</a:t>
                      </a:r>
                      <a:endParaRPr lang="en"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9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UC-01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baseline="0" noProof="0">
                          <a:solidFill>
                            <a:srgbClr val="2C2A26"/>
                          </a:solidFill>
                          <a:latin typeface="Fira Sans"/>
                        </a:rPr>
                        <a:t>User logins and all their previous data is created </a:t>
                      </a:r>
                      <a:endParaRPr lang="en-US">
                        <a:latin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baseline="0" noProof="0">
                          <a:solidFill>
                            <a:srgbClr val="2C2A26"/>
                          </a:solidFill>
                        </a:rPr>
                        <a:t>The user has an existing account and the system is available.</a:t>
                      </a:r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baseline="0" noProof="0">
                          <a:solidFill>
                            <a:srgbClr val="2C2A26"/>
                          </a:solidFill>
                        </a:rPr>
                        <a:t>The user is logged in and their profile, workout data, and progress are displayed in the app.</a:t>
                      </a:r>
                      <a:endParaRPr lang="en-US"/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03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-02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" sz="1000" b="0" i="0" u="none" strike="noStrike" baseline="0" noProof="0">
                          <a:solidFill>
                            <a:srgbClr val="2C2A26"/>
                          </a:solidFill>
                          <a:latin typeface="Fira Sans"/>
                        </a:rPr>
                        <a:t>User creates an account 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baseline="0" noProof="0">
                          <a:solidFill>
                            <a:srgbClr val="2C2A26"/>
                          </a:solidFill>
                        </a:rPr>
                        <a:t>The user does not have an existing account and the system is available.</a:t>
                      </a:r>
                      <a:endParaRPr lang="en-US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Wingdings"/>
                        <a:buChar char="v"/>
                      </a:pPr>
                      <a:endParaRPr lang="en" sz="1000" b="0" i="0" u="none" strike="noStrike" baseline="0" noProof="0">
                        <a:solidFill>
                          <a:srgbClr val="2C2A26"/>
                        </a:solidFill>
                        <a:latin typeface="Fira Sans"/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baseline="0" noProof="0">
                          <a:solidFill>
                            <a:srgbClr val="2C2A26"/>
                          </a:solidFill>
                        </a:rPr>
                        <a:t>A new user account is created, stored in the database, and the user can access the app.</a:t>
                      </a:r>
                      <a:endParaRPr lang="en"/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737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-03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 workout schedule is provided after </a:t>
                      </a: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  <a:sym typeface="Fira Sans"/>
                        </a:rPr>
                        <a:t>user </a:t>
                      </a: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inputs current schedule</a:t>
                      </a:r>
                      <a:endParaRPr lang="en-US">
                        <a:latin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 has a valid account and is logged in and has access to the workout planner.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system is available and able to accept user input</a:t>
                      </a:r>
                      <a:endParaRPr lang="en">
                        <a:latin typeface="Fira Sans"/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 personalized workout schedule has been generated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workout schedule is stored in the user's profile and ready to be viewed and modify.</a:t>
                      </a: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00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FCA9D5C6-E2CA-77DE-B02F-CBBF5D80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9">
            <a:extLst>
              <a:ext uri="{FF2B5EF4-FFF2-40B4-BE49-F238E27FC236}">
                <a16:creationId xmlns:a16="http://schemas.microsoft.com/office/drawing/2014/main" id="{E2C7DC6C-B3FE-3407-5E4F-FF3C6B505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7576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Use Cases</a:t>
            </a:r>
            <a:endParaRPr lang="en-US"/>
          </a:p>
        </p:txBody>
      </p:sp>
      <p:graphicFrame>
        <p:nvGraphicFramePr>
          <p:cNvPr id="903" name="Google Shape;903;p39">
            <a:extLst>
              <a:ext uri="{FF2B5EF4-FFF2-40B4-BE49-F238E27FC236}">
                <a16:creationId xmlns:a16="http://schemas.microsoft.com/office/drawing/2014/main" id="{47C8B661-8FDB-6D03-02AA-56298A153A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77457"/>
              </p:ext>
            </p:extLst>
          </p:nvPr>
        </p:nvGraphicFramePr>
        <p:xfrm>
          <a:off x="329463" y="1194120"/>
          <a:ext cx="8490790" cy="3333634"/>
        </p:xfrm>
        <a:graphic>
          <a:graphicData uri="http://schemas.openxmlformats.org/drawingml/2006/table">
            <a:tbl>
              <a:tblPr>
                <a:noFill/>
                <a:tableStyleId>{C096C483-CD4B-4816-8AA2-AF20753F3727}</a:tableStyleId>
              </a:tblPr>
              <a:tblGrid>
                <a:gridCol w="614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0791">
                  <a:extLst>
                    <a:ext uri="{9D8B030D-6E8A-4147-A177-3AD203B41FA5}">
                      <a16:colId xmlns:a16="http://schemas.microsoft.com/office/drawing/2014/main" val="103216670"/>
                    </a:ext>
                  </a:extLst>
                </a:gridCol>
                <a:gridCol w="3087526">
                  <a:extLst>
                    <a:ext uri="{9D8B030D-6E8A-4147-A177-3AD203B41FA5}">
                      <a16:colId xmlns:a16="http://schemas.microsoft.com/office/drawing/2014/main" val="4147676955"/>
                    </a:ext>
                  </a:extLst>
                </a:gridCol>
              </a:tblGrid>
              <a:tr h="5282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Name</a:t>
                      </a:r>
                      <a:endParaRPr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</a:rPr>
                        <a:t>Precondition</a:t>
                      </a:r>
                      <a:endParaRPr lang="en"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</a:rPr>
                        <a:t>Postcondition</a:t>
                      </a:r>
                      <a:endParaRPr lang="en"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-04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 workout split is provided after user inputs desired goals </a:t>
                      </a:r>
                      <a:endParaRPr lang="en-US">
                        <a:latin typeface="Fira Sans"/>
                        <a:sym typeface="Fira San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 has completed the basic profile setup and selected a fitness goal.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system has access to predefined workout split logic</a:t>
                      </a:r>
                      <a:endParaRPr lang="en">
                        <a:latin typeface="Fira Sans"/>
                        <a:sym typeface="Fira Sans"/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 workout split aligns with the user's goal and schedule.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workout split is saved for future use </a:t>
                      </a:r>
                      <a:endParaRPr lang="en">
                        <a:latin typeface="Fira Sans"/>
                        <a:sym typeface="Fira Sans"/>
                      </a:endParaRP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17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-05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Chatbot provides workout recommendations based on users input </a:t>
                      </a:r>
                      <a:endParaRPr lang="en-US">
                        <a:latin typeface="Fira San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 logged into the application and chatbot feature is enabled.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 has an existing workout schedule.</a:t>
                      </a:r>
                      <a:endParaRPr lang="en">
                        <a:latin typeface="Fira Sans"/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 receives a workout recommendation from the chatbot which reflects to the user's goal and schedule.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No permanent changes are made unless the user chooses to apply the recommendation</a:t>
                      </a:r>
                      <a:endParaRPr lang="en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endParaRPr lang="en" sz="1000" b="0" i="0" u="none" strike="noStrike" noProof="0">
                        <a:solidFill>
                          <a:schemeClr val="dk1"/>
                        </a:solidFill>
                        <a:latin typeface="Fira Sans"/>
                      </a:endParaRP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17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-06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 push notification is sent daily to encourage </a:t>
                      </a: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  <a:sym typeface="Fira Sans"/>
                        </a:rPr>
                        <a:t>user </a:t>
                      </a:r>
                      <a:endParaRPr lang="en">
                        <a:solidFill>
                          <a:schemeClr val="dk1"/>
                        </a:solidFill>
                        <a:latin typeface="Fira San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 has enabled push notifications and generated a workout schedule.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system clock reaches the schedule notification time</a:t>
                      </a:r>
                      <a:endParaRPr lang="en-US">
                        <a:latin typeface="Fira Sans"/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 motivational notification has been sent to the user's device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notification delivery is logged by the system</a:t>
                      </a:r>
                      <a:endParaRPr lang="en-US">
                        <a:latin typeface="Fira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The user's workout schedule remains unchanged</a:t>
                      </a:r>
                      <a:endParaRPr lang="en-US">
                        <a:latin typeface="Fira Sans"/>
                      </a:endParaRP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22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55D2D24F-3910-F1B4-F1D0-87E6F97B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9">
            <a:extLst>
              <a:ext uri="{FF2B5EF4-FFF2-40B4-BE49-F238E27FC236}">
                <a16:creationId xmlns:a16="http://schemas.microsoft.com/office/drawing/2014/main" id="{26A8A101-740A-01E1-2D7D-06D3C91B6E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7576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Use Cases</a:t>
            </a:r>
            <a:endParaRPr lang="en-US"/>
          </a:p>
        </p:txBody>
      </p:sp>
      <p:graphicFrame>
        <p:nvGraphicFramePr>
          <p:cNvPr id="903" name="Google Shape;903;p39">
            <a:extLst>
              <a:ext uri="{FF2B5EF4-FFF2-40B4-BE49-F238E27FC236}">
                <a16:creationId xmlns:a16="http://schemas.microsoft.com/office/drawing/2014/main" id="{CAAD2A40-E531-5710-002E-CB1DC857E6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1712209"/>
              </p:ext>
            </p:extLst>
          </p:nvPr>
        </p:nvGraphicFramePr>
        <p:xfrm>
          <a:off x="399577" y="1012915"/>
          <a:ext cx="8167749" cy="3760903"/>
        </p:xfrm>
        <a:graphic>
          <a:graphicData uri="http://schemas.openxmlformats.org/drawingml/2006/table">
            <a:tbl>
              <a:tblPr>
                <a:noFill/>
                <a:tableStyleId>{C096C483-CD4B-4816-8AA2-AF20753F3727}</a:tableStyleId>
              </a:tblPr>
              <a:tblGrid>
                <a:gridCol w="68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81182">
                  <a:extLst>
                    <a:ext uri="{9D8B030D-6E8A-4147-A177-3AD203B41FA5}">
                      <a16:colId xmlns:a16="http://schemas.microsoft.com/office/drawing/2014/main" val="103216670"/>
                    </a:ext>
                  </a:extLst>
                </a:gridCol>
                <a:gridCol w="2528228">
                  <a:extLst>
                    <a:ext uri="{9D8B030D-6E8A-4147-A177-3AD203B41FA5}">
                      <a16:colId xmlns:a16="http://schemas.microsoft.com/office/drawing/2014/main" val="4147676955"/>
                    </a:ext>
                  </a:extLst>
                </a:gridCol>
              </a:tblGrid>
              <a:tr h="6320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Name</a:t>
                      </a:r>
                      <a:endParaRPr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</a:rPr>
                        <a:t>Precondition</a:t>
                      </a:r>
                      <a:endParaRPr lang="en"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</a:rPr>
                        <a:t>Postcondition</a:t>
                      </a:r>
                      <a:endParaRPr lang="en"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7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-07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User enters completed workout into system</a:t>
                      </a:r>
                      <a:endParaRPr lang="en" sz="1000" b="0" i="0" u="none" strike="noStrike" baseline="0" noProof="0">
                        <a:solidFill>
                          <a:srgbClr val="2C2A26"/>
                        </a:solidFill>
                        <a:latin typeface="Fira San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The user has a valid account and has access to the workout log.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The system should be ready to store workout data from user input.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000" b="0" i="0" u="none" strike="noStrike" noProof="0">
                        <a:solidFill>
                          <a:schemeClr val="dk1"/>
                        </a:solidFill>
                        <a:latin typeface="Fira Sans"/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will log and store data on workout completion.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Workout completion will update streak viewable on the user's profile.</a:t>
                      </a:r>
                    </a:p>
                  </a:txBody>
                  <a:tcPr>
                    <a:lnL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dk1"/>
                      </a:solidFill>
                    </a:lnR>
                    <a:lnT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00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-08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Alternative workouts are provided when </a:t>
                      </a: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  <a:sym typeface="Fira Sans"/>
                        </a:rPr>
                        <a:t>user </a:t>
                      </a: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provides feedback to chatbot</a:t>
                      </a:r>
                      <a:endParaRPr lang="en-US">
                        <a:latin typeface="Fira San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User will query the AI chatbot with questions and feedback.</a:t>
                      </a: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Chatbot will respond with alternative workout options based on feedback</a:t>
                      </a: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00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UC-09</a:t>
                      </a:r>
                      <a:endParaRPr>
                        <a:sym typeface="Fira Sans"/>
                      </a:endParaRPr>
                    </a:p>
                  </a:txBody>
                  <a:tcPr marL="91425" marR="91425" marT="0" marB="0" anchor="ctr"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Workout streak updates after </a:t>
                      </a: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  <a:sym typeface="Fira Sans"/>
                        </a:rPr>
                        <a:t>user </a:t>
                      </a: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inputs completed workouts </a:t>
                      </a:r>
                      <a:endParaRPr lang="en-US">
                        <a:latin typeface="Fira Sans"/>
                      </a:endParaRPr>
                    </a:p>
                  </a:txBody>
                  <a:tcPr anchor="ctr">
                    <a:lnL w="9524">
                      <a:solidFill>
                        <a:schemeClr val="dk1"/>
                      </a:solidFill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User will log completed workouts.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must be able to track consecutive workouts.</a:t>
                      </a: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will display a streak number within a user's profile page.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must be able to display a simple motivational message for certain streak milestones.</a:t>
                      </a: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00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UC-10</a:t>
                      </a:r>
                      <a:endParaRPr lang="en" sz="1200" b="1" i="0" u="none" strike="noStrike" noProof="0">
                        <a:solidFill>
                          <a:schemeClr val="dk1"/>
                        </a:solidFill>
                        <a:latin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User navigates to settings and preferences and updates information</a:t>
                      </a:r>
                      <a:endParaRPr lang="en-US">
                        <a:latin typeface="Fira Sans"/>
                      </a:endParaRPr>
                    </a:p>
                  </a:txBody>
                  <a:tcPr anchor="ctr">
                    <a:lnL w="9524">
                      <a:solidFill>
                        <a:schemeClr val="dk1"/>
                      </a:solidFill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User taps on profile icon and has a list of optional setting configurations.</a:t>
                      </a: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must be able to store configurable settings data from a user.</a:t>
                      </a: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will update settings on the app based on user input.</a:t>
                      </a:r>
                    </a:p>
                    <a:p>
                      <a:pPr marL="171450" lvl="0" indent="-17145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v"/>
                      </a:pPr>
                      <a:r>
                        <a:rPr lang="en-US" sz="1000" b="0" i="0" u="none" strike="noStrike" noProof="0">
                          <a:solidFill>
                            <a:schemeClr val="dk1"/>
                          </a:solidFill>
                          <a:latin typeface="Fira Sans"/>
                        </a:rPr>
                        <a:t>System must have user-friendly navigation in response to user input.</a:t>
                      </a:r>
                    </a:p>
                  </a:txBody>
                  <a:tcPr>
                    <a:lnL w="9524">
                      <a:solidFill>
                        <a:schemeClr val="dk1"/>
                      </a:solidFill>
                    </a:lnL>
                    <a:lnR w="9524">
                      <a:solidFill>
                        <a:schemeClr val="dk1"/>
                      </a:solidFill>
                    </a:lnR>
                    <a:lnT w="9524">
                      <a:solidFill>
                        <a:schemeClr val="dk1"/>
                      </a:solidFill>
                    </a:lnT>
                    <a:lnB w="9524">
                      <a:solidFill>
                        <a:schemeClr val="dk1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868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>
          <a:extLst>
            <a:ext uri="{FF2B5EF4-FFF2-40B4-BE49-F238E27FC236}">
              <a16:creationId xmlns:a16="http://schemas.microsoft.com/office/drawing/2014/main" id="{D0C13774-33F6-2D73-C486-C41768A9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2">
            <a:extLst>
              <a:ext uri="{FF2B5EF4-FFF2-40B4-BE49-F238E27FC236}">
                <a16:creationId xmlns:a16="http://schemas.microsoft.com/office/drawing/2014/main" id="{DCAB9032-15A0-547C-CE27-5DEDCDFAF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42075" y="2371900"/>
            <a:ext cx="4088700" cy="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747" name="Google Shape;747;p32">
            <a:extLst>
              <a:ext uri="{FF2B5EF4-FFF2-40B4-BE49-F238E27FC236}">
                <a16:creationId xmlns:a16="http://schemas.microsoft.com/office/drawing/2014/main" id="{7FCB0096-9DE1-B640-5029-7CC1DEF9C5D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42075" y="1391475"/>
            <a:ext cx="13326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748" name="Google Shape;748;p32">
            <a:extLst>
              <a:ext uri="{FF2B5EF4-FFF2-40B4-BE49-F238E27FC236}">
                <a16:creationId xmlns:a16="http://schemas.microsoft.com/office/drawing/2014/main" id="{5466730F-DBD2-F6FA-939A-132658E72C26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893" b="903"/>
          <a:stretch/>
        </p:blipFill>
        <p:spPr>
          <a:xfrm>
            <a:off x="666763" y="539500"/>
            <a:ext cx="2760600" cy="4064502"/>
          </a:xfrm>
          <a:prstGeom prst="rect">
            <a:avLst/>
          </a:prstGeom>
        </p:spPr>
      </p:pic>
      <p:grpSp>
        <p:nvGrpSpPr>
          <p:cNvPr id="749" name="Google Shape;749;p32">
            <a:extLst>
              <a:ext uri="{FF2B5EF4-FFF2-40B4-BE49-F238E27FC236}">
                <a16:creationId xmlns:a16="http://schemas.microsoft.com/office/drawing/2014/main" id="{CB84B05C-9A18-503F-115C-BA836D3886A2}"/>
              </a:ext>
            </a:extLst>
          </p:cNvPr>
          <p:cNvGrpSpPr/>
          <p:nvPr/>
        </p:nvGrpSpPr>
        <p:grpSpPr>
          <a:xfrm>
            <a:off x="2073954" y="3561129"/>
            <a:ext cx="3559020" cy="1436925"/>
            <a:chOff x="2073954" y="3561129"/>
            <a:chExt cx="3559020" cy="1436925"/>
          </a:xfrm>
        </p:grpSpPr>
        <p:grpSp>
          <p:nvGrpSpPr>
            <p:cNvPr id="750" name="Google Shape;750;p32">
              <a:extLst>
                <a:ext uri="{FF2B5EF4-FFF2-40B4-BE49-F238E27FC236}">
                  <a16:creationId xmlns:a16="http://schemas.microsoft.com/office/drawing/2014/main" id="{559007F4-9306-9AA2-0BC2-EF1E12614AF6}"/>
                </a:ext>
              </a:extLst>
            </p:cNvPr>
            <p:cNvGrpSpPr/>
            <p:nvPr/>
          </p:nvGrpSpPr>
          <p:grpSpPr>
            <a:xfrm>
              <a:off x="3700765" y="3561129"/>
              <a:ext cx="798917" cy="1013525"/>
              <a:chOff x="3437763" y="3146869"/>
              <a:chExt cx="590740" cy="749427"/>
            </a:xfrm>
          </p:grpSpPr>
          <p:sp>
            <p:nvSpPr>
              <p:cNvPr id="751" name="Google Shape;751;p32">
                <a:extLst>
                  <a:ext uri="{FF2B5EF4-FFF2-40B4-BE49-F238E27FC236}">
                    <a16:creationId xmlns:a16="http://schemas.microsoft.com/office/drawing/2014/main" id="{CD5B4FB5-1B3B-42B2-0447-98288805F3B1}"/>
                  </a:ext>
                </a:extLst>
              </p:cNvPr>
              <p:cNvSpPr/>
              <p:nvPr/>
            </p:nvSpPr>
            <p:spPr>
              <a:xfrm>
                <a:off x="3544951" y="3146869"/>
                <a:ext cx="376301" cy="749427"/>
              </a:xfrm>
              <a:custGeom>
                <a:avLst/>
                <a:gdLst/>
                <a:ahLst/>
                <a:cxnLst/>
                <a:rect l="l" t="t" r="r" b="b"/>
                <a:pathLst>
                  <a:path w="376301" h="749427" extrusionOk="0">
                    <a:moveTo>
                      <a:pt x="282194" y="0"/>
                    </a:moveTo>
                    <a:lnTo>
                      <a:pt x="188151" y="0"/>
                    </a:lnTo>
                    <a:lnTo>
                      <a:pt x="94107" y="0"/>
                    </a:lnTo>
                    <a:lnTo>
                      <a:pt x="0" y="749427"/>
                    </a:lnTo>
                    <a:lnTo>
                      <a:pt x="188151" y="749427"/>
                    </a:lnTo>
                    <a:lnTo>
                      <a:pt x="376301" y="74942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" name="Google Shape;752;p32">
                <a:extLst>
                  <a:ext uri="{FF2B5EF4-FFF2-40B4-BE49-F238E27FC236}">
                    <a16:creationId xmlns:a16="http://schemas.microsoft.com/office/drawing/2014/main" id="{25539967-BA4B-BB8D-AF25-7C1994FA09E6}"/>
                  </a:ext>
                </a:extLst>
              </p:cNvPr>
              <p:cNvGrpSpPr/>
              <p:nvPr/>
            </p:nvGrpSpPr>
            <p:grpSpPr>
              <a:xfrm>
                <a:off x="3495675" y="3188906"/>
                <a:ext cx="474789" cy="197802"/>
                <a:chOff x="3495675" y="3188906"/>
                <a:chExt cx="474789" cy="197802"/>
              </a:xfrm>
            </p:grpSpPr>
            <p:sp>
              <p:nvSpPr>
                <p:cNvPr id="753" name="Google Shape;753;p32">
                  <a:extLst>
                    <a:ext uri="{FF2B5EF4-FFF2-40B4-BE49-F238E27FC236}">
                      <a16:creationId xmlns:a16="http://schemas.microsoft.com/office/drawing/2014/main" id="{F0BFAA49-5E8B-3662-D6F1-547C71E51ACC}"/>
                    </a:ext>
                  </a:extLst>
                </p:cNvPr>
                <p:cNvSpPr/>
                <p:nvPr/>
              </p:nvSpPr>
              <p:spPr>
                <a:xfrm>
                  <a:off x="3495675" y="3269932"/>
                  <a:ext cx="474789" cy="35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789" h="35687" extrusionOk="0">
                      <a:moveTo>
                        <a:pt x="0" y="0"/>
                      </a:moveTo>
                      <a:lnTo>
                        <a:pt x="474790" y="0"/>
                      </a:lnTo>
                      <a:lnTo>
                        <a:pt x="474790" y="35687"/>
                      </a:lnTo>
                      <a:lnTo>
                        <a:pt x="0" y="356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" name="Google Shape;754;p32">
                  <a:extLst>
                    <a:ext uri="{FF2B5EF4-FFF2-40B4-BE49-F238E27FC236}">
                      <a16:creationId xmlns:a16="http://schemas.microsoft.com/office/drawing/2014/main" id="{B20EE580-8C4A-86A2-3216-BE5678F1E321}"/>
                    </a:ext>
                  </a:extLst>
                </p:cNvPr>
                <p:cNvSpPr/>
                <p:nvPr/>
              </p:nvSpPr>
              <p:spPr>
                <a:xfrm>
                  <a:off x="3539680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197803"/>
                      </a:move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5" name="Google Shape;755;p32">
                  <a:extLst>
                    <a:ext uri="{FF2B5EF4-FFF2-40B4-BE49-F238E27FC236}">
                      <a16:creationId xmlns:a16="http://schemas.microsoft.com/office/drawing/2014/main" id="{4C5C913F-A9DF-67F1-C2B9-645C32F05F25}"/>
                    </a:ext>
                  </a:extLst>
                </p:cNvPr>
                <p:cNvSpPr/>
                <p:nvPr/>
              </p:nvSpPr>
              <p:spPr>
                <a:xfrm>
                  <a:off x="3568954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" name="Google Shape;756;p32">
                  <a:extLst>
                    <a:ext uri="{FF2B5EF4-FFF2-40B4-BE49-F238E27FC236}">
                      <a16:creationId xmlns:a16="http://schemas.microsoft.com/office/drawing/2014/main" id="{D9B8B06A-5D6C-D071-62C0-BCE729114E37}"/>
                    </a:ext>
                  </a:extLst>
                </p:cNvPr>
                <p:cNvSpPr/>
                <p:nvPr/>
              </p:nvSpPr>
              <p:spPr>
                <a:xfrm>
                  <a:off x="3515169" y="3245802"/>
                  <a:ext cx="24510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0" h="84010" extrusionOk="0">
                      <a:moveTo>
                        <a:pt x="12255" y="84011"/>
                      </a:moveTo>
                      <a:lnTo>
                        <a:pt x="12255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461" y="0"/>
                        <a:pt x="12255" y="0"/>
                      </a:cubicBezTo>
                      <a:lnTo>
                        <a:pt x="12255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8986" y="84011"/>
                        <a:pt x="12255" y="840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7" name="Google Shape;757;p32">
                  <a:extLst>
                    <a:ext uri="{FF2B5EF4-FFF2-40B4-BE49-F238E27FC236}">
                      <a16:creationId xmlns:a16="http://schemas.microsoft.com/office/drawing/2014/main" id="{AECF71E0-65AC-BC9D-C1C0-507116CCE7A1}"/>
                    </a:ext>
                  </a:extLst>
                </p:cNvPr>
                <p:cNvSpPr/>
                <p:nvPr/>
              </p:nvSpPr>
              <p:spPr>
                <a:xfrm>
                  <a:off x="3862704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0"/>
                      </a:move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" name="Google Shape;758;p32">
                  <a:extLst>
                    <a:ext uri="{FF2B5EF4-FFF2-40B4-BE49-F238E27FC236}">
                      <a16:creationId xmlns:a16="http://schemas.microsoft.com/office/drawing/2014/main" id="{B80B543F-F4CB-46CE-BF59-9FE922BCF338}"/>
                    </a:ext>
                  </a:extLst>
                </p:cNvPr>
                <p:cNvSpPr/>
                <p:nvPr/>
              </p:nvSpPr>
              <p:spPr>
                <a:xfrm>
                  <a:off x="3892041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" name="Google Shape;759;p32">
                  <a:extLst>
                    <a:ext uri="{FF2B5EF4-FFF2-40B4-BE49-F238E27FC236}">
                      <a16:creationId xmlns:a16="http://schemas.microsoft.com/office/drawing/2014/main" id="{7DB78A4E-AFF7-6877-7D49-2FF633E4BD56}"/>
                    </a:ext>
                  </a:extLst>
                </p:cNvPr>
                <p:cNvSpPr/>
                <p:nvPr/>
              </p:nvSpPr>
              <p:spPr>
                <a:xfrm>
                  <a:off x="3926522" y="3245802"/>
                  <a:ext cx="24511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1" h="84010" extrusionOk="0">
                      <a:moveTo>
                        <a:pt x="12256" y="0"/>
                      </a:moveTo>
                      <a:lnTo>
                        <a:pt x="12256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9050" y="84011"/>
                        <a:pt x="12256" y="84011"/>
                      </a:cubicBezTo>
                      <a:lnTo>
                        <a:pt x="12256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524" y="0"/>
                        <a:pt x="122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60" name="Google Shape;760;p32">
                <a:extLst>
                  <a:ext uri="{FF2B5EF4-FFF2-40B4-BE49-F238E27FC236}">
                    <a16:creationId xmlns:a16="http://schemas.microsoft.com/office/drawing/2014/main" id="{76255EE7-EC18-A415-1B67-FFFF188CBE6F}"/>
                  </a:ext>
                </a:extLst>
              </p:cNvPr>
              <p:cNvGrpSpPr/>
              <p:nvPr/>
            </p:nvGrpSpPr>
            <p:grpSpPr>
              <a:xfrm>
                <a:off x="3437763" y="3410902"/>
                <a:ext cx="590740" cy="246125"/>
                <a:chOff x="3437763" y="3410902"/>
                <a:chExt cx="590740" cy="246125"/>
              </a:xfrm>
            </p:grpSpPr>
            <p:sp>
              <p:nvSpPr>
                <p:cNvPr id="761" name="Google Shape;761;p32">
                  <a:extLst>
                    <a:ext uri="{FF2B5EF4-FFF2-40B4-BE49-F238E27FC236}">
                      <a16:creationId xmlns:a16="http://schemas.microsoft.com/office/drawing/2014/main" id="{E9AB1658-FF08-BB99-59F8-1E2565B71031}"/>
                    </a:ext>
                  </a:extLst>
                </p:cNvPr>
                <p:cNvSpPr/>
                <p:nvPr/>
              </p:nvSpPr>
              <p:spPr>
                <a:xfrm>
                  <a:off x="3437763" y="3511740"/>
                  <a:ext cx="590740" cy="44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740" h="44386" extrusionOk="0">
                      <a:moveTo>
                        <a:pt x="0" y="0"/>
                      </a:moveTo>
                      <a:lnTo>
                        <a:pt x="590741" y="0"/>
                      </a:lnTo>
                      <a:lnTo>
                        <a:pt x="590741" y="44387"/>
                      </a:lnTo>
                      <a:lnTo>
                        <a:pt x="0" y="443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" name="Google Shape;762;p32">
                  <a:extLst>
                    <a:ext uri="{FF2B5EF4-FFF2-40B4-BE49-F238E27FC236}">
                      <a16:creationId xmlns:a16="http://schemas.microsoft.com/office/drawing/2014/main" id="{A0131EDE-CCD3-97B1-E5C4-3F61AF7BA567}"/>
                    </a:ext>
                  </a:extLst>
                </p:cNvPr>
                <p:cNvSpPr/>
                <p:nvPr/>
              </p:nvSpPr>
              <p:spPr>
                <a:xfrm>
                  <a:off x="3492436" y="3410965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0" y="246063"/>
                      </a:moveTo>
                      <a:lnTo>
                        <a:pt x="39560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1"/>
                      </a:lnTo>
                      <a:cubicBezTo>
                        <a:pt x="0" y="17717"/>
                        <a:pt x="17717" y="0"/>
                        <a:pt x="39560" y="0"/>
                      </a:cubicBezTo>
                      <a:lnTo>
                        <a:pt x="39560" y="0"/>
                      </a:lnTo>
                      <a:cubicBezTo>
                        <a:pt x="61404" y="0"/>
                        <a:pt x="79121" y="17717"/>
                        <a:pt x="79121" y="39561"/>
                      </a:cubicBezTo>
                      <a:lnTo>
                        <a:pt x="79121" y="206502"/>
                      </a:lnTo>
                      <a:cubicBezTo>
                        <a:pt x="79185" y="228346"/>
                        <a:pt x="61468" y="246063"/>
                        <a:pt x="39560" y="24606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32">
                  <a:extLst>
                    <a:ext uri="{FF2B5EF4-FFF2-40B4-BE49-F238E27FC236}">
                      <a16:creationId xmlns:a16="http://schemas.microsoft.com/office/drawing/2014/main" id="{E78B500A-C8C2-B0DA-C0CC-69F27378632E}"/>
                    </a:ext>
                  </a:extLst>
                </p:cNvPr>
                <p:cNvSpPr/>
                <p:nvPr/>
              </p:nvSpPr>
              <p:spPr>
                <a:xfrm>
                  <a:off x="3529520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32">
                  <a:extLst>
                    <a:ext uri="{FF2B5EF4-FFF2-40B4-BE49-F238E27FC236}">
                      <a16:creationId xmlns:a16="http://schemas.microsoft.com/office/drawing/2014/main" id="{9666E584-F37F-0254-FDB1-588333128231}"/>
                    </a:ext>
                  </a:extLst>
                </p:cNvPr>
                <p:cNvSpPr/>
                <p:nvPr/>
              </p:nvSpPr>
              <p:spPr>
                <a:xfrm>
                  <a:off x="3461956" y="3481704"/>
                  <a:ext cx="30479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9" h="104521" extrusionOk="0">
                      <a:moveTo>
                        <a:pt x="15240" y="104521"/>
                      </a:move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795"/>
                        <a:pt x="6795" y="0"/>
                        <a:pt x="15240" y="0"/>
                      </a:cubicBezTo>
                      <a:lnTo>
                        <a:pt x="15240" y="0"/>
                      </a:lnTo>
                      <a:cubicBezTo>
                        <a:pt x="23685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5" y="104521"/>
                        <a:pt x="15240" y="104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32">
                  <a:extLst>
                    <a:ext uri="{FF2B5EF4-FFF2-40B4-BE49-F238E27FC236}">
                      <a16:creationId xmlns:a16="http://schemas.microsoft.com/office/drawing/2014/main" id="{73559980-96D6-6465-9DA1-D61E852E5711}"/>
                    </a:ext>
                  </a:extLst>
                </p:cNvPr>
                <p:cNvSpPr/>
                <p:nvPr/>
              </p:nvSpPr>
              <p:spPr>
                <a:xfrm>
                  <a:off x="3894391" y="3410902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1" y="0"/>
                      </a:moveTo>
                      <a:lnTo>
                        <a:pt x="39561" y="0"/>
                      </a:lnTo>
                      <a:cubicBezTo>
                        <a:pt x="61405" y="0"/>
                        <a:pt x="79121" y="17716"/>
                        <a:pt x="79121" y="39560"/>
                      </a:cubicBezTo>
                      <a:lnTo>
                        <a:pt x="79121" y="206502"/>
                      </a:lnTo>
                      <a:cubicBezTo>
                        <a:pt x="79121" y="228346"/>
                        <a:pt x="61405" y="246063"/>
                        <a:pt x="39561" y="246063"/>
                      </a:cubicBezTo>
                      <a:lnTo>
                        <a:pt x="39561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0"/>
                      </a:lnTo>
                      <a:cubicBezTo>
                        <a:pt x="-63" y="17780"/>
                        <a:pt x="17653" y="0"/>
                        <a:pt x="395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32">
                  <a:extLst>
                    <a:ext uri="{FF2B5EF4-FFF2-40B4-BE49-F238E27FC236}">
                      <a16:creationId xmlns:a16="http://schemas.microsoft.com/office/drawing/2014/main" id="{6A0D347D-A00A-B2B6-1B90-B53DA5848647}"/>
                    </a:ext>
                  </a:extLst>
                </p:cNvPr>
                <p:cNvSpPr/>
                <p:nvPr/>
              </p:nvSpPr>
              <p:spPr>
                <a:xfrm>
                  <a:off x="3931412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32">
                  <a:extLst>
                    <a:ext uri="{FF2B5EF4-FFF2-40B4-BE49-F238E27FC236}">
                      <a16:creationId xmlns:a16="http://schemas.microsoft.com/office/drawing/2014/main" id="{71146755-073B-1F33-612C-44A5B11D2361}"/>
                    </a:ext>
                  </a:extLst>
                </p:cNvPr>
                <p:cNvSpPr/>
                <p:nvPr/>
              </p:nvSpPr>
              <p:spPr>
                <a:xfrm>
                  <a:off x="3973766" y="3481704"/>
                  <a:ext cx="30480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" h="104521" extrusionOk="0">
                      <a:moveTo>
                        <a:pt x="15240" y="0"/>
                      </a:moveTo>
                      <a:lnTo>
                        <a:pt x="15240" y="0"/>
                      </a:lnTo>
                      <a:cubicBezTo>
                        <a:pt x="23686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6" y="104521"/>
                        <a:pt x="15240" y="104521"/>
                      </a:cubicBez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858"/>
                        <a:pt x="6858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8" name="Google Shape;768;p32">
                <a:extLst>
                  <a:ext uri="{FF2B5EF4-FFF2-40B4-BE49-F238E27FC236}">
                    <a16:creationId xmlns:a16="http://schemas.microsoft.com/office/drawing/2014/main" id="{4300DDAF-C6B3-6678-3B45-488ABB9DA224}"/>
                  </a:ext>
                </a:extLst>
              </p:cNvPr>
              <p:cNvSpPr/>
              <p:nvPr/>
            </p:nvSpPr>
            <p:spPr>
              <a:xfrm>
                <a:off x="3461956" y="3778948"/>
                <a:ext cx="542290" cy="117348"/>
              </a:xfrm>
              <a:custGeom>
                <a:avLst/>
                <a:gdLst/>
                <a:ahLst/>
                <a:cxnLst/>
                <a:rect l="l" t="t" r="r" b="b"/>
                <a:pathLst>
                  <a:path w="542290" h="117348" extrusionOk="0">
                    <a:moveTo>
                      <a:pt x="521653" y="0"/>
                    </a:moveTo>
                    <a:lnTo>
                      <a:pt x="271145" y="0"/>
                    </a:lnTo>
                    <a:lnTo>
                      <a:pt x="20701" y="0"/>
                    </a:lnTo>
                    <a:lnTo>
                      <a:pt x="0" y="117348"/>
                    </a:lnTo>
                    <a:lnTo>
                      <a:pt x="271145" y="117348"/>
                    </a:lnTo>
                    <a:lnTo>
                      <a:pt x="542290" y="1173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32">
                <a:extLst>
                  <a:ext uri="{FF2B5EF4-FFF2-40B4-BE49-F238E27FC236}">
                    <a16:creationId xmlns:a16="http://schemas.microsoft.com/office/drawing/2014/main" id="{36C7B90B-AD2B-4133-D08D-A45A365E7538}"/>
                  </a:ext>
                </a:extLst>
              </p:cNvPr>
              <p:cNvSpPr/>
              <p:nvPr/>
            </p:nvSpPr>
            <p:spPr>
              <a:xfrm>
                <a:off x="3559683" y="3751135"/>
                <a:ext cx="346836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346836" h="27813" extrusionOk="0">
                    <a:moveTo>
                      <a:pt x="0" y="27813"/>
                    </a:moveTo>
                    <a:lnTo>
                      <a:pt x="343345" y="0"/>
                    </a:lnTo>
                    <a:lnTo>
                      <a:pt x="346837" y="278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32">
                <a:extLst>
                  <a:ext uri="{FF2B5EF4-FFF2-40B4-BE49-F238E27FC236}">
                    <a16:creationId xmlns:a16="http://schemas.microsoft.com/office/drawing/2014/main" id="{8F22E98C-DC24-3897-3410-68C7F64A4025}"/>
                  </a:ext>
                </a:extLst>
              </p:cNvPr>
              <p:cNvSpPr/>
              <p:nvPr/>
            </p:nvSpPr>
            <p:spPr>
              <a:xfrm>
                <a:off x="3477133" y="3809142"/>
                <a:ext cx="511873" cy="5057"/>
              </a:xfrm>
              <a:custGeom>
                <a:avLst/>
                <a:gdLst/>
                <a:ahLst/>
                <a:cxnLst/>
                <a:rect l="l" t="t" r="r" b="b"/>
                <a:pathLst>
                  <a:path w="511873" h="5057" extrusionOk="0">
                    <a:moveTo>
                      <a:pt x="511873" y="857"/>
                    </a:moveTo>
                    <a:cubicBezTo>
                      <a:pt x="364363" y="6255"/>
                      <a:pt x="211645" y="5874"/>
                      <a:pt x="64008" y="2953"/>
                    </a:cubicBezTo>
                    <a:cubicBezTo>
                      <a:pt x="42672" y="2254"/>
                      <a:pt x="21336" y="1810"/>
                      <a:pt x="0" y="857"/>
                    </a:cubicBezTo>
                    <a:cubicBezTo>
                      <a:pt x="125984" y="-286"/>
                      <a:pt x="386016" y="-286"/>
                      <a:pt x="511873" y="857"/>
                    </a:cubicBezTo>
                    <a:lnTo>
                      <a:pt x="511873" y="8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32">
                <a:extLst>
                  <a:ext uri="{FF2B5EF4-FFF2-40B4-BE49-F238E27FC236}">
                    <a16:creationId xmlns:a16="http://schemas.microsoft.com/office/drawing/2014/main" id="{7451357B-8DA3-C6B2-1082-1FA2C5D43A7A}"/>
                  </a:ext>
                </a:extLst>
              </p:cNvPr>
              <p:cNvSpPr/>
              <p:nvPr/>
            </p:nvSpPr>
            <p:spPr>
              <a:xfrm>
                <a:off x="3469132" y="3854942"/>
                <a:ext cx="527939" cy="5105"/>
              </a:xfrm>
              <a:custGeom>
                <a:avLst/>
                <a:gdLst/>
                <a:ahLst/>
                <a:cxnLst/>
                <a:rect l="l" t="t" r="r" b="b"/>
                <a:pathLst>
                  <a:path w="527939" h="5105" extrusionOk="0">
                    <a:moveTo>
                      <a:pt x="527939" y="905"/>
                    </a:moveTo>
                    <a:cubicBezTo>
                      <a:pt x="375793" y="6302"/>
                      <a:pt x="218249" y="5921"/>
                      <a:pt x="65977" y="3000"/>
                    </a:cubicBezTo>
                    <a:cubicBezTo>
                      <a:pt x="44005" y="2302"/>
                      <a:pt x="21971" y="1857"/>
                      <a:pt x="0" y="905"/>
                    </a:cubicBezTo>
                    <a:cubicBezTo>
                      <a:pt x="129921" y="-302"/>
                      <a:pt x="398082" y="-302"/>
                      <a:pt x="527939" y="905"/>
                    </a:cubicBezTo>
                    <a:lnTo>
                      <a:pt x="527939" y="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2" name="Google Shape;772;p32">
              <a:extLst>
                <a:ext uri="{FF2B5EF4-FFF2-40B4-BE49-F238E27FC236}">
                  <a16:creationId xmlns:a16="http://schemas.microsoft.com/office/drawing/2014/main" id="{C192F17E-A556-1D55-310D-B922C6F499E8}"/>
                </a:ext>
              </a:extLst>
            </p:cNvPr>
            <p:cNvGrpSpPr/>
            <p:nvPr/>
          </p:nvGrpSpPr>
          <p:grpSpPr>
            <a:xfrm>
              <a:off x="4619533" y="3984552"/>
              <a:ext cx="1013441" cy="1013503"/>
              <a:chOff x="-1916621" y="73660"/>
              <a:chExt cx="618744" cy="618744"/>
            </a:xfrm>
          </p:grpSpPr>
          <p:sp>
            <p:nvSpPr>
              <p:cNvPr id="773" name="Google Shape;773;p32">
                <a:extLst>
                  <a:ext uri="{FF2B5EF4-FFF2-40B4-BE49-F238E27FC236}">
                    <a16:creationId xmlns:a16="http://schemas.microsoft.com/office/drawing/2014/main" id="{FD950872-7164-0F46-9655-BF1A1E5B2956}"/>
                  </a:ext>
                </a:extLst>
              </p:cNvPr>
              <p:cNvSpPr/>
              <p:nvPr/>
            </p:nvSpPr>
            <p:spPr>
              <a:xfrm>
                <a:off x="-1916621" y="73660"/>
                <a:ext cx="618744" cy="618744"/>
              </a:xfrm>
              <a:custGeom>
                <a:avLst/>
                <a:gdLst/>
                <a:ahLst/>
                <a:cxnLst/>
                <a:rect l="l" t="t" r="r" b="b"/>
                <a:pathLst>
                  <a:path w="618744" h="618744" extrusionOk="0">
                    <a:moveTo>
                      <a:pt x="618744" y="309372"/>
                    </a:moveTo>
                    <a:cubicBezTo>
                      <a:pt x="618744" y="480233"/>
                      <a:pt x="480233" y="618744"/>
                      <a:pt x="309372" y="618744"/>
                    </a:cubicBezTo>
                    <a:cubicBezTo>
                      <a:pt x="138510" y="618744"/>
                      <a:pt x="0" y="480233"/>
                      <a:pt x="0" y="309372"/>
                    </a:cubicBezTo>
                    <a:cubicBezTo>
                      <a:pt x="0" y="138511"/>
                      <a:pt x="138511" y="0"/>
                      <a:pt x="309372" y="0"/>
                    </a:cubicBezTo>
                    <a:cubicBezTo>
                      <a:pt x="480234" y="0"/>
                      <a:pt x="618744" y="138511"/>
                      <a:pt x="618744" y="3093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32">
                <a:extLst>
                  <a:ext uri="{FF2B5EF4-FFF2-40B4-BE49-F238E27FC236}">
                    <a16:creationId xmlns:a16="http://schemas.microsoft.com/office/drawing/2014/main" id="{8556F680-5B37-9E45-9BD0-95DE6B83A718}"/>
                  </a:ext>
                </a:extLst>
              </p:cNvPr>
              <p:cNvSpPr/>
              <p:nvPr/>
            </p:nvSpPr>
            <p:spPr>
              <a:xfrm>
                <a:off x="-1916495" y="187325"/>
                <a:ext cx="618490" cy="418817"/>
              </a:xfrm>
              <a:custGeom>
                <a:avLst/>
                <a:gdLst/>
                <a:ahLst/>
                <a:cxnLst/>
                <a:rect l="l" t="t" r="r" b="b"/>
                <a:pathLst>
                  <a:path w="618490" h="418817" extrusionOk="0">
                    <a:moveTo>
                      <a:pt x="52514" y="368046"/>
                    </a:moveTo>
                    <a:cubicBezTo>
                      <a:pt x="215709" y="430403"/>
                      <a:pt x="403542" y="428625"/>
                      <a:pt x="566166" y="368491"/>
                    </a:cubicBezTo>
                    <a:cubicBezTo>
                      <a:pt x="444817" y="420370"/>
                      <a:pt x="307276" y="430339"/>
                      <a:pt x="178054" y="406654"/>
                    </a:cubicBezTo>
                    <a:cubicBezTo>
                      <a:pt x="134937" y="398335"/>
                      <a:pt x="92519" y="386143"/>
                      <a:pt x="52324" y="368491"/>
                    </a:cubicBezTo>
                    <a:close/>
                    <a:moveTo>
                      <a:pt x="8890" y="276034"/>
                    </a:moveTo>
                    <a:cubicBezTo>
                      <a:pt x="202121" y="338455"/>
                      <a:pt x="417132" y="336804"/>
                      <a:pt x="609727" y="276479"/>
                    </a:cubicBezTo>
                    <a:cubicBezTo>
                      <a:pt x="465710" y="328739"/>
                      <a:pt x="307531" y="338074"/>
                      <a:pt x="156655" y="314706"/>
                    </a:cubicBezTo>
                    <a:cubicBezTo>
                      <a:pt x="106362" y="306451"/>
                      <a:pt x="56515" y="294259"/>
                      <a:pt x="8763" y="276479"/>
                    </a:cubicBezTo>
                    <a:close/>
                    <a:moveTo>
                      <a:pt x="127" y="184022"/>
                    </a:moveTo>
                    <a:cubicBezTo>
                      <a:pt x="199390" y="246506"/>
                      <a:pt x="419926" y="244792"/>
                      <a:pt x="618490" y="184467"/>
                    </a:cubicBezTo>
                    <a:cubicBezTo>
                      <a:pt x="469900" y="236790"/>
                      <a:pt x="307594" y="245998"/>
                      <a:pt x="152337" y="222757"/>
                    </a:cubicBezTo>
                    <a:cubicBezTo>
                      <a:pt x="100585" y="214502"/>
                      <a:pt x="49276" y="202310"/>
                      <a:pt x="0" y="184467"/>
                    </a:cubicBezTo>
                    <a:close/>
                    <a:moveTo>
                      <a:pt x="16574" y="92011"/>
                    </a:moveTo>
                    <a:cubicBezTo>
                      <a:pt x="204534" y="154432"/>
                      <a:pt x="414782" y="152717"/>
                      <a:pt x="602107" y="92456"/>
                    </a:cubicBezTo>
                    <a:cubicBezTo>
                      <a:pt x="462026" y="144653"/>
                      <a:pt x="307467" y="154051"/>
                      <a:pt x="160401" y="130683"/>
                    </a:cubicBezTo>
                    <a:cubicBezTo>
                      <a:pt x="111379" y="122428"/>
                      <a:pt x="62801" y="110235"/>
                      <a:pt x="16383" y="92456"/>
                    </a:cubicBezTo>
                    <a:close/>
                    <a:moveTo>
                      <a:pt x="68326" y="0"/>
                    </a:moveTo>
                    <a:cubicBezTo>
                      <a:pt x="220600" y="62230"/>
                      <a:pt x="398653" y="60516"/>
                      <a:pt x="550291" y="445"/>
                    </a:cubicBezTo>
                    <a:cubicBezTo>
                      <a:pt x="437325" y="52197"/>
                      <a:pt x="307150" y="62421"/>
                      <a:pt x="185801" y="38545"/>
                    </a:cubicBezTo>
                    <a:cubicBezTo>
                      <a:pt x="145351" y="30226"/>
                      <a:pt x="105538" y="17971"/>
                      <a:pt x="68136" y="4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5" name="Google Shape;775;p32">
              <a:extLst>
                <a:ext uri="{FF2B5EF4-FFF2-40B4-BE49-F238E27FC236}">
                  <a16:creationId xmlns:a16="http://schemas.microsoft.com/office/drawing/2014/main" id="{555E31A6-A5BF-670C-A05D-40533F8CC17A}"/>
                </a:ext>
              </a:extLst>
            </p:cNvPr>
            <p:cNvGrpSpPr/>
            <p:nvPr/>
          </p:nvGrpSpPr>
          <p:grpSpPr>
            <a:xfrm>
              <a:off x="2073954" y="4522257"/>
              <a:ext cx="2088880" cy="475790"/>
              <a:chOff x="6160325" y="5213222"/>
              <a:chExt cx="982725" cy="223838"/>
            </a:xfrm>
          </p:grpSpPr>
          <p:sp>
            <p:nvSpPr>
              <p:cNvPr id="776" name="Google Shape;776;p32">
                <a:extLst>
                  <a:ext uri="{FF2B5EF4-FFF2-40B4-BE49-F238E27FC236}">
                    <a16:creationId xmlns:a16="http://schemas.microsoft.com/office/drawing/2014/main" id="{ED3A007C-4007-98D3-7D39-09922F8711AB}"/>
                  </a:ext>
                </a:extLst>
              </p:cNvPr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32">
                <a:extLst>
                  <a:ext uri="{FF2B5EF4-FFF2-40B4-BE49-F238E27FC236}">
                    <a16:creationId xmlns:a16="http://schemas.microsoft.com/office/drawing/2014/main" id="{A0638A46-F925-38A6-5F77-D4738186B3FE}"/>
                  </a:ext>
                </a:extLst>
              </p:cNvPr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32">
                <a:extLst>
                  <a:ext uri="{FF2B5EF4-FFF2-40B4-BE49-F238E27FC236}">
                    <a16:creationId xmlns:a16="http://schemas.microsoft.com/office/drawing/2014/main" id="{C918CC00-27DC-FCC9-E9BD-E278B7E52AF1}"/>
                  </a:ext>
                </a:extLst>
              </p:cNvPr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32">
                <a:extLst>
                  <a:ext uri="{FF2B5EF4-FFF2-40B4-BE49-F238E27FC236}">
                    <a16:creationId xmlns:a16="http://schemas.microsoft.com/office/drawing/2014/main" id="{F50B184E-0E72-E9C3-57CF-61AFCB94B90C}"/>
                  </a:ext>
                </a:extLst>
              </p:cNvPr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32">
                <a:extLst>
                  <a:ext uri="{FF2B5EF4-FFF2-40B4-BE49-F238E27FC236}">
                    <a16:creationId xmlns:a16="http://schemas.microsoft.com/office/drawing/2014/main" id="{D3C52424-2929-521F-8C6C-6525672CF763}"/>
                  </a:ext>
                </a:extLst>
              </p:cNvPr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1" name="Google Shape;781;p32">
            <a:extLst>
              <a:ext uri="{FF2B5EF4-FFF2-40B4-BE49-F238E27FC236}">
                <a16:creationId xmlns:a16="http://schemas.microsoft.com/office/drawing/2014/main" id="{BEC09984-47D9-6F77-1A23-4FF77B335BA6}"/>
              </a:ext>
            </a:extLst>
          </p:cNvPr>
          <p:cNvGrpSpPr/>
          <p:nvPr/>
        </p:nvGrpSpPr>
        <p:grpSpPr>
          <a:xfrm>
            <a:off x="6456400" y="1550300"/>
            <a:ext cx="467100" cy="467100"/>
            <a:chOff x="4123025" y="735300"/>
            <a:chExt cx="467100" cy="467100"/>
          </a:xfrm>
        </p:grpSpPr>
        <p:sp>
          <p:nvSpPr>
            <p:cNvPr id="782" name="Google Shape;782;p32">
              <a:extLst>
                <a:ext uri="{FF2B5EF4-FFF2-40B4-BE49-F238E27FC236}">
                  <a16:creationId xmlns:a16="http://schemas.microsoft.com/office/drawing/2014/main" id="{BD86533A-DE5B-58D6-5A22-1E32F25A1249}"/>
                </a:ext>
              </a:extLst>
            </p:cNvPr>
            <p:cNvSpPr/>
            <p:nvPr/>
          </p:nvSpPr>
          <p:spPr>
            <a:xfrm>
              <a:off x="4123025" y="735300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3" name="Google Shape;783;p32">
              <a:extLst>
                <a:ext uri="{FF2B5EF4-FFF2-40B4-BE49-F238E27FC236}">
                  <a16:creationId xmlns:a16="http://schemas.microsoft.com/office/drawing/2014/main" id="{8C15D7A5-31F9-6B5B-3A06-C6AD91E6748B}"/>
                </a:ext>
              </a:extLst>
            </p:cNvPr>
            <p:cNvSpPr/>
            <p:nvPr/>
          </p:nvSpPr>
          <p:spPr>
            <a:xfrm>
              <a:off x="4252475" y="864750"/>
              <a:ext cx="208200" cy="208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84" name="Google Shape;784;p32">
            <a:extLst>
              <a:ext uri="{FF2B5EF4-FFF2-40B4-BE49-F238E27FC236}">
                <a16:creationId xmlns:a16="http://schemas.microsoft.com/office/drawing/2014/main" id="{D73C65A7-B6A9-50AD-718A-CF025F308674}"/>
              </a:ext>
            </a:extLst>
          </p:cNvPr>
          <p:cNvGrpSpPr/>
          <p:nvPr/>
        </p:nvGrpSpPr>
        <p:grpSpPr>
          <a:xfrm>
            <a:off x="7376151" y="471676"/>
            <a:ext cx="332061" cy="332061"/>
            <a:chOff x="4252475" y="1680725"/>
            <a:chExt cx="467100" cy="467100"/>
          </a:xfrm>
        </p:grpSpPr>
        <p:sp>
          <p:nvSpPr>
            <p:cNvPr id="785" name="Google Shape;785;p32">
              <a:extLst>
                <a:ext uri="{FF2B5EF4-FFF2-40B4-BE49-F238E27FC236}">
                  <a16:creationId xmlns:a16="http://schemas.microsoft.com/office/drawing/2014/main" id="{F6DA5FFC-62B4-FFE9-B700-2EE6D7AFF240}"/>
                </a:ext>
              </a:extLst>
            </p:cNvPr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6" name="Google Shape;786;p32">
              <a:extLst>
                <a:ext uri="{FF2B5EF4-FFF2-40B4-BE49-F238E27FC236}">
                  <a16:creationId xmlns:a16="http://schemas.microsoft.com/office/drawing/2014/main" id="{E086E4EE-2723-8C39-078A-D5A8FBF64E01}"/>
                </a:ext>
              </a:extLst>
            </p:cNvPr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7" name="Google Shape;787;p32">
              <a:extLst>
                <a:ext uri="{FF2B5EF4-FFF2-40B4-BE49-F238E27FC236}">
                  <a16:creationId xmlns:a16="http://schemas.microsoft.com/office/drawing/2014/main" id="{F671F71C-5419-B109-EB44-F5F32771AA6F}"/>
                </a:ext>
              </a:extLst>
            </p:cNvPr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88" name="Google Shape;788;p32">
            <a:extLst>
              <a:ext uri="{FF2B5EF4-FFF2-40B4-BE49-F238E27FC236}">
                <a16:creationId xmlns:a16="http://schemas.microsoft.com/office/drawing/2014/main" id="{D2A8AC32-A026-A120-F919-39F1D9C0768B}"/>
              </a:ext>
            </a:extLst>
          </p:cNvPr>
          <p:cNvGrpSpPr/>
          <p:nvPr/>
        </p:nvGrpSpPr>
        <p:grpSpPr>
          <a:xfrm>
            <a:off x="5598030" y="886190"/>
            <a:ext cx="332061" cy="332015"/>
            <a:chOff x="4280525" y="2688025"/>
            <a:chExt cx="467100" cy="467100"/>
          </a:xfrm>
        </p:grpSpPr>
        <p:sp>
          <p:nvSpPr>
            <p:cNvPr id="789" name="Google Shape;789;p32">
              <a:extLst>
                <a:ext uri="{FF2B5EF4-FFF2-40B4-BE49-F238E27FC236}">
                  <a16:creationId xmlns:a16="http://schemas.microsoft.com/office/drawing/2014/main" id="{321D9F5D-D0D5-6C1A-AEC0-230CBE2512B0}"/>
                </a:ext>
              </a:extLst>
            </p:cNvPr>
            <p:cNvSpPr/>
            <p:nvPr/>
          </p:nvSpPr>
          <p:spPr>
            <a:xfrm>
              <a:off x="4280525" y="26880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0" name="Google Shape;790;p32">
              <a:extLst>
                <a:ext uri="{FF2B5EF4-FFF2-40B4-BE49-F238E27FC236}">
                  <a16:creationId xmlns:a16="http://schemas.microsoft.com/office/drawing/2014/main" id="{0253BBBC-731B-4958-81AA-4C4769637B03}"/>
                </a:ext>
              </a:extLst>
            </p:cNvPr>
            <p:cNvSpPr/>
            <p:nvPr/>
          </p:nvSpPr>
          <p:spPr>
            <a:xfrm>
              <a:off x="4409975" y="28174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791" name="Google Shape;791;p32">
            <a:extLst>
              <a:ext uri="{FF2B5EF4-FFF2-40B4-BE49-F238E27FC236}">
                <a16:creationId xmlns:a16="http://schemas.microsoft.com/office/drawing/2014/main" id="{C8863C3D-9E9B-8E78-482C-0764F4D2E331}"/>
              </a:ext>
            </a:extLst>
          </p:cNvPr>
          <p:cNvGrpSpPr/>
          <p:nvPr/>
        </p:nvGrpSpPr>
        <p:grpSpPr>
          <a:xfrm>
            <a:off x="3581826" y="2976676"/>
            <a:ext cx="332061" cy="332061"/>
            <a:chOff x="4252475" y="1680725"/>
            <a:chExt cx="467100" cy="467100"/>
          </a:xfrm>
        </p:grpSpPr>
        <p:sp>
          <p:nvSpPr>
            <p:cNvPr id="792" name="Google Shape;792;p32">
              <a:extLst>
                <a:ext uri="{FF2B5EF4-FFF2-40B4-BE49-F238E27FC236}">
                  <a16:creationId xmlns:a16="http://schemas.microsoft.com/office/drawing/2014/main" id="{9FBE8236-47B2-E5B6-A8E3-9BA69F10C60D}"/>
                </a:ext>
              </a:extLst>
            </p:cNvPr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3" name="Google Shape;793;p32">
              <a:extLst>
                <a:ext uri="{FF2B5EF4-FFF2-40B4-BE49-F238E27FC236}">
                  <a16:creationId xmlns:a16="http://schemas.microsoft.com/office/drawing/2014/main" id="{1AD83A1A-6B5D-7F83-6E33-27FDB352F7E3}"/>
                </a:ext>
              </a:extLst>
            </p:cNvPr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94" name="Google Shape;794;p32">
              <a:extLst>
                <a:ext uri="{FF2B5EF4-FFF2-40B4-BE49-F238E27FC236}">
                  <a16:creationId xmlns:a16="http://schemas.microsoft.com/office/drawing/2014/main" id="{AD742AE1-ACB7-C8B7-E686-196B0D334212}"/>
                </a:ext>
              </a:extLst>
            </p:cNvPr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2609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graphicFrame>
        <p:nvGraphicFramePr>
          <p:cNvPr id="903" name="Google Shape;903;p39"/>
          <p:cNvGraphicFramePr/>
          <p:nvPr>
            <p:extLst>
              <p:ext uri="{D42A27DB-BD31-4B8C-83A1-F6EECF244321}">
                <p14:modId xmlns:p14="http://schemas.microsoft.com/office/powerpoint/2010/main" val="2096743328"/>
              </p:ext>
            </p:extLst>
          </p:nvPr>
        </p:nvGraphicFramePr>
        <p:xfrm>
          <a:off x="719963" y="1314010"/>
          <a:ext cx="7883520" cy="3337550"/>
        </p:xfrm>
        <a:graphic>
          <a:graphicData uri="http://schemas.openxmlformats.org/drawingml/2006/table">
            <a:tbl>
              <a:tblPr>
                <a:noFill/>
                <a:tableStyleId>{C096C483-CD4B-4816-8AA2-AF20753F3727}</a:tableStyleId>
              </a:tblPr>
              <a:tblGrid>
                <a:gridCol w="101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2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Name</a:t>
                      </a:r>
                      <a:endParaRPr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FR-01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scheduling feature must generate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a workout schedule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that fits the user’s availability and fitness goals</a:t>
                      </a:r>
                      <a:endParaRPr lang="en" sz="1000" b="0" i="0" u="none" strike="noStrike" noProof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FR-02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knowledge base must support filtering of workout content based on user-selected criteria.</a:t>
                      </a:r>
                      <a:endParaRPr lang="en-US" sz="1000">
                        <a:latin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FR-03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system must support the creation of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a local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user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account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for storing personal workout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data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.</a:t>
                      </a:r>
                      <a:endParaRPr lang="en-US" sz="1000">
                        <a:latin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FR-04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The chatbot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feature must provide workout-related assistance based on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  <a:sym typeface="Fira Sans"/>
                        </a:rPr>
                        <a:t>user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Fira Sans"/>
                        </a:rPr>
                        <a:t>input and stored data.</a:t>
                      </a:r>
                      <a:endParaRPr lang="en-US" sz="1000">
                        <a:latin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FR-05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The user must be able to configure preferences within the app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FR-06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The app must track progress through completed workouts defined by user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FR-07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The AI chat must adapt to user workout progress providing harder or more challenging exercises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FR-08</a:t>
                      </a:r>
                      <a:endParaRPr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The user must be able to delete their account and it be wiped from the database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2657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8667-962E-FF7A-3F7D-D8E27628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075" y="2371900"/>
            <a:ext cx="4088700" cy="1521041"/>
          </a:xfrm>
        </p:spPr>
        <p:txBody>
          <a:bodyPr/>
          <a:lstStyle/>
          <a:p>
            <a:r>
              <a:rPr lang="en-US"/>
              <a:t>Nonfunctional Requirements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129837-AFC5-A6B4-D5CE-89B59CEBB32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/>
              <a:t>05</a:t>
            </a:r>
          </a:p>
        </p:txBody>
      </p:sp>
      <p:pic>
        <p:nvPicPr>
          <p:cNvPr id="5" name="Picture Placeholder 4" descr="A ball on the floor&#10;&#10;AI-generated content may be incorrect.">
            <a:extLst>
              <a:ext uri="{FF2B5EF4-FFF2-40B4-BE49-F238E27FC236}">
                <a16:creationId xmlns:a16="http://schemas.microsoft.com/office/drawing/2014/main" id="{93E1FB1E-6AD1-2E24-8C15-DF57251A4957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41444" t="534" r="7487" b="-356"/>
          <a:stretch>
            <a:fillRect/>
          </a:stretch>
        </p:blipFill>
        <p:spPr>
          <a:xfrm>
            <a:off x="666763" y="539500"/>
            <a:ext cx="2767515" cy="4057170"/>
          </a:xfrm>
          <a:prstGeom prst="rect">
            <a:avLst/>
          </a:prstGeom>
          <a:noFill/>
          <a:ln w="9525" cap="flat" cmpd="sng">
            <a:solidFill>
              <a:srgbClr val="2C2A26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8280000" algn="bl" rotWithShape="0">
              <a:srgbClr val="2C2A26"/>
            </a:outerShdw>
          </a:effectLst>
        </p:spPr>
      </p:pic>
    </p:spTree>
    <p:extLst>
      <p:ext uri="{BB962C8B-B14F-4D97-AF65-F5344CB8AC3E}">
        <p14:creationId xmlns:p14="http://schemas.microsoft.com/office/powerpoint/2010/main" val="404490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671C924E-AAD4-1014-384B-93FE2B6B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9">
            <a:extLst>
              <a:ext uri="{FF2B5EF4-FFF2-40B4-BE49-F238E27FC236}">
                <a16:creationId xmlns:a16="http://schemas.microsoft.com/office/drawing/2014/main" id="{292E77DA-EB74-0973-9FD0-6ABD3881F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Nonfunctional requirements</a:t>
            </a:r>
            <a:endParaRPr/>
          </a:p>
        </p:txBody>
      </p:sp>
      <p:graphicFrame>
        <p:nvGraphicFramePr>
          <p:cNvPr id="903" name="Google Shape;903;p39">
            <a:extLst>
              <a:ext uri="{FF2B5EF4-FFF2-40B4-BE49-F238E27FC236}">
                <a16:creationId xmlns:a16="http://schemas.microsoft.com/office/drawing/2014/main" id="{7776EBDB-730A-FDE6-24DF-12351C2D0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805619"/>
              </p:ext>
            </p:extLst>
          </p:nvPr>
        </p:nvGraphicFramePr>
        <p:xfrm>
          <a:off x="502481" y="1478602"/>
          <a:ext cx="8142335" cy="2940399"/>
        </p:xfrm>
        <a:graphic>
          <a:graphicData uri="http://schemas.openxmlformats.org/drawingml/2006/table">
            <a:tbl>
              <a:tblPr>
                <a:noFill/>
                <a:tableStyleId>{C096C483-CD4B-4816-8AA2-AF20753F3727}</a:tableStyleId>
              </a:tblPr>
              <a:tblGrid>
                <a:gridCol w="937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48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51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Name</a:t>
                      </a:r>
                      <a:endParaRPr sz="1600">
                        <a:solidFill>
                          <a:schemeClr val="dk1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NFR-01</a:t>
                      </a:r>
                      <a:endParaRPr lang="en-US"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" sz="1200">
                          <a:latin typeface="Fira Sans"/>
                        </a:rPr>
                        <a:t>UI </a:t>
                      </a:r>
                      <a:r>
                        <a:rPr lang="en" sz="1200">
                          <a:latin typeface="Fira Sans"/>
                          <a:sym typeface="Fira Sans"/>
                        </a:rPr>
                        <a:t>must be </a:t>
                      </a:r>
                      <a:r>
                        <a:rPr lang="en" sz="1200">
                          <a:latin typeface="Fira Sans"/>
                        </a:rPr>
                        <a:t>easy </a:t>
                      </a:r>
                      <a:r>
                        <a:rPr lang="en" sz="1200">
                          <a:latin typeface="Fira Sans"/>
                          <a:sym typeface="Fira Sans"/>
                        </a:rPr>
                        <a:t>to </a:t>
                      </a:r>
                      <a:r>
                        <a:rPr lang="en" sz="1200">
                          <a:latin typeface="Fira Sans"/>
                        </a:rPr>
                        <a:t>navigate through and use-friendly </a:t>
                      </a:r>
                      <a:endParaRPr lang="en" sz="1200"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NFR-02</a:t>
                      </a:r>
                      <a:endParaRPr lang="en-US"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" sz="1200">
                          <a:latin typeface="Fira Sans"/>
                        </a:rPr>
                        <a:t>system </a:t>
                      </a:r>
                      <a:r>
                        <a:rPr lang="en" sz="1200">
                          <a:latin typeface="Fira Sans"/>
                          <a:sym typeface="Fira Sans"/>
                        </a:rPr>
                        <a:t>must </a:t>
                      </a:r>
                      <a:r>
                        <a:rPr lang="en" sz="1200">
                          <a:latin typeface="Fira Sans"/>
                        </a:rPr>
                        <a:t>load search results quickly </a:t>
                      </a:r>
                      <a:endParaRPr lang="en-US" sz="1200">
                        <a:latin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NFR-03</a:t>
                      </a:r>
                      <a:endParaRPr lang="en-US"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" sz="1200">
                          <a:latin typeface="Fira Sans"/>
                        </a:rPr>
                        <a:t>app </a:t>
                      </a:r>
                      <a:r>
                        <a:rPr lang="en" sz="1200">
                          <a:latin typeface="Fira Sans"/>
                          <a:sym typeface="Fira Sans"/>
                        </a:rPr>
                        <a:t>must be </a:t>
                      </a:r>
                      <a:r>
                        <a:rPr lang="en" sz="1200">
                          <a:latin typeface="Fira Sans"/>
                        </a:rPr>
                        <a:t>quick </a:t>
                      </a:r>
                      <a:r>
                        <a:rPr lang="en" sz="1200">
                          <a:latin typeface="Fira Sans"/>
                          <a:sym typeface="Fira Sans"/>
                        </a:rPr>
                        <a:t>to </a:t>
                      </a:r>
                      <a:r>
                        <a:rPr lang="en" sz="1200">
                          <a:latin typeface="Fira Sans"/>
                        </a:rPr>
                        <a:t>load </a:t>
                      </a:r>
                      <a:endParaRPr lang="en-US" sz="1200">
                        <a:latin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NFR-04</a:t>
                      </a:r>
                      <a:endParaRPr lang="en-US"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"/>
                          <a:sym typeface="Fira Sans"/>
                        </a:rPr>
                        <a:t>The </a:t>
                      </a:r>
                      <a:r>
                        <a:rPr lang="en" sz="1200">
                          <a:latin typeface="Fira Sans"/>
                        </a:rPr>
                        <a:t>app </a:t>
                      </a:r>
                      <a:r>
                        <a:rPr lang="en" sz="1200">
                          <a:latin typeface="Fira Sans"/>
                          <a:sym typeface="Fira Sans"/>
                        </a:rPr>
                        <a:t>must be </a:t>
                      </a:r>
                      <a:r>
                        <a:rPr lang="en" sz="1200">
                          <a:latin typeface="Fira Sans"/>
                        </a:rPr>
                        <a:t>reliable </a:t>
                      </a:r>
                      <a:endParaRPr lang="en-US" sz="1200">
                        <a:latin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NFR-05</a:t>
                      </a:r>
                      <a:endParaRPr lang="en-US"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Fira Sans"/>
                          <a:sym typeface="Fira Sans"/>
                        </a:rPr>
                        <a:t>The app</a:t>
                      </a:r>
                      <a:r>
                        <a:rPr lang="en-US" sz="1200">
                          <a:latin typeface="Fira Sans"/>
                        </a:rPr>
                        <a:t> must secure user’s personal information</a:t>
                      </a:r>
                      <a:endParaRPr lang="en-US" sz="1200">
                        <a:latin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</a:rPr>
                        <a:t>NFR-06</a:t>
                      </a:r>
                      <a:endParaRPr lang="en-US" sz="12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Fira Sans"/>
                          <a:sym typeface="Fira Sans"/>
                        </a:rPr>
                        <a:t>The app must </a:t>
                      </a:r>
                      <a:r>
                        <a:rPr lang="en-US" sz="1200">
                          <a:latin typeface="Fira Sans"/>
                        </a:rPr>
                        <a:t>be able to be installed on a phone </a:t>
                      </a:r>
                      <a:endParaRPr lang="en-US" sz="1200">
                        <a:latin typeface="Fira Sans"/>
                        <a:sym typeface="Fira San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097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7"/>
          <p:cNvSpPr txBox="1">
            <a:spLocks noGrp="1"/>
          </p:cNvSpPr>
          <p:nvPr>
            <p:ph type="title"/>
          </p:nvPr>
        </p:nvSpPr>
        <p:spPr>
          <a:xfrm>
            <a:off x="3946956" y="1461044"/>
            <a:ext cx="44481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081" name="Google Shape;1081;p47"/>
          <p:cNvGrpSpPr/>
          <p:nvPr/>
        </p:nvGrpSpPr>
        <p:grpSpPr>
          <a:xfrm>
            <a:off x="8388784" y="-2020772"/>
            <a:ext cx="589242" cy="134213"/>
            <a:chOff x="6160325" y="5213222"/>
            <a:chExt cx="982725" cy="223838"/>
          </a:xfrm>
        </p:grpSpPr>
        <p:sp>
          <p:nvSpPr>
            <p:cNvPr id="1082" name="Google Shape;1082;p47"/>
            <p:cNvSpPr/>
            <p:nvPr/>
          </p:nvSpPr>
          <p:spPr>
            <a:xfrm>
              <a:off x="6160325" y="5213540"/>
              <a:ext cx="77597" cy="223520"/>
            </a:xfrm>
            <a:custGeom>
              <a:avLst/>
              <a:gdLst/>
              <a:ahLst/>
              <a:cxnLst/>
              <a:rect l="l" t="t" r="r" b="b"/>
              <a:pathLst>
                <a:path w="77597" h="223520" extrusionOk="0">
                  <a:moveTo>
                    <a:pt x="77597" y="111760"/>
                  </a:moveTo>
                  <a:cubicBezTo>
                    <a:pt x="77597" y="173483"/>
                    <a:pt x="60226" y="223520"/>
                    <a:pt x="38798" y="223520"/>
                  </a:cubicBezTo>
                  <a:cubicBezTo>
                    <a:pt x="17371" y="223520"/>
                    <a:pt x="0" y="173483"/>
                    <a:pt x="0" y="111760"/>
                  </a:cubicBezTo>
                  <a:cubicBezTo>
                    <a:pt x="0" y="50037"/>
                    <a:pt x="17371" y="0"/>
                    <a:pt x="38798" y="0"/>
                  </a:cubicBezTo>
                  <a:cubicBezTo>
                    <a:pt x="60226" y="0"/>
                    <a:pt x="77597" y="50037"/>
                    <a:pt x="77597" y="1117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6199124" y="5213540"/>
              <a:ext cx="905128" cy="223456"/>
            </a:xfrm>
            <a:custGeom>
              <a:avLst/>
              <a:gdLst/>
              <a:ahLst/>
              <a:cxnLst/>
              <a:rect l="l" t="t" r="r" b="b"/>
              <a:pathLst>
                <a:path w="905128" h="223456" extrusionOk="0">
                  <a:moveTo>
                    <a:pt x="0" y="0"/>
                  </a:moveTo>
                  <a:lnTo>
                    <a:pt x="905129" y="0"/>
                  </a:lnTo>
                  <a:lnTo>
                    <a:pt x="905129" y="223457"/>
                  </a:lnTo>
                  <a:lnTo>
                    <a:pt x="0" y="2234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7"/>
            <p:cNvSpPr/>
            <p:nvPr/>
          </p:nvSpPr>
          <p:spPr>
            <a:xfrm>
              <a:off x="7065454" y="5213540"/>
              <a:ext cx="77596" cy="223520"/>
            </a:xfrm>
            <a:custGeom>
              <a:avLst/>
              <a:gdLst/>
              <a:ahLst/>
              <a:cxnLst/>
              <a:rect l="l" t="t" r="r" b="b"/>
              <a:pathLst>
                <a:path w="77596" h="223520" extrusionOk="0">
                  <a:moveTo>
                    <a:pt x="77597" y="111760"/>
                  </a:moveTo>
                  <a:cubicBezTo>
                    <a:pt x="77597" y="173483"/>
                    <a:pt x="60226" y="223520"/>
                    <a:pt x="38799" y="223520"/>
                  </a:cubicBezTo>
                  <a:cubicBezTo>
                    <a:pt x="17371" y="223520"/>
                    <a:pt x="0" y="173483"/>
                    <a:pt x="0" y="111760"/>
                  </a:cubicBezTo>
                  <a:cubicBezTo>
                    <a:pt x="0" y="50037"/>
                    <a:pt x="17371" y="0"/>
                    <a:pt x="38799" y="0"/>
                  </a:cubicBezTo>
                  <a:cubicBezTo>
                    <a:pt x="60227" y="0"/>
                    <a:pt x="77597" y="50037"/>
                    <a:pt x="77597" y="1117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7"/>
            <p:cNvSpPr/>
            <p:nvPr/>
          </p:nvSpPr>
          <p:spPr>
            <a:xfrm>
              <a:off x="7073895" y="5213222"/>
              <a:ext cx="60984" cy="199176"/>
            </a:xfrm>
            <a:custGeom>
              <a:avLst/>
              <a:gdLst/>
              <a:ahLst/>
              <a:cxnLst/>
              <a:rect l="l" t="t" r="r" b="b"/>
              <a:pathLst>
                <a:path w="60984" h="199176" extrusionOk="0">
                  <a:moveTo>
                    <a:pt x="30358" y="572"/>
                  </a:moveTo>
                  <a:cubicBezTo>
                    <a:pt x="18420" y="1778"/>
                    <a:pt x="13086" y="20574"/>
                    <a:pt x="10037" y="30353"/>
                  </a:cubicBezTo>
                  <a:cubicBezTo>
                    <a:pt x="830" y="67501"/>
                    <a:pt x="830" y="106871"/>
                    <a:pt x="6672" y="144526"/>
                  </a:cubicBezTo>
                  <a:cubicBezTo>
                    <a:pt x="8324" y="156274"/>
                    <a:pt x="20896" y="212979"/>
                    <a:pt x="38612" y="189484"/>
                  </a:cubicBezTo>
                  <a:cubicBezTo>
                    <a:pt x="56773" y="163386"/>
                    <a:pt x="60584" y="91630"/>
                    <a:pt x="52646" y="60833"/>
                  </a:cubicBezTo>
                  <a:cubicBezTo>
                    <a:pt x="46677" y="37465"/>
                    <a:pt x="33088" y="34036"/>
                    <a:pt x="22547" y="57150"/>
                  </a:cubicBezTo>
                  <a:cubicBezTo>
                    <a:pt x="17849" y="68390"/>
                    <a:pt x="15943" y="81090"/>
                    <a:pt x="15436" y="93663"/>
                  </a:cubicBezTo>
                  <a:cubicBezTo>
                    <a:pt x="15054" y="109284"/>
                    <a:pt x="16134" y="125476"/>
                    <a:pt x="21848" y="140081"/>
                  </a:cubicBezTo>
                  <a:cubicBezTo>
                    <a:pt x="32390" y="164084"/>
                    <a:pt x="41534" y="139827"/>
                    <a:pt x="43438" y="126302"/>
                  </a:cubicBezTo>
                  <a:cubicBezTo>
                    <a:pt x="45534" y="112522"/>
                    <a:pt x="47439" y="86551"/>
                    <a:pt x="38612" y="75184"/>
                  </a:cubicBezTo>
                  <a:cubicBezTo>
                    <a:pt x="37533" y="74041"/>
                    <a:pt x="36136" y="73279"/>
                    <a:pt x="34548" y="73216"/>
                  </a:cubicBezTo>
                  <a:lnTo>
                    <a:pt x="34548" y="72771"/>
                  </a:lnTo>
                  <a:cubicBezTo>
                    <a:pt x="49090" y="74486"/>
                    <a:pt x="47186" y="115634"/>
                    <a:pt x="45280" y="126555"/>
                  </a:cubicBezTo>
                  <a:cubicBezTo>
                    <a:pt x="44264" y="132905"/>
                    <a:pt x="42931" y="139319"/>
                    <a:pt x="40010" y="145161"/>
                  </a:cubicBezTo>
                  <a:cubicBezTo>
                    <a:pt x="38549" y="147955"/>
                    <a:pt x="36644" y="150940"/>
                    <a:pt x="33469" y="152210"/>
                  </a:cubicBezTo>
                  <a:cubicBezTo>
                    <a:pt x="23182" y="155067"/>
                    <a:pt x="18483" y="139383"/>
                    <a:pt x="16261" y="131953"/>
                  </a:cubicBezTo>
                  <a:cubicBezTo>
                    <a:pt x="10355" y="107315"/>
                    <a:pt x="9847" y="79502"/>
                    <a:pt x="19118" y="55626"/>
                  </a:cubicBezTo>
                  <a:cubicBezTo>
                    <a:pt x="23436" y="44133"/>
                    <a:pt x="36961" y="29528"/>
                    <a:pt x="48328" y="42291"/>
                  </a:cubicBezTo>
                  <a:cubicBezTo>
                    <a:pt x="56711" y="52451"/>
                    <a:pt x="58551" y="66167"/>
                    <a:pt x="60075" y="78804"/>
                  </a:cubicBezTo>
                  <a:cubicBezTo>
                    <a:pt x="62743" y="110871"/>
                    <a:pt x="60330" y="164973"/>
                    <a:pt x="42042" y="191897"/>
                  </a:cubicBezTo>
                  <a:cubicBezTo>
                    <a:pt x="30675" y="207264"/>
                    <a:pt x="18928" y="195517"/>
                    <a:pt x="13403" y="182309"/>
                  </a:cubicBezTo>
                  <a:cubicBezTo>
                    <a:pt x="3307" y="158433"/>
                    <a:pt x="894" y="132143"/>
                    <a:pt x="68" y="106490"/>
                  </a:cubicBezTo>
                  <a:cubicBezTo>
                    <a:pt x="-186" y="93599"/>
                    <a:pt x="259" y="80709"/>
                    <a:pt x="1592" y="67818"/>
                  </a:cubicBezTo>
                  <a:cubicBezTo>
                    <a:pt x="3815" y="48705"/>
                    <a:pt x="6862" y="29083"/>
                    <a:pt x="16007" y="11874"/>
                  </a:cubicBezTo>
                  <a:cubicBezTo>
                    <a:pt x="19118" y="6477"/>
                    <a:pt x="23563" y="191"/>
                    <a:pt x="30485" y="0"/>
                  </a:cubicBezTo>
                  <a:cubicBezTo>
                    <a:pt x="30358" y="127"/>
                    <a:pt x="30358" y="572"/>
                    <a:pt x="30358" y="572"/>
                  </a:cubicBezTo>
                  <a:lnTo>
                    <a:pt x="30358" y="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6174740" y="5236250"/>
              <a:ext cx="499491" cy="4388"/>
            </a:xfrm>
            <a:custGeom>
              <a:avLst/>
              <a:gdLst/>
              <a:ahLst/>
              <a:cxnLst/>
              <a:rect l="l" t="t" r="r" b="b"/>
              <a:pathLst>
                <a:path w="499491" h="4388" extrusionOk="0">
                  <a:moveTo>
                    <a:pt x="0" y="1992"/>
                  </a:moveTo>
                  <a:cubicBezTo>
                    <a:pt x="147447" y="1674"/>
                    <a:pt x="354203" y="-2326"/>
                    <a:pt x="499491" y="1992"/>
                  </a:cubicBezTo>
                  <a:cubicBezTo>
                    <a:pt x="499491" y="1992"/>
                    <a:pt x="499491" y="2436"/>
                    <a:pt x="499491" y="2436"/>
                  </a:cubicBezTo>
                  <a:cubicBezTo>
                    <a:pt x="355282" y="6246"/>
                    <a:pt x="145351" y="3579"/>
                    <a:pt x="0" y="1992"/>
                  </a:cubicBezTo>
                  <a:lnTo>
                    <a:pt x="0" y="19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7" name="Google Shape;1087;p47"/>
          <p:cNvGrpSpPr/>
          <p:nvPr/>
        </p:nvGrpSpPr>
        <p:grpSpPr>
          <a:xfrm>
            <a:off x="10445774" y="-2167827"/>
            <a:ext cx="370999" cy="370999"/>
            <a:chOff x="-1916621" y="73660"/>
            <a:chExt cx="618744" cy="618744"/>
          </a:xfrm>
        </p:grpSpPr>
        <p:sp>
          <p:nvSpPr>
            <p:cNvPr id="1088" name="Google Shape;1088;p47"/>
            <p:cNvSpPr/>
            <p:nvPr/>
          </p:nvSpPr>
          <p:spPr>
            <a:xfrm>
              <a:off x="-1916621" y="73660"/>
              <a:ext cx="618744" cy="618744"/>
            </a:xfrm>
            <a:custGeom>
              <a:avLst/>
              <a:gdLst/>
              <a:ahLst/>
              <a:cxnLst/>
              <a:rect l="l" t="t" r="r" b="b"/>
              <a:pathLst>
                <a:path w="618744" h="618744" extrusionOk="0">
                  <a:moveTo>
                    <a:pt x="618744" y="309372"/>
                  </a:moveTo>
                  <a:cubicBezTo>
                    <a:pt x="618744" y="480233"/>
                    <a:pt x="480233" y="618744"/>
                    <a:pt x="309372" y="618744"/>
                  </a:cubicBezTo>
                  <a:cubicBezTo>
                    <a:pt x="138510" y="618744"/>
                    <a:pt x="0" y="480233"/>
                    <a:pt x="0" y="309372"/>
                  </a:cubicBezTo>
                  <a:cubicBezTo>
                    <a:pt x="0" y="138511"/>
                    <a:pt x="138511" y="0"/>
                    <a:pt x="309372" y="0"/>
                  </a:cubicBezTo>
                  <a:cubicBezTo>
                    <a:pt x="480234" y="0"/>
                    <a:pt x="618744" y="138511"/>
                    <a:pt x="618744" y="30937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-1916495" y="187325"/>
              <a:ext cx="618490" cy="418817"/>
            </a:xfrm>
            <a:custGeom>
              <a:avLst/>
              <a:gdLst/>
              <a:ahLst/>
              <a:cxnLst/>
              <a:rect l="l" t="t" r="r" b="b"/>
              <a:pathLst>
                <a:path w="618490" h="418817" extrusionOk="0">
                  <a:moveTo>
                    <a:pt x="52514" y="368046"/>
                  </a:moveTo>
                  <a:cubicBezTo>
                    <a:pt x="215709" y="430403"/>
                    <a:pt x="403542" y="428625"/>
                    <a:pt x="566166" y="368491"/>
                  </a:cubicBezTo>
                  <a:cubicBezTo>
                    <a:pt x="444817" y="420370"/>
                    <a:pt x="307276" y="430339"/>
                    <a:pt x="178054" y="406654"/>
                  </a:cubicBezTo>
                  <a:cubicBezTo>
                    <a:pt x="134937" y="398335"/>
                    <a:pt x="92519" y="386143"/>
                    <a:pt x="52324" y="368491"/>
                  </a:cubicBezTo>
                  <a:close/>
                  <a:moveTo>
                    <a:pt x="8890" y="276034"/>
                  </a:moveTo>
                  <a:cubicBezTo>
                    <a:pt x="202121" y="338455"/>
                    <a:pt x="417132" y="336804"/>
                    <a:pt x="609727" y="276479"/>
                  </a:cubicBezTo>
                  <a:cubicBezTo>
                    <a:pt x="465710" y="328739"/>
                    <a:pt x="307531" y="338074"/>
                    <a:pt x="156655" y="314706"/>
                  </a:cubicBezTo>
                  <a:cubicBezTo>
                    <a:pt x="106362" y="306451"/>
                    <a:pt x="56515" y="294259"/>
                    <a:pt x="8763" y="276479"/>
                  </a:cubicBezTo>
                  <a:close/>
                  <a:moveTo>
                    <a:pt x="127" y="184022"/>
                  </a:moveTo>
                  <a:cubicBezTo>
                    <a:pt x="199390" y="246506"/>
                    <a:pt x="419926" y="244792"/>
                    <a:pt x="618490" y="184467"/>
                  </a:cubicBezTo>
                  <a:cubicBezTo>
                    <a:pt x="469900" y="236790"/>
                    <a:pt x="307594" y="245998"/>
                    <a:pt x="152337" y="222757"/>
                  </a:cubicBezTo>
                  <a:cubicBezTo>
                    <a:pt x="100585" y="214502"/>
                    <a:pt x="49276" y="202310"/>
                    <a:pt x="0" y="184467"/>
                  </a:cubicBezTo>
                  <a:close/>
                  <a:moveTo>
                    <a:pt x="16574" y="92011"/>
                  </a:moveTo>
                  <a:cubicBezTo>
                    <a:pt x="204534" y="154432"/>
                    <a:pt x="414782" y="152717"/>
                    <a:pt x="602107" y="92456"/>
                  </a:cubicBezTo>
                  <a:cubicBezTo>
                    <a:pt x="462026" y="144653"/>
                    <a:pt x="307467" y="154051"/>
                    <a:pt x="160401" y="130683"/>
                  </a:cubicBezTo>
                  <a:cubicBezTo>
                    <a:pt x="111379" y="122428"/>
                    <a:pt x="62801" y="110235"/>
                    <a:pt x="16383" y="92456"/>
                  </a:cubicBezTo>
                  <a:close/>
                  <a:moveTo>
                    <a:pt x="68326" y="0"/>
                  </a:moveTo>
                  <a:cubicBezTo>
                    <a:pt x="220600" y="62230"/>
                    <a:pt x="398653" y="60516"/>
                    <a:pt x="550291" y="445"/>
                  </a:cubicBezTo>
                  <a:cubicBezTo>
                    <a:pt x="437325" y="52197"/>
                    <a:pt x="307150" y="62421"/>
                    <a:pt x="185801" y="38545"/>
                  </a:cubicBezTo>
                  <a:cubicBezTo>
                    <a:pt x="145351" y="30226"/>
                    <a:pt x="105538" y="17971"/>
                    <a:pt x="68136" y="4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47"/>
          <p:cNvGrpSpPr/>
          <p:nvPr/>
        </p:nvGrpSpPr>
        <p:grpSpPr>
          <a:xfrm>
            <a:off x="8834186" y="-3287511"/>
            <a:ext cx="435462" cy="246939"/>
            <a:chOff x="6150313" y="4183467"/>
            <a:chExt cx="726255" cy="411840"/>
          </a:xfrm>
        </p:grpSpPr>
        <p:sp>
          <p:nvSpPr>
            <p:cNvPr id="1091" name="Google Shape;1091;p47"/>
            <p:cNvSpPr/>
            <p:nvPr/>
          </p:nvSpPr>
          <p:spPr>
            <a:xfrm>
              <a:off x="6397561" y="4183467"/>
              <a:ext cx="231520" cy="108180"/>
            </a:xfrm>
            <a:custGeom>
              <a:avLst/>
              <a:gdLst/>
              <a:ahLst/>
              <a:cxnLst/>
              <a:rect l="l" t="t" r="r" b="b"/>
              <a:pathLst>
                <a:path w="231520" h="108180" extrusionOk="0">
                  <a:moveTo>
                    <a:pt x="0" y="108180"/>
                  </a:moveTo>
                  <a:lnTo>
                    <a:pt x="41466" y="108180"/>
                  </a:lnTo>
                  <a:cubicBezTo>
                    <a:pt x="41466" y="108180"/>
                    <a:pt x="47816" y="13629"/>
                    <a:pt x="115760" y="13629"/>
                  </a:cubicBezTo>
                  <a:lnTo>
                    <a:pt x="115760" y="13629"/>
                  </a:lnTo>
                  <a:cubicBezTo>
                    <a:pt x="183706" y="13629"/>
                    <a:pt x="190056" y="108180"/>
                    <a:pt x="190056" y="108180"/>
                  </a:cubicBezTo>
                  <a:lnTo>
                    <a:pt x="231521" y="108180"/>
                  </a:lnTo>
                  <a:cubicBezTo>
                    <a:pt x="231521" y="-36092"/>
                    <a:pt x="0" y="-36028"/>
                    <a:pt x="0" y="1081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6150313" y="4291647"/>
              <a:ext cx="726255" cy="303466"/>
            </a:xfrm>
            <a:custGeom>
              <a:avLst/>
              <a:gdLst/>
              <a:ahLst/>
              <a:cxnLst/>
              <a:rect l="l" t="t" r="r" b="b"/>
              <a:pathLst>
                <a:path w="726255" h="303466" extrusionOk="0">
                  <a:moveTo>
                    <a:pt x="684573" y="74803"/>
                  </a:moveTo>
                  <a:cubicBezTo>
                    <a:pt x="662538" y="28893"/>
                    <a:pt x="618152" y="0"/>
                    <a:pt x="569702" y="0"/>
                  </a:cubicBezTo>
                  <a:lnTo>
                    <a:pt x="363072" y="0"/>
                  </a:lnTo>
                  <a:lnTo>
                    <a:pt x="156443" y="0"/>
                  </a:lnTo>
                  <a:cubicBezTo>
                    <a:pt x="107993" y="0"/>
                    <a:pt x="63543" y="28893"/>
                    <a:pt x="41572" y="74803"/>
                  </a:cubicBezTo>
                  <a:cubicBezTo>
                    <a:pt x="4171" y="152718"/>
                    <a:pt x="-529" y="233426"/>
                    <a:pt x="43" y="274955"/>
                  </a:cubicBezTo>
                  <a:cubicBezTo>
                    <a:pt x="234" y="290767"/>
                    <a:pt x="12362" y="303467"/>
                    <a:pt x="27284" y="303467"/>
                  </a:cubicBezTo>
                  <a:lnTo>
                    <a:pt x="363136" y="303467"/>
                  </a:lnTo>
                  <a:lnTo>
                    <a:pt x="698987" y="303467"/>
                  </a:lnTo>
                  <a:cubicBezTo>
                    <a:pt x="713846" y="303467"/>
                    <a:pt x="725975" y="290767"/>
                    <a:pt x="726229" y="274955"/>
                  </a:cubicBezTo>
                  <a:cubicBezTo>
                    <a:pt x="726673" y="233426"/>
                    <a:pt x="721911" y="152654"/>
                    <a:pt x="684573" y="748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7"/>
            <p:cNvSpPr/>
            <p:nvPr/>
          </p:nvSpPr>
          <p:spPr>
            <a:xfrm>
              <a:off x="6241054" y="4291647"/>
              <a:ext cx="197909" cy="303466"/>
            </a:xfrm>
            <a:custGeom>
              <a:avLst/>
              <a:gdLst/>
              <a:ahLst/>
              <a:cxnLst/>
              <a:rect l="l" t="t" r="r" b="b"/>
              <a:pathLst>
                <a:path w="197909" h="303466" extrusionOk="0">
                  <a:moveTo>
                    <a:pt x="68750" y="303467"/>
                  </a:moveTo>
                  <a:cubicBezTo>
                    <a:pt x="53891" y="303467"/>
                    <a:pt x="41762" y="290767"/>
                    <a:pt x="41508" y="274955"/>
                  </a:cubicBezTo>
                  <a:cubicBezTo>
                    <a:pt x="40937" y="233426"/>
                    <a:pt x="45699" y="152654"/>
                    <a:pt x="83037" y="74803"/>
                  </a:cubicBezTo>
                  <a:cubicBezTo>
                    <a:pt x="105072" y="28893"/>
                    <a:pt x="149458" y="0"/>
                    <a:pt x="197909" y="0"/>
                  </a:cubicBezTo>
                  <a:lnTo>
                    <a:pt x="156443" y="0"/>
                  </a:lnTo>
                  <a:cubicBezTo>
                    <a:pt x="107993" y="0"/>
                    <a:pt x="63543" y="28893"/>
                    <a:pt x="41572" y="74803"/>
                  </a:cubicBezTo>
                  <a:cubicBezTo>
                    <a:pt x="4170" y="152718"/>
                    <a:pt x="-528" y="233426"/>
                    <a:pt x="43" y="274955"/>
                  </a:cubicBezTo>
                  <a:cubicBezTo>
                    <a:pt x="233" y="290767"/>
                    <a:pt x="12362" y="303467"/>
                    <a:pt x="27285" y="303467"/>
                  </a:cubicBezTo>
                  <a:lnTo>
                    <a:pt x="68750" y="30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7"/>
            <p:cNvSpPr/>
            <p:nvPr/>
          </p:nvSpPr>
          <p:spPr>
            <a:xfrm>
              <a:off x="6587743" y="4291647"/>
              <a:ext cx="197909" cy="303466"/>
            </a:xfrm>
            <a:custGeom>
              <a:avLst/>
              <a:gdLst/>
              <a:ahLst/>
              <a:cxnLst/>
              <a:rect l="l" t="t" r="r" b="b"/>
              <a:pathLst>
                <a:path w="197909" h="303466" extrusionOk="0">
                  <a:moveTo>
                    <a:pt x="129160" y="303467"/>
                  </a:moveTo>
                  <a:cubicBezTo>
                    <a:pt x="144018" y="303467"/>
                    <a:pt x="156147" y="290767"/>
                    <a:pt x="156401" y="274955"/>
                  </a:cubicBezTo>
                  <a:cubicBezTo>
                    <a:pt x="156973" y="233426"/>
                    <a:pt x="152210" y="152654"/>
                    <a:pt x="114872" y="74803"/>
                  </a:cubicBezTo>
                  <a:cubicBezTo>
                    <a:pt x="92838" y="28893"/>
                    <a:pt x="48451" y="0"/>
                    <a:pt x="0" y="0"/>
                  </a:cubicBezTo>
                  <a:lnTo>
                    <a:pt x="41466" y="0"/>
                  </a:lnTo>
                  <a:cubicBezTo>
                    <a:pt x="89916" y="0"/>
                    <a:pt x="134366" y="28893"/>
                    <a:pt x="156338" y="74803"/>
                  </a:cubicBezTo>
                  <a:cubicBezTo>
                    <a:pt x="193739" y="152718"/>
                    <a:pt x="198438" y="233426"/>
                    <a:pt x="197866" y="274955"/>
                  </a:cubicBezTo>
                  <a:cubicBezTo>
                    <a:pt x="197676" y="290767"/>
                    <a:pt x="185548" y="303467"/>
                    <a:pt x="170625" y="303467"/>
                  </a:cubicBezTo>
                  <a:lnTo>
                    <a:pt x="129160" y="30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6419913" y="4196578"/>
              <a:ext cx="93408" cy="95069"/>
            </a:xfrm>
            <a:custGeom>
              <a:avLst/>
              <a:gdLst/>
              <a:ahLst/>
              <a:cxnLst/>
              <a:rect l="l" t="t" r="r" b="b"/>
              <a:pathLst>
                <a:path w="93408" h="95069" extrusionOk="0">
                  <a:moveTo>
                    <a:pt x="93408" y="518"/>
                  </a:moveTo>
                  <a:cubicBezTo>
                    <a:pt x="25464" y="518"/>
                    <a:pt x="19114" y="95069"/>
                    <a:pt x="19114" y="95069"/>
                  </a:cubicBezTo>
                  <a:lnTo>
                    <a:pt x="0" y="95069"/>
                  </a:lnTo>
                  <a:cubicBezTo>
                    <a:pt x="0" y="-12754"/>
                    <a:pt x="93408" y="518"/>
                    <a:pt x="93408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6513321" y="4196578"/>
              <a:ext cx="93409" cy="95069"/>
            </a:xfrm>
            <a:custGeom>
              <a:avLst/>
              <a:gdLst/>
              <a:ahLst/>
              <a:cxnLst/>
              <a:rect l="l" t="t" r="r" b="b"/>
              <a:pathLst>
                <a:path w="93409" h="95069" extrusionOk="0">
                  <a:moveTo>
                    <a:pt x="0" y="518"/>
                  </a:moveTo>
                  <a:cubicBezTo>
                    <a:pt x="67945" y="518"/>
                    <a:pt x="74295" y="95069"/>
                    <a:pt x="74295" y="95069"/>
                  </a:cubicBezTo>
                  <a:lnTo>
                    <a:pt x="93409" y="95069"/>
                  </a:lnTo>
                  <a:cubicBezTo>
                    <a:pt x="93472" y="-12754"/>
                    <a:pt x="0" y="518"/>
                    <a:pt x="0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7"/>
            <p:cNvSpPr/>
            <p:nvPr/>
          </p:nvSpPr>
          <p:spPr>
            <a:xfrm>
              <a:off x="6608381" y="4291457"/>
              <a:ext cx="156721" cy="303850"/>
            </a:xfrm>
            <a:custGeom>
              <a:avLst/>
              <a:gdLst/>
              <a:ahLst/>
              <a:cxnLst/>
              <a:rect l="l" t="t" r="r" b="b"/>
              <a:pathLst>
                <a:path w="156721" h="303850" extrusionOk="0">
                  <a:moveTo>
                    <a:pt x="129223" y="303466"/>
                  </a:moveTo>
                  <a:cubicBezTo>
                    <a:pt x="141605" y="303022"/>
                    <a:pt x="152083" y="293370"/>
                    <a:pt x="154369" y="281496"/>
                  </a:cubicBezTo>
                  <a:cubicBezTo>
                    <a:pt x="155258" y="277559"/>
                    <a:pt x="154940" y="273558"/>
                    <a:pt x="154877" y="269494"/>
                  </a:cubicBezTo>
                  <a:cubicBezTo>
                    <a:pt x="154623" y="253111"/>
                    <a:pt x="153480" y="236728"/>
                    <a:pt x="151638" y="220535"/>
                  </a:cubicBezTo>
                  <a:cubicBezTo>
                    <a:pt x="146686" y="175832"/>
                    <a:pt x="136081" y="131826"/>
                    <a:pt x="118745" y="90360"/>
                  </a:cubicBezTo>
                  <a:cubicBezTo>
                    <a:pt x="118745" y="90360"/>
                    <a:pt x="113729" y="79184"/>
                    <a:pt x="113729" y="79184"/>
                  </a:cubicBezTo>
                  <a:cubicBezTo>
                    <a:pt x="100013" y="48196"/>
                    <a:pt x="74676" y="22542"/>
                    <a:pt x="43180" y="9652"/>
                  </a:cubicBezTo>
                  <a:cubicBezTo>
                    <a:pt x="33338" y="5778"/>
                    <a:pt x="22733" y="2730"/>
                    <a:pt x="12256" y="1460"/>
                  </a:cubicBezTo>
                  <a:cubicBezTo>
                    <a:pt x="8637" y="762"/>
                    <a:pt x="3683" y="635"/>
                    <a:pt x="0" y="317"/>
                  </a:cubicBezTo>
                  <a:lnTo>
                    <a:pt x="0" y="0"/>
                  </a:lnTo>
                  <a:cubicBezTo>
                    <a:pt x="16447" y="190"/>
                    <a:pt x="32957" y="3302"/>
                    <a:pt x="48070" y="9906"/>
                  </a:cubicBezTo>
                  <a:cubicBezTo>
                    <a:pt x="78487" y="22670"/>
                    <a:pt x="103125" y="47879"/>
                    <a:pt x="116587" y="77915"/>
                  </a:cubicBezTo>
                  <a:lnTo>
                    <a:pt x="121666" y="89154"/>
                  </a:lnTo>
                  <a:cubicBezTo>
                    <a:pt x="139383" y="130683"/>
                    <a:pt x="149924" y="175387"/>
                    <a:pt x="154305" y="220282"/>
                  </a:cubicBezTo>
                  <a:cubicBezTo>
                    <a:pt x="155893" y="236665"/>
                    <a:pt x="156782" y="253111"/>
                    <a:pt x="156718" y="269558"/>
                  </a:cubicBezTo>
                  <a:cubicBezTo>
                    <a:pt x="156655" y="273621"/>
                    <a:pt x="156909" y="277813"/>
                    <a:pt x="155829" y="281877"/>
                  </a:cubicBezTo>
                  <a:cubicBezTo>
                    <a:pt x="153163" y="294069"/>
                    <a:pt x="141923" y="304038"/>
                    <a:pt x="129287" y="303847"/>
                  </a:cubicBezTo>
                  <a:lnTo>
                    <a:pt x="129287" y="303466"/>
                  </a:lnTo>
                  <a:lnTo>
                    <a:pt x="129223" y="3034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7"/>
            <p:cNvSpPr/>
            <p:nvPr/>
          </p:nvSpPr>
          <p:spPr>
            <a:xfrm>
              <a:off x="6260118" y="4291348"/>
              <a:ext cx="158207" cy="303895"/>
            </a:xfrm>
            <a:custGeom>
              <a:avLst/>
              <a:gdLst/>
              <a:ahLst/>
              <a:cxnLst/>
              <a:rect l="l" t="t" r="r" b="b"/>
              <a:pathLst>
                <a:path w="158207" h="303895" extrusionOk="0">
                  <a:moveTo>
                    <a:pt x="28922" y="303892"/>
                  </a:moveTo>
                  <a:cubicBezTo>
                    <a:pt x="9935" y="304146"/>
                    <a:pt x="-923" y="287382"/>
                    <a:pt x="93" y="269602"/>
                  </a:cubicBezTo>
                  <a:cubicBezTo>
                    <a:pt x="-733" y="228327"/>
                    <a:pt x="3966" y="186925"/>
                    <a:pt x="14126" y="146857"/>
                  </a:cubicBezTo>
                  <a:cubicBezTo>
                    <a:pt x="19143" y="127045"/>
                    <a:pt x="26064" y="106915"/>
                    <a:pt x="34192" y="88183"/>
                  </a:cubicBezTo>
                  <a:cubicBezTo>
                    <a:pt x="36034" y="84373"/>
                    <a:pt x="40161" y="74911"/>
                    <a:pt x="42130" y="71292"/>
                  </a:cubicBezTo>
                  <a:cubicBezTo>
                    <a:pt x="46828" y="62084"/>
                    <a:pt x="52734" y="53004"/>
                    <a:pt x="59465" y="45130"/>
                  </a:cubicBezTo>
                  <a:cubicBezTo>
                    <a:pt x="72927" y="29318"/>
                    <a:pt x="90326" y="16428"/>
                    <a:pt x="109630" y="8681"/>
                  </a:cubicBezTo>
                  <a:cubicBezTo>
                    <a:pt x="125061" y="2458"/>
                    <a:pt x="141761" y="-400"/>
                    <a:pt x="158208" y="45"/>
                  </a:cubicBezTo>
                  <a:lnTo>
                    <a:pt x="158208" y="362"/>
                  </a:lnTo>
                  <a:cubicBezTo>
                    <a:pt x="141825" y="553"/>
                    <a:pt x="125378" y="3728"/>
                    <a:pt x="110328" y="10268"/>
                  </a:cubicBezTo>
                  <a:cubicBezTo>
                    <a:pt x="97247" y="15730"/>
                    <a:pt x="84802" y="23921"/>
                    <a:pt x="74324" y="33509"/>
                  </a:cubicBezTo>
                  <a:cubicBezTo>
                    <a:pt x="60735" y="45955"/>
                    <a:pt x="49750" y="61259"/>
                    <a:pt x="42193" y="78086"/>
                  </a:cubicBezTo>
                  <a:lnTo>
                    <a:pt x="37113" y="89326"/>
                  </a:lnTo>
                  <a:cubicBezTo>
                    <a:pt x="29239" y="107995"/>
                    <a:pt x="22445" y="127998"/>
                    <a:pt x="17301" y="147555"/>
                  </a:cubicBezTo>
                  <a:cubicBezTo>
                    <a:pt x="7141" y="187306"/>
                    <a:pt x="1997" y="228455"/>
                    <a:pt x="1934" y="269475"/>
                  </a:cubicBezTo>
                  <a:cubicBezTo>
                    <a:pt x="1997" y="273603"/>
                    <a:pt x="1744" y="277730"/>
                    <a:pt x="2760" y="281667"/>
                  </a:cubicBezTo>
                  <a:cubicBezTo>
                    <a:pt x="5363" y="293732"/>
                    <a:pt x="16412" y="303511"/>
                    <a:pt x="28922" y="303448"/>
                  </a:cubicBezTo>
                  <a:lnTo>
                    <a:pt x="28922" y="303892"/>
                  </a:lnTo>
                  <a:lnTo>
                    <a:pt x="28922" y="3038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7"/>
            <p:cNvSpPr/>
            <p:nvPr/>
          </p:nvSpPr>
          <p:spPr>
            <a:xfrm>
              <a:off x="6424866" y="4409059"/>
              <a:ext cx="176911" cy="68579"/>
            </a:xfrm>
            <a:custGeom>
              <a:avLst/>
              <a:gdLst/>
              <a:ahLst/>
              <a:cxnLst/>
              <a:rect l="l" t="t" r="r" b="b"/>
              <a:pathLst>
                <a:path w="176911" h="68579" extrusionOk="0">
                  <a:moveTo>
                    <a:pt x="176911" y="34290"/>
                  </a:moveTo>
                  <a:cubicBezTo>
                    <a:pt x="176911" y="53228"/>
                    <a:pt x="137308" y="68580"/>
                    <a:pt x="88455" y="68580"/>
                  </a:cubicBezTo>
                  <a:cubicBezTo>
                    <a:pt x="39603" y="68580"/>
                    <a:pt x="0" y="53228"/>
                    <a:pt x="0" y="34290"/>
                  </a:cubicBezTo>
                  <a:cubicBezTo>
                    <a:pt x="0" y="15352"/>
                    <a:pt x="39603" y="0"/>
                    <a:pt x="88455" y="0"/>
                  </a:cubicBezTo>
                  <a:cubicBezTo>
                    <a:pt x="137308" y="0"/>
                    <a:pt x="176911" y="15352"/>
                    <a:pt x="176911" y="3429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6438106" y="4399700"/>
              <a:ext cx="177958" cy="71881"/>
            </a:xfrm>
            <a:custGeom>
              <a:avLst/>
              <a:gdLst/>
              <a:ahLst/>
              <a:cxnLst/>
              <a:rect l="l" t="t" r="r" b="b"/>
              <a:pathLst>
                <a:path w="177958" h="71881" extrusionOk="0">
                  <a:moveTo>
                    <a:pt x="177959" y="36156"/>
                  </a:moveTo>
                  <a:cubicBezTo>
                    <a:pt x="177133" y="52539"/>
                    <a:pt x="153067" y="61302"/>
                    <a:pt x="139668" y="65429"/>
                  </a:cubicBezTo>
                  <a:cubicBezTo>
                    <a:pt x="107029" y="74700"/>
                    <a:pt x="71787" y="73494"/>
                    <a:pt x="39084" y="64921"/>
                  </a:cubicBezTo>
                  <a:cubicBezTo>
                    <a:pt x="-12986" y="51205"/>
                    <a:pt x="-12986" y="20598"/>
                    <a:pt x="38830" y="6374"/>
                  </a:cubicBezTo>
                  <a:cubicBezTo>
                    <a:pt x="71660" y="-2072"/>
                    <a:pt x="106966" y="-2325"/>
                    <a:pt x="139668" y="6819"/>
                  </a:cubicBezTo>
                  <a:cubicBezTo>
                    <a:pt x="153067" y="10946"/>
                    <a:pt x="177133" y="19772"/>
                    <a:pt x="177959" y="36156"/>
                  </a:cubicBezTo>
                  <a:lnTo>
                    <a:pt x="177959" y="36156"/>
                  </a:lnTo>
                  <a:close/>
                  <a:moveTo>
                    <a:pt x="177578" y="36156"/>
                  </a:moveTo>
                  <a:cubicBezTo>
                    <a:pt x="176498" y="19646"/>
                    <a:pt x="152559" y="12407"/>
                    <a:pt x="139097" y="8978"/>
                  </a:cubicBezTo>
                  <a:cubicBezTo>
                    <a:pt x="114650" y="3390"/>
                    <a:pt x="89186" y="2437"/>
                    <a:pt x="64294" y="5040"/>
                  </a:cubicBezTo>
                  <a:cubicBezTo>
                    <a:pt x="45180" y="7390"/>
                    <a:pt x="20860" y="11835"/>
                    <a:pt x="6699" y="25615"/>
                  </a:cubicBezTo>
                  <a:cubicBezTo>
                    <a:pt x="-10890" y="45744"/>
                    <a:pt x="23590" y="60095"/>
                    <a:pt x="39402" y="63841"/>
                  </a:cubicBezTo>
                  <a:cubicBezTo>
                    <a:pt x="71977" y="71525"/>
                    <a:pt x="106521" y="70319"/>
                    <a:pt x="139097" y="63334"/>
                  </a:cubicBezTo>
                  <a:cubicBezTo>
                    <a:pt x="152622" y="59904"/>
                    <a:pt x="176562" y="52665"/>
                    <a:pt x="177578" y="36156"/>
                  </a:cubicBezTo>
                  <a:lnTo>
                    <a:pt x="177578" y="36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1" name="Google Shape;1101;p47"/>
          <p:cNvGrpSpPr/>
          <p:nvPr/>
        </p:nvGrpSpPr>
        <p:grpSpPr>
          <a:xfrm>
            <a:off x="8430772" y="-4285768"/>
            <a:ext cx="702323" cy="603406"/>
            <a:chOff x="6809994" y="3974465"/>
            <a:chExt cx="1171320" cy="1006347"/>
          </a:xfrm>
        </p:grpSpPr>
        <p:sp>
          <p:nvSpPr>
            <p:cNvPr id="1102" name="Google Shape;1102;p47"/>
            <p:cNvSpPr/>
            <p:nvPr/>
          </p:nvSpPr>
          <p:spPr>
            <a:xfrm>
              <a:off x="7544276" y="4085050"/>
              <a:ext cx="136969" cy="136969"/>
            </a:xfrm>
            <a:custGeom>
              <a:avLst/>
              <a:gdLst/>
              <a:ahLst/>
              <a:cxnLst/>
              <a:rect l="l" t="t" r="r" b="b"/>
              <a:pathLst>
                <a:path w="136969" h="136969" extrusionOk="0">
                  <a:moveTo>
                    <a:pt x="20923" y="126778"/>
                  </a:moveTo>
                  <a:lnTo>
                    <a:pt x="10192" y="116046"/>
                  </a:lnTo>
                  <a:cubicBezTo>
                    <a:pt x="-3397" y="102457"/>
                    <a:pt x="-3397" y="80359"/>
                    <a:pt x="10192" y="66770"/>
                  </a:cubicBezTo>
                  <a:lnTo>
                    <a:pt x="66770" y="10192"/>
                  </a:lnTo>
                  <a:cubicBezTo>
                    <a:pt x="80359" y="-3397"/>
                    <a:pt x="102457" y="-3397"/>
                    <a:pt x="116046" y="10192"/>
                  </a:cubicBezTo>
                  <a:lnTo>
                    <a:pt x="126778" y="20923"/>
                  </a:lnTo>
                  <a:cubicBezTo>
                    <a:pt x="140367" y="34512"/>
                    <a:pt x="140367" y="56610"/>
                    <a:pt x="126778" y="70199"/>
                  </a:cubicBezTo>
                  <a:lnTo>
                    <a:pt x="70199" y="126778"/>
                  </a:lnTo>
                  <a:cubicBezTo>
                    <a:pt x="56610" y="140367"/>
                    <a:pt x="34512" y="140367"/>
                    <a:pt x="20923" y="1267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7"/>
            <p:cNvSpPr/>
            <p:nvPr/>
          </p:nvSpPr>
          <p:spPr>
            <a:xfrm>
              <a:off x="7246873" y="4221162"/>
              <a:ext cx="382396" cy="332803"/>
            </a:xfrm>
            <a:custGeom>
              <a:avLst/>
              <a:gdLst/>
              <a:ahLst/>
              <a:cxnLst/>
              <a:rect l="l" t="t" r="r" b="b"/>
              <a:pathLst>
                <a:path w="382396" h="332803" extrusionOk="0">
                  <a:moveTo>
                    <a:pt x="124905" y="321056"/>
                  </a:moveTo>
                  <a:lnTo>
                    <a:pt x="382397" y="66358"/>
                  </a:lnTo>
                  <a:lnTo>
                    <a:pt x="360870" y="0"/>
                  </a:lnTo>
                  <a:lnTo>
                    <a:pt x="0" y="3328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7"/>
            <p:cNvSpPr/>
            <p:nvPr/>
          </p:nvSpPr>
          <p:spPr>
            <a:xfrm>
              <a:off x="7043864" y="4297870"/>
              <a:ext cx="160401" cy="300608"/>
            </a:xfrm>
            <a:custGeom>
              <a:avLst/>
              <a:gdLst/>
              <a:ahLst/>
              <a:cxnLst/>
              <a:rect l="l" t="t" r="r" b="b"/>
              <a:pathLst>
                <a:path w="160401" h="300608" extrusionOk="0">
                  <a:moveTo>
                    <a:pt x="160401" y="284289"/>
                  </a:moveTo>
                  <a:lnTo>
                    <a:pt x="160401" y="0"/>
                  </a:lnTo>
                  <a:lnTo>
                    <a:pt x="0" y="0"/>
                  </a:lnTo>
                  <a:lnTo>
                    <a:pt x="0" y="30035"/>
                  </a:lnTo>
                  <a:lnTo>
                    <a:pt x="104394" y="30035"/>
                  </a:lnTo>
                  <a:lnTo>
                    <a:pt x="104394" y="3006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7626032" y="4397184"/>
              <a:ext cx="261302" cy="542988"/>
            </a:xfrm>
            <a:custGeom>
              <a:avLst/>
              <a:gdLst/>
              <a:ahLst/>
              <a:cxnLst/>
              <a:rect l="l" t="t" r="r" b="b"/>
              <a:pathLst>
                <a:path w="261302" h="542988" extrusionOk="0">
                  <a:moveTo>
                    <a:pt x="0" y="0"/>
                  </a:moveTo>
                  <a:lnTo>
                    <a:pt x="84899" y="0"/>
                  </a:lnTo>
                  <a:lnTo>
                    <a:pt x="261303" y="542989"/>
                  </a:lnTo>
                  <a:lnTo>
                    <a:pt x="176403" y="5429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7600378" y="4198492"/>
              <a:ext cx="95186" cy="198691"/>
            </a:xfrm>
            <a:custGeom>
              <a:avLst/>
              <a:gdLst/>
              <a:ahLst/>
              <a:cxnLst/>
              <a:rect l="l" t="t" r="r" b="b"/>
              <a:pathLst>
                <a:path w="95186" h="198691" extrusionOk="0">
                  <a:moveTo>
                    <a:pt x="95186" y="198691"/>
                  </a:moveTo>
                  <a:lnTo>
                    <a:pt x="30670" y="0"/>
                  </a:lnTo>
                  <a:lnTo>
                    <a:pt x="0" y="0"/>
                  </a:lnTo>
                  <a:lnTo>
                    <a:pt x="64579" y="19869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7879905" y="4917185"/>
              <a:ext cx="58927" cy="22986"/>
            </a:xfrm>
            <a:custGeom>
              <a:avLst/>
              <a:gdLst/>
              <a:ahLst/>
              <a:cxnLst/>
              <a:rect l="l" t="t" r="r" b="b"/>
              <a:pathLst>
                <a:path w="58927" h="22986" extrusionOk="0">
                  <a:moveTo>
                    <a:pt x="7429" y="22987"/>
                  </a:moveTo>
                  <a:lnTo>
                    <a:pt x="58927" y="22987"/>
                  </a:lnTo>
                  <a:lnTo>
                    <a:pt x="589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7938896" y="4876609"/>
              <a:ext cx="42418" cy="104140"/>
            </a:xfrm>
            <a:custGeom>
              <a:avLst/>
              <a:gdLst/>
              <a:ahLst/>
              <a:cxnLst/>
              <a:rect l="l" t="t" r="r" b="b"/>
              <a:pathLst>
                <a:path w="42418" h="104140" extrusionOk="0">
                  <a:moveTo>
                    <a:pt x="25019" y="0"/>
                  </a:moveTo>
                  <a:lnTo>
                    <a:pt x="17399" y="0"/>
                  </a:lnTo>
                  <a:cubicBezTo>
                    <a:pt x="7747" y="0"/>
                    <a:pt x="0" y="7811"/>
                    <a:pt x="0" y="17399"/>
                  </a:cubicBezTo>
                  <a:lnTo>
                    <a:pt x="0" y="86741"/>
                  </a:lnTo>
                  <a:cubicBezTo>
                    <a:pt x="0" y="96393"/>
                    <a:pt x="7810" y="104140"/>
                    <a:pt x="17399" y="104140"/>
                  </a:cubicBezTo>
                  <a:lnTo>
                    <a:pt x="25019" y="104140"/>
                  </a:lnTo>
                  <a:cubicBezTo>
                    <a:pt x="34672" y="104140"/>
                    <a:pt x="42418" y="96330"/>
                    <a:pt x="42418" y="86741"/>
                  </a:cubicBezTo>
                  <a:lnTo>
                    <a:pt x="42418" y="17399"/>
                  </a:lnTo>
                  <a:cubicBezTo>
                    <a:pt x="42418" y="7811"/>
                    <a:pt x="34608" y="0"/>
                    <a:pt x="25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6911213" y="4859528"/>
              <a:ext cx="876109" cy="34162"/>
            </a:xfrm>
            <a:custGeom>
              <a:avLst/>
              <a:gdLst/>
              <a:ahLst/>
              <a:cxnLst/>
              <a:rect l="l" t="t" r="r" b="b"/>
              <a:pathLst>
                <a:path w="876109" h="34162" extrusionOk="0">
                  <a:moveTo>
                    <a:pt x="876109" y="34163"/>
                  </a:moveTo>
                  <a:lnTo>
                    <a:pt x="0" y="34163"/>
                  </a:lnTo>
                  <a:lnTo>
                    <a:pt x="0" y="0"/>
                  </a:lnTo>
                  <a:lnTo>
                    <a:pt x="8649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6809994" y="4893691"/>
              <a:ext cx="202438" cy="87058"/>
            </a:xfrm>
            <a:custGeom>
              <a:avLst/>
              <a:gdLst/>
              <a:ahLst/>
              <a:cxnLst/>
              <a:rect l="l" t="t" r="r" b="b"/>
              <a:pathLst>
                <a:path w="202438" h="87058" extrusionOk="0">
                  <a:moveTo>
                    <a:pt x="0" y="0"/>
                  </a:moveTo>
                  <a:lnTo>
                    <a:pt x="202438" y="0"/>
                  </a:lnTo>
                  <a:lnTo>
                    <a:pt x="202438" y="87058"/>
                  </a:lnTo>
                  <a:lnTo>
                    <a:pt x="0" y="87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7"/>
            <p:cNvSpPr/>
            <p:nvPr/>
          </p:nvSpPr>
          <p:spPr>
            <a:xfrm>
              <a:off x="6939533" y="4691743"/>
              <a:ext cx="185737" cy="167784"/>
            </a:xfrm>
            <a:custGeom>
              <a:avLst/>
              <a:gdLst/>
              <a:ahLst/>
              <a:cxnLst/>
              <a:rect l="l" t="t" r="r" b="b"/>
              <a:pathLst>
                <a:path w="185737" h="167784" extrusionOk="0">
                  <a:moveTo>
                    <a:pt x="90805" y="167784"/>
                  </a:moveTo>
                  <a:cubicBezTo>
                    <a:pt x="90805" y="167784"/>
                    <a:pt x="85090" y="66311"/>
                    <a:pt x="185738" y="66311"/>
                  </a:cubicBezTo>
                  <a:lnTo>
                    <a:pt x="168847" y="970"/>
                  </a:lnTo>
                  <a:cubicBezTo>
                    <a:pt x="168847" y="970"/>
                    <a:pt x="0" y="-23033"/>
                    <a:pt x="0" y="167784"/>
                  </a:cubicBezTo>
                  <a:lnTo>
                    <a:pt x="90805" y="1677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7"/>
            <p:cNvSpPr/>
            <p:nvPr/>
          </p:nvSpPr>
          <p:spPr>
            <a:xfrm>
              <a:off x="7015884" y="4542089"/>
              <a:ext cx="711811" cy="301228"/>
            </a:xfrm>
            <a:custGeom>
              <a:avLst/>
              <a:gdLst/>
              <a:ahLst/>
              <a:cxnLst/>
              <a:rect l="l" t="t" r="r" b="b"/>
              <a:pathLst>
                <a:path w="711811" h="301228" extrusionOk="0">
                  <a:moveTo>
                    <a:pt x="670982" y="42293"/>
                  </a:moveTo>
                  <a:lnTo>
                    <a:pt x="711812" y="167896"/>
                  </a:lnTo>
                  <a:lnTo>
                    <a:pt x="153964" y="297944"/>
                  </a:lnTo>
                  <a:cubicBezTo>
                    <a:pt x="103609" y="309691"/>
                    <a:pt x="51222" y="289308"/>
                    <a:pt x="22011" y="246699"/>
                  </a:cubicBezTo>
                  <a:lnTo>
                    <a:pt x="22011" y="246699"/>
                  </a:lnTo>
                  <a:cubicBezTo>
                    <a:pt x="-20915" y="184025"/>
                    <a:pt x="1120" y="97474"/>
                    <a:pt x="69192" y="63820"/>
                  </a:cubicBezTo>
                  <a:cubicBezTo>
                    <a:pt x="178348" y="9845"/>
                    <a:pt x="370753" y="-37019"/>
                    <a:pt x="670982" y="422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6939533" y="4842636"/>
              <a:ext cx="90805" cy="16827"/>
            </a:xfrm>
            <a:custGeom>
              <a:avLst/>
              <a:gdLst/>
              <a:ahLst/>
              <a:cxnLst/>
              <a:rect l="l" t="t" r="r" b="b"/>
              <a:pathLst>
                <a:path w="90805" h="16827" extrusionOk="0">
                  <a:moveTo>
                    <a:pt x="90805" y="16828"/>
                  </a:moveTo>
                  <a:lnTo>
                    <a:pt x="0" y="16828"/>
                  </a:lnTo>
                  <a:cubicBezTo>
                    <a:pt x="0" y="10985"/>
                    <a:pt x="127" y="5397"/>
                    <a:pt x="445" y="0"/>
                  </a:cubicBezTo>
                  <a:lnTo>
                    <a:pt x="90805" y="168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7125271" y="4613719"/>
              <a:ext cx="157988" cy="157988"/>
            </a:xfrm>
            <a:custGeom>
              <a:avLst/>
              <a:gdLst/>
              <a:ahLst/>
              <a:cxnLst/>
              <a:rect l="l" t="t" r="r" b="b"/>
              <a:pathLst>
                <a:path w="157988" h="157988" extrusionOk="0">
                  <a:moveTo>
                    <a:pt x="157988" y="78994"/>
                  </a:moveTo>
                  <a:cubicBezTo>
                    <a:pt x="157988" y="122621"/>
                    <a:pt x="122621" y="157988"/>
                    <a:pt x="78994" y="157988"/>
                  </a:cubicBezTo>
                  <a:cubicBezTo>
                    <a:pt x="35367" y="157988"/>
                    <a:pt x="1" y="122621"/>
                    <a:pt x="1" y="78994"/>
                  </a:cubicBezTo>
                  <a:cubicBezTo>
                    <a:pt x="1" y="35367"/>
                    <a:pt x="35367" y="0"/>
                    <a:pt x="78994" y="0"/>
                  </a:cubicBezTo>
                  <a:cubicBezTo>
                    <a:pt x="122621" y="0"/>
                    <a:pt x="157988" y="35367"/>
                    <a:pt x="157988" y="789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7769034" y="4859528"/>
              <a:ext cx="18288" cy="34162"/>
            </a:xfrm>
            <a:custGeom>
              <a:avLst/>
              <a:gdLst/>
              <a:ahLst/>
              <a:cxnLst/>
              <a:rect l="l" t="t" r="r" b="b"/>
              <a:pathLst>
                <a:path w="18288" h="34162" extrusionOk="0">
                  <a:moveTo>
                    <a:pt x="7176" y="0"/>
                  </a:moveTo>
                  <a:lnTo>
                    <a:pt x="18288" y="34163"/>
                  </a:lnTo>
                  <a:lnTo>
                    <a:pt x="0" y="341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7958439" y="4876609"/>
              <a:ext cx="3334" cy="104203"/>
            </a:xfrm>
            <a:custGeom>
              <a:avLst/>
              <a:gdLst/>
              <a:ahLst/>
              <a:cxnLst/>
              <a:rect l="l" t="t" r="r" b="b"/>
              <a:pathLst>
                <a:path w="3334" h="104203" extrusionOk="0">
                  <a:moveTo>
                    <a:pt x="1667" y="0"/>
                  </a:moveTo>
                  <a:cubicBezTo>
                    <a:pt x="3890" y="34671"/>
                    <a:pt x="3890" y="69533"/>
                    <a:pt x="1667" y="104204"/>
                  </a:cubicBezTo>
                  <a:cubicBezTo>
                    <a:pt x="-556" y="69469"/>
                    <a:pt x="-556" y="34671"/>
                    <a:pt x="1667" y="0"/>
                  </a:cubicBezTo>
                  <a:lnTo>
                    <a:pt x="16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47"/>
            <p:cNvSpPr/>
            <p:nvPr/>
          </p:nvSpPr>
          <p:spPr>
            <a:xfrm>
              <a:off x="7112571" y="4221035"/>
              <a:ext cx="118554" cy="105029"/>
            </a:xfrm>
            <a:custGeom>
              <a:avLst/>
              <a:gdLst/>
              <a:ahLst/>
              <a:cxnLst/>
              <a:rect l="l" t="t" r="r" b="b"/>
              <a:pathLst>
                <a:path w="118554" h="105029" extrusionOk="0">
                  <a:moveTo>
                    <a:pt x="91694" y="105029"/>
                  </a:moveTo>
                  <a:lnTo>
                    <a:pt x="91694" y="93790"/>
                  </a:lnTo>
                  <a:cubicBezTo>
                    <a:pt x="100330" y="93790"/>
                    <a:pt x="107315" y="86805"/>
                    <a:pt x="107315" y="78168"/>
                  </a:cubicBezTo>
                  <a:lnTo>
                    <a:pt x="107315" y="58992"/>
                  </a:lnTo>
                  <a:cubicBezTo>
                    <a:pt x="107315" y="50355"/>
                    <a:pt x="100330" y="43371"/>
                    <a:pt x="91694" y="43371"/>
                  </a:cubicBezTo>
                  <a:lnTo>
                    <a:pt x="26860" y="43371"/>
                  </a:lnTo>
                  <a:cubicBezTo>
                    <a:pt x="12065" y="43371"/>
                    <a:pt x="0" y="31305"/>
                    <a:pt x="0" y="16510"/>
                  </a:cubicBezTo>
                  <a:lnTo>
                    <a:pt x="0" y="0"/>
                  </a:lnTo>
                  <a:lnTo>
                    <a:pt x="11240" y="0"/>
                  </a:lnTo>
                  <a:lnTo>
                    <a:pt x="11240" y="16510"/>
                  </a:lnTo>
                  <a:cubicBezTo>
                    <a:pt x="11240" y="25146"/>
                    <a:pt x="18224" y="32131"/>
                    <a:pt x="26860" y="32131"/>
                  </a:cubicBezTo>
                  <a:lnTo>
                    <a:pt x="91694" y="32131"/>
                  </a:lnTo>
                  <a:cubicBezTo>
                    <a:pt x="106490" y="32131"/>
                    <a:pt x="118555" y="44196"/>
                    <a:pt x="118555" y="58992"/>
                  </a:cubicBezTo>
                  <a:lnTo>
                    <a:pt x="118555" y="78168"/>
                  </a:lnTo>
                  <a:cubicBezTo>
                    <a:pt x="118491" y="93028"/>
                    <a:pt x="106490" y="105029"/>
                    <a:pt x="91694" y="105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47"/>
            <p:cNvSpPr/>
            <p:nvPr/>
          </p:nvSpPr>
          <p:spPr>
            <a:xfrm>
              <a:off x="7140626" y="4628239"/>
              <a:ext cx="126507" cy="128551"/>
            </a:xfrm>
            <a:custGeom>
              <a:avLst/>
              <a:gdLst/>
              <a:ahLst/>
              <a:cxnLst/>
              <a:rect l="l" t="t" r="r" b="b"/>
              <a:pathLst>
                <a:path w="126507" h="128551" extrusionOk="0">
                  <a:moveTo>
                    <a:pt x="126505" y="64474"/>
                  </a:moveTo>
                  <a:cubicBezTo>
                    <a:pt x="126631" y="109813"/>
                    <a:pt x="81610" y="141690"/>
                    <a:pt x="39255" y="123211"/>
                  </a:cubicBezTo>
                  <a:cubicBezTo>
                    <a:pt x="16205" y="113305"/>
                    <a:pt x="203" y="89556"/>
                    <a:pt x="12" y="64474"/>
                  </a:cubicBezTo>
                  <a:cubicBezTo>
                    <a:pt x="-877" y="18944"/>
                    <a:pt x="46304" y="-12869"/>
                    <a:pt x="88214" y="5101"/>
                  </a:cubicBezTo>
                  <a:cubicBezTo>
                    <a:pt x="111582" y="14753"/>
                    <a:pt x="126758" y="39455"/>
                    <a:pt x="126505" y="64474"/>
                  </a:cubicBezTo>
                  <a:lnTo>
                    <a:pt x="126505" y="64474"/>
                  </a:lnTo>
                  <a:close/>
                  <a:moveTo>
                    <a:pt x="126187" y="64474"/>
                  </a:moveTo>
                  <a:cubicBezTo>
                    <a:pt x="125679" y="10181"/>
                    <a:pt x="58813" y="-16679"/>
                    <a:pt x="20332" y="21167"/>
                  </a:cubicBezTo>
                  <a:cubicBezTo>
                    <a:pt x="-18720" y="60346"/>
                    <a:pt x="7759" y="126386"/>
                    <a:pt x="63640" y="125815"/>
                  </a:cubicBezTo>
                  <a:cubicBezTo>
                    <a:pt x="96723" y="125815"/>
                    <a:pt x="126567" y="98129"/>
                    <a:pt x="126187" y="64474"/>
                  </a:cubicBezTo>
                  <a:lnTo>
                    <a:pt x="126187" y="6447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7"/>
            <p:cNvSpPr/>
            <p:nvPr/>
          </p:nvSpPr>
          <p:spPr>
            <a:xfrm>
              <a:off x="7156940" y="4685520"/>
              <a:ext cx="54518" cy="144670"/>
            </a:xfrm>
            <a:custGeom>
              <a:avLst/>
              <a:gdLst/>
              <a:ahLst/>
              <a:cxnLst/>
              <a:rect l="l" t="t" r="r" b="b"/>
              <a:pathLst>
                <a:path w="54518" h="144670" extrusionOk="0">
                  <a:moveTo>
                    <a:pt x="7193" y="144670"/>
                  </a:moveTo>
                  <a:cubicBezTo>
                    <a:pt x="6494" y="144670"/>
                    <a:pt x="5796" y="144544"/>
                    <a:pt x="5098" y="144353"/>
                  </a:cubicBezTo>
                  <a:cubicBezTo>
                    <a:pt x="1288" y="143210"/>
                    <a:pt x="-872" y="139146"/>
                    <a:pt x="335" y="135336"/>
                  </a:cubicBezTo>
                  <a:lnTo>
                    <a:pt x="40403" y="5098"/>
                  </a:lnTo>
                  <a:cubicBezTo>
                    <a:pt x="41547" y="1288"/>
                    <a:pt x="45611" y="-872"/>
                    <a:pt x="49421" y="335"/>
                  </a:cubicBezTo>
                  <a:cubicBezTo>
                    <a:pt x="53230" y="1478"/>
                    <a:pt x="55390" y="5542"/>
                    <a:pt x="54183" y="9352"/>
                  </a:cubicBezTo>
                  <a:lnTo>
                    <a:pt x="14115" y="139590"/>
                  </a:lnTo>
                  <a:cubicBezTo>
                    <a:pt x="13162" y="142639"/>
                    <a:pt x="10304" y="144670"/>
                    <a:pt x="7193" y="1446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7"/>
            <p:cNvSpPr/>
            <p:nvPr/>
          </p:nvSpPr>
          <p:spPr>
            <a:xfrm>
              <a:off x="7098792" y="4794821"/>
              <a:ext cx="130682" cy="56197"/>
            </a:xfrm>
            <a:custGeom>
              <a:avLst/>
              <a:gdLst/>
              <a:ahLst/>
              <a:cxnLst/>
              <a:rect l="l" t="t" r="r" b="b"/>
              <a:pathLst>
                <a:path w="130682" h="56197" extrusionOk="0">
                  <a:moveTo>
                    <a:pt x="0" y="0"/>
                  </a:moveTo>
                  <a:lnTo>
                    <a:pt x="130683" y="0"/>
                  </a:lnTo>
                  <a:lnTo>
                    <a:pt x="130683" y="56198"/>
                  </a:lnTo>
                  <a:lnTo>
                    <a:pt x="0" y="561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7"/>
            <p:cNvSpPr/>
            <p:nvPr/>
          </p:nvSpPr>
          <p:spPr>
            <a:xfrm>
              <a:off x="7015860" y="4166679"/>
              <a:ext cx="251098" cy="69786"/>
            </a:xfrm>
            <a:custGeom>
              <a:avLst/>
              <a:gdLst/>
              <a:ahLst/>
              <a:cxnLst/>
              <a:rect l="l" t="t" r="r" b="b"/>
              <a:pathLst>
                <a:path w="251098" h="69786" extrusionOk="0">
                  <a:moveTo>
                    <a:pt x="238061" y="0"/>
                  </a:moveTo>
                  <a:lnTo>
                    <a:pt x="20828" y="0"/>
                  </a:lnTo>
                  <a:cubicBezTo>
                    <a:pt x="9334" y="0"/>
                    <a:pt x="0" y="9335"/>
                    <a:pt x="0" y="20828"/>
                  </a:cubicBezTo>
                  <a:lnTo>
                    <a:pt x="0" y="20828"/>
                  </a:lnTo>
                  <a:cubicBezTo>
                    <a:pt x="0" y="29401"/>
                    <a:pt x="3493" y="37529"/>
                    <a:pt x="9716" y="43434"/>
                  </a:cubicBezTo>
                  <a:lnTo>
                    <a:pt x="14160" y="47625"/>
                  </a:lnTo>
                  <a:cubicBezTo>
                    <a:pt x="29146" y="61849"/>
                    <a:pt x="48958" y="69786"/>
                    <a:pt x="69596" y="69786"/>
                  </a:cubicBezTo>
                  <a:lnTo>
                    <a:pt x="98425" y="69786"/>
                  </a:lnTo>
                  <a:cubicBezTo>
                    <a:pt x="118110" y="69786"/>
                    <a:pt x="137096" y="62548"/>
                    <a:pt x="151829" y="49530"/>
                  </a:cubicBezTo>
                  <a:lnTo>
                    <a:pt x="168339" y="34925"/>
                  </a:lnTo>
                  <a:lnTo>
                    <a:pt x="227774" y="34925"/>
                  </a:lnTo>
                  <a:cubicBezTo>
                    <a:pt x="236792" y="34925"/>
                    <a:pt x="244920" y="29591"/>
                    <a:pt x="248603" y="21336"/>
                  </a:cubicBezTo>
                  <a:lnTo>
                    <a:pt x="249999" y="18224"/>
                  </a:lnTo>
                  <a:cubicBezTo>
                    <a:pt x="253746" y="9589"/>
                    <a:pt x="247459" y="0"/>
                    <a:pt x="2380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7"/>
            <p:cNvSpPr/>
            <p:nvPr/>
          </p:nvSpPr>
          <p:spPr>
            <a:xfrm>
              <a:off x="7686865" y="4584382"/>
              <a:ext cx="40766" cy="133032"/>
            </a:xfrm>
            <a:custGeom>
              <a:avLst/>
              <a:gdLst/>
              <a:ahLst/>
              <a:cxnLst/>
              <a:rect l="l" t="t" r="r" b="b"/>
              <a:pathLst>
                <a:path w="40766" h="133032" extrusionOk="0">
                  <a:moveTo>
                    <a:pt x="0" y="0"/>
                  </a:moveTo>
                  <a:lnTo>
                    <a:pt x="40767" y="125603"/>
                  </a:lnTo>
                  <a:lnTo>
                    <a:pt x="8699" y="1330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7"/>
            <p:cNvSpPr/>
            <p:nvPr/>
          </p:nvSpPr>
          <p:spPr>
            <a:xfrm>
              <a:off x="7589837" y="4166679"/>
              <a:ext cx="220471" cy="31813"/>
            </a:xfrm>
            <a:custGeom>
              <a:avLst/>
              <a:gdLst/>
              <a:ahLst/>
              <a:cxnLst/>
              <a:rect l="l" t="t" r="r" b="b"/>
              <a:pathLst>
                <a:path w="220471" h="31813" extrusionOk="0">
                  <a:moveTo>
                    <a:pt x="10541" y="31814"/>
                  </a:moveTo>
                  <a:lnTo>
                    <a:pt x="220472" y="31814"/>
                  </a:lnTo>
                  <a:lnTo>
                    <a:pt x="1969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7786751" y="3974465"/>
              <a:ext cx="163893" cy="224027"/>
            </a:xfrm>
            <a:custGeom>
              <a:avLst/>
              <a:gdLst/>
              <a:ahLst/>
              <a:cxnLst/>
              <a:rect l="l" t="t" r="r" b="b"/>
              <a:pathLst>
                <a:path w="163893" h="224027" extrusionOk="0">
                  <a:moveTo>
                    <a:pt x="23558" y="224028"/>
                  </a:moveTo>
                  <a:lnTo>
                    <a:pt x="163893" y="0"/>
                  </a:lnTo>
                  <a:lnTo>
                    <a:pt x="123825" y="0"/>
                  </a:lnTo>
                  <a:lnTo>
                    <a:pt x="0" y="1922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5" name="Google Shape;1125;p47"/>
          <p:cNvGrpSpPr/>
          <p:nvPr/>
        </p:nvGrpSpPr>
        <p:grpSpPr>
          <a:xfrm>
            <a:off x="9609911" y="-2511863"/>
            <a:ext cx="331117" cy="434039"/>
            <a:chOff x="5044785" y="3172415"/>
            <a:chExt cx="552229" cy="723881"/>
          </a:xfrm>
        </p:grpSpPr>
        <p:sp>
          <p:nvSpPr>
            <p:cNvPr id="1126" name="Google Shape;1126;p47"/>
            <p:cNvSpPr/>
            <p:nvPr/>
          </p:nvSpPr>
          <p:spPr>
            <a:xfrm>
              <a:off x="5100002" y="3590163"/>
              <a:ext cx="365632" cy="306133"/>
            </a:xfrm>
            <a:custGeom>
              <a:avLst/>
              <a:gdLst/>
              <a:ahLst/>
              <a:cxnLst/>
              <a:rect l="l" t="t" r="r" b="b"/>
              <a:pathLst>
                <a:path w="365632" h="306133" extrusionOk="0">
                  <a:moveTo>
                    <a:pt x="182816" y="0"/>
                  </a:moveTo>
                  <a:lnTo>
                    <a:pt x="0" y="0"/>
                  </a:lnTo>
                  <a:lnTo>
                    <a:pt x="53467" y="305308"/>
                  </a:lnTo>
                  <a:lnTo>
                    <a:pt x="182816" y="306134"/>
                  </a:lnTo>
                  <a:lnTo>
                    <a:pt x="312102" y="305308"/>
                  </a:lnTo>
                  <a:lnTo>
                    <a:pt x="3656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5117401" y="3686365"/>
              <a:ext cx="330962" cy="4127"/>
            </a:xfrm>
            <a:custGeom>
              <a:avLst/>
              <a:gdLst/>
              <a:ahLst/>
              <a:cxnLst/>
              <a:rect l="l" t="t" r="r" b="b"/>
              <a:pathLst>
                <a:path w="330962" h="4127" extrusionOk="0">
                  <a:moveTo>
                    <a:pt x="0" y="0"/>
                  </a:moveTo>
                  <a:lnTo>
                    <a:pt x="330962" y="0"/>
                  </a:lnTo>
                  <a:lnTo>
                    <a:pt x="330962" y="4128"/>
                  </a:lnTo>
                  <a:lnTo>
                    <a:pt x="0" y="41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5139753" y="3808222"/>
              <a:ext cx="287337" cy="4127"/>
            </a:xfrm>
            <a:custGeom>
              <a:avLst/>
              <a:gdLst/>
              <a:ahLst/>
              <a:cxnLst/>
              <a:rect l="l" t="t" r="r" b="b"/>
              <a:pathLst>
                <a:path w="287337" h="4127" extrusionOk="0">
                  <a:moveTo>
                    <a:pt x="0" y="0"/>
                  </a:moveTo>
                  <a:lnTo>
                    <a:pt x="287337" y="0"/>
                  </a:lnTo>
                  <a:lnTo>
                    <a:pt x="287337" y="4127"/>
                  </a:lnTo>
                  <a:lnTo>
                    <a:pt x="0" y="41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47"/>
            <p:cNvSpPr/>
            <p:nvPr/>
          </p:nvSpPr>
          <p:spPr>
            <a:xfrm>
              <a:off x="5318271" y="3316921"/>
              <a:ext cx="104311" cy="273114"/>
            </a:xfrm>
            <a:custGeom>
              <a:avLst/>
              <a:gdLst/>
              <a:ahLst/>
              <a:cxnLst/>
              <a:rect l="l" t="t" r="r" b="b"/>
              <a:pathLst>
                <a:path w="104311" h="273114" extrusionOk="0">
                  <a:moveTo>
                    <a:pt x="103994" y="55373"/>
                  </a:moveTo>
                  <a:cubicBezTo>
                    <a:pt x="99739" y="48578"/>
                    <a:pt x="95485" y="41784"/>
                    <a:pt x="91357" y="34926"/>
                  </a:cubicBezTo>
                  <a:cubicBezTo>
                    <a:pt x="87611" y="29211"/>
                    <a:pt x="83102" y="20194"/>
                    <a:pt x="77959" y="15622"/>
                  </a:cubicBezTo>
                  <a:cubicBezTo>
                    <a:pt x="61576" y="-1142"/>
                    <a:pt x="33318" y="-1142"/>
                    <a:pt x="16872" y="15432"/>
                  </a:cubicBezTo>
                  <a:cubicBezTo>
                    <a:pt x="10903" y="21274"/>
                    <a:pt x="6775" y="28894"/>
                    <a:pt x="4997" y="37021"/>
                  </a:cubicBezTo>
                  <a:cubicBezTo>
                    <a:pt x="3664" y="43689"/>
                    <a:pt x="4235" y="50420"/>
                    <a:pt x="4172" y="57214"/>
                  </a:cubicBezTo>
                  <a:lnTo>
                    <a:pt x="4299" y="81218"/>
                  </a:lnTo>
                  <a:cubicBezTo>
                    <a:pt x="4045" y="109412"/>
                    <a:pt x="4045" y="149417"/>
                    <a:pt x="3473" y="177166"/>
                  </a:cubicBezTo>
                  <a:cubicBezTo>
                    <a:pt x="2965" y="205169"/>
                    <a:pt x="2076" y="245492"/>
                    <a:pt x="743" y="273114"/>
                  </a:cubicBezTo>
                  <a:cubicBezTo>
                    <a:pt x="-83" y="242063"/>
                    <a:pt x="-400" y="67057"/>
                    <a:pt x="743" y="39181"/>
                  </a:cubicBezTo>
                  <a:cubicBezTo>
                    <a:pt x="2140" y="29211"/>
                    <a:pt x="7093" y="19813"/>
                    <a:pt x="14332" y="12828"/>
                  </a:cubicBezTo>
                  <a:cubicBezTo>
                    <a:pt x="31985" y="-4762"/>
                    <a:pt x="62528" y="-4190"/>
                    <a:pt x="79483" y="14098"/>
                  </a:cubicBezTo>
                  <a:cubicBezTo>
                    <a:pt x="84626" y="18988"/>
                    <a:pt x="88945" y="28195"/>
                    <a:pt x="92501" y="34227"/>
                  </a:cubicBezTo>
                  <a:cubicBezTo>
                    <a:pt x="92501" y="34227"/>
                    <a:pt x="104311" y="55119"/>
                    <a:pt x="104311" y="55119"/>
                  </a:cubicBezTo>
                  <a:lnTo>
                    <a:pt x="103994" y="55373"/>
                  </a:lnTo>
                  <a:lnTo>
                    <a:pt x="103994" y="553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5185473" y="3184106"/>
              <a:ext cx="107437" cy="406056"/>
            </a:xfrm>
            <a:custGeom>
              <a:avLst/>
              <a:gdLst/>
              <a:ahLst/>
              <a:cxnLst/>
              <a:rect l="l" t="t" r="r" b="b"/>
              <a:pathLst>
                <a:path w="107437" h="406056" extrusionOk="0">
                  <a:moveTo>
                    <a:pt x="0" y="83667"/>
                  </a:moveTo>
                  <a:cubicBezTo>
                    <a:pt x="3620" y="73190"/>
                    <a:pt x="7239" y="62712"/>
                    <a:pt x="10986" y="52298"/>
                  </a:cubicBezTo>
                  <a:cubicBezTo>
                    <a:pt x="14542" y="43027"/>
                    <a:pt x="18224" y="29565"/>
                    <a:pt x="23940" y="21310"/>
                  </a:cubicBezTo>
                  <a:cubicBezTo>
                    <a:pt x="37655" y="-661"/>
                    <a:pt x="64008" y="-7963"/>
                    <a:pt x="84074" y="10515"/>
                  </a:cubicBezTo>
                  <a:cubicBezTo>
                    <a:pt x="98870" y="23914"/>
                    <a:pt x="105220" y="43662"/>
                    <a:pt x="106871" y="62903"/>
                  </a:cubicBezTo>
                  <a:cubicBezTo>
                    <a:pt x="107823" y="101193"/>
                    <a:pt x="107315" y="168186"/>
                    <a:pt x="107188" y="206540"/>
                  </a:cubicBezTo>
                  <a:cubicBezTo>
                    <a:pt x="106553" y="270230"/>
                    <a:pt x="106743" y="343192"/>
                    <a:pt x="103568" y="406057"/>
                  </a:cubicBezTo>
                  <a:cubicBezTo>
                    <a:pt x="103568" y="356146"/>
                    <a:pt x="103251" y="117894"/>
                    <a:pt x="103442" y="73571"/>
                  </a:cubicBezTo>
                  <a:cubicBezTo>
                    <a:pt x="103823" y="51790"/>
                    <a:pt x="98235" y="28295"/>
                    <a:pt x="81915" y="12928"/>
                  </a:cubicBezTo>
                  <a:cubicBezTo>
                    <a:pt x="63310" y="-4725"/>
                    <a:pt x="38926" y="2260"/>
                    <a:pt x="25781" y="22580"/>
                  </a:cubicBezTo>
                  <a:cubicBezTo>
                    <a:pt x="19495" y="31724"/>
                    <a:pt x="16510" y="42583"/>
                    <a:pt x="12319" y="52806"/>
                  </a:cubicBezTo>
                  <a:lnTo>
                    <a:pt x="381" y="83858"/>
                  </a:lnTo>
                  <a:lnTo>
                    <a:pt x="0" y="83667"/>
                  </a:lnTo>
                  <a:lnTo>
                    <a:pt x="0" y="836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5299692" y="3317200"/>
              <a:ext cx="297322" cy="300780"/>
            </a:xfrm>
            <a:custGeom>
              <a:avLst/>
              <a:gdLst/>
              <a:ahLst/>
              <a:cxnLst/>
              <a:rect l="l" t="t" r="r" b="b"/>
              <a:pathLst>
                <a:path w="297322" h="300780" extrusionOk="0">
                  <a:moveTo>
                    <a:pt x="214394" y="610"/>
                  </a:moveTo>
                  <a:cubicBezTo>
                    <a:pt x="153180" y="-6755"/>
                    <a:pt x="122700" y="54966"/>
                    <a:pt x="122700" y="54966"/>
                  </a:cubicBezTo>
                  <a:cubicBezTo>
                    <a:pt x="122700" y="54966"/>
                    <a:pt x="57930" y="31535"/>
                    <a:pt x="18941" y="79287"/>
                  </a:cubicBezTo>
                  <a:cubicBezTo>
                    <a:pt x="-1824" y="104624"/>
                    <a:pt x="-4681" y="135929"/>
                    <a:pt x="6305" y="166981"/>
                  </a:cubicBezTo>
                  <a:cubicBezTo>
                    <a:pt x="14115" y="158535"/>
                    <a:pt x="23195" y="151359"/>
                    <a:pt x="33736" y="147422"/>
                  </a:cubicBezTo>
                  <a:cubicBezTo>
                    <a:pt x="65677" y="135421"/>
                    <a:pt x="42754" y="183554"/>
                    <a:pt x="29355" y="208256"/>
                  </a:cubicBezTo>
                  <a:cubicBezTo>
                    <a:pt x="56660" y="243689"/>
                    <a:pt x="101300" y="274867"/>
                    <a:pt x="156799" y="291377"/>
                  </a:cubicBezTo>
                  <a:cubicBezTo>
                    <a:pt x="158641" y="283821"/>
                    <a:pt x="161625" y="276645"/>
                    <a:pt x="166324" y="270676"/>
                  </a:cubicBezTo>
                  <a:cubicBezTo>
                    <a:pt x="179342" y="254229"/>
                    <a:pt x="184358" y="277725"/>
                    <a:pt x="186263" y="298489"/>
                  </a:cubicBezTo>
                  <a:cubicBezTo>
                    <a:pt x="189692" y="299124"/>
                    <a:pt x="193121" y="299759"/>
                    <a:pt x="196614" y="300267"/>
                  </a:cubicBezTo>
                  <a:cubicBezTo>
                    <a:pt x="212870" y="302744"/>
                    <a:pt x="229317" y="296140"/>
                    <a:pt x="239286" y="283058"/>
                  </a:cubicBezTo>
                  <a:cubicBezTo>
                    <a:pt x="257892" y="258802"/>
                    <a:pt x="271798" y="233021"/>
                    <a:pt x="281323" y="207240"/>
                  </a:cubicBezTo>
                  <a:cubicBezTo>
                    <a:pt x="267861" y="192317"/>
                    <a:pt x="251478" y="169013"/>
                    <a:pt x="255986" y="147486"/>
                  </a:cubicBezTo>
                  <a:cubicBezTo>
                    <a:pt x="260305" y="127229"/>
                    <a:pt x="278974" y="142724"/>
                    <a:pt x="294086" y="159551"/>
                  </a:cubicBezTo>
                  <a:cubicBezTo>
                    <a:pt x="307739" y="78652"/>
                    <a:pt x="277640" y="8294"/>
                    <a:pt x="214394" y="610"/>
                  </a:cubicBezTo>
                  <a:close/>
                  <a:moveTo>
                    <a:pt x="141686" y="218162"/>
                  </a:moveTo>
                  <a:cubicBezTo>
                    <a:pt x="134765" y="218162"/>
                    <a:pt x="129177" y="205208"/>
                    <a:pt x="129177" y="189206"/>
                  </a:cubicBezTo>
                  <a:cubicBezTo>
                    <a:pt x="129177" y="173203"/>
                    <a:pt x="134765" y="160250"/>
                    <a:pt x="141686" y="160250"/>
                  </a:cubicBezTo>
                  <a:cubicBezTo>
                    <a:pt x="148608" y="160250"/>
                    <a:pt x="154196" y="173203"/>
                    <a:pt x="154196" y="189206"/>
                  </a:cubicBezTo>
                  <a:cubicBezTo>
                    <a:pt x="154196" y="205208"/>
                    <a:pt x="148608" y="218162"/>
                    <a:pt x="141686" y="218162"/>
                  </a:cubicBezTo>
                  <a:close/>
                  <a:moveTo>
                    <a:pt x="202900" y="129960"/>
                  </a:moveTo>
                  <a:cubicBezTo>
                    <a:pt x="198646" y="133008"/>
                    <a:pt x="189502" y="127547"/>
                    <a:pt x="182390" y="117704"/>
                  </a:cubicBezTo>
                  <a:cubicBezTo>
                    <a:pt x="175342" y="107862"/>
                    <a:pt x="172992" y="97448"/>
                    <a:pt x="177246" y="94400"/>
                  </a:cubicBezTo>
                  <a:cubicBezTo>
                    <a:pt x="181501" y="91352"/>
                    <a:pt x="190645" y="96813"/>
                    <a:pt x="197757" y="106656"/>
                  </a:cubicBezTo>
                  <a:cubicBezTo>
                    <a:pt x="204869" y="116498"/>
                    <a:pt x="207155" y="126912"/>
                    <a:pt x="202900" y="1299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5044785" y="3172415"/>
              <a:ext cx="269027" cy="272092"/>
            </a:xfrm>
            <a:custGeom>
              <a:avLst/>
              <a:gdLst/>
              <a:ahLst/>
              <a:cxnLst/>
              <a:rect l="l" t="t" r="r" b="b"/>
              <a:pathLst>
                <a:path w="269027" h="272092" extrusionOk="0">
                  <a:moveTo>
                    <a:pt x="2893" y="144380"/>
                  </a:moveTo>
                  <a:cubicBezTo>
                    <a:pt x="16546" y="129140"/>
                    <a:pt x="33500" y="115170"/>
                    <a:pt x="37374" y="133458"/>
                  </a:cubicBezTo>
                  <a:cubicBezTo>
                    <a:pt x="41501" y="152953"/>
                    <a:pt x="26642" y="174035"/>
                    <a:pt x="14450" y="187497"/>
                  </a:cubicBezTo>
                  <a:cubicBezTo>
                    <a:pt x="23087" y="210801"/>
                    <a:pt x="35659" y="234106"/>
                    <a:pt x="52487" y="256076"/>
                  </a:cubicBezTo>
                  <a:cubicBezTo>
                    <a:pt x="61567" y="267888"/>
                    <a:pt x="76426" y="273856"/>
                    <a:pt x="91095" y="271634"/>
                  </a:cubicBezTo>
                  <a:cubicBezTo>
                    <a:pt x="94270" y="271126"/>
                    <a:pt x="97381" y="270618"/>
                    <a:pt x="100493" y="270047"/>
                  </a:cubicBezTo>
                  <a:cubicBezTo>
                    <a:pt x="102207" y="251314"/>
                    <a:pt x="106779" y="230042"/>
                    <a:pt x="118527" y="244900"/>
                  </a:cubicBezTo>
                  <a:cubicBezTo>
                    <a:pt x="122781" y="250298"/>
                    <a:pt x="125512" y="256775"/>
                    <a:pt x="127163" y="263633"/>
                  </a:cubicBezTo>
                  <a:cubicBezTo>
                    <a:pt x="177391" y="248711"/>
                    <a:pt x="217841" y="220517"/>
                    <a:pt x="242479" y="188449"/>
                  </a:cubicBezTo>
                  <a:cubicBezTo>
                    <a:pt x="230350" y="166097"/>
                    <a:pt x="209586" y="122536"/>
                    <a:pt x="238478" y="133394"/>
                  </a:cubicBezTo>
                  <a:cubicBezTo>
                    <a:pt x="248003" y="136950"/>
                    <a:pt x="256258" y="143428"/>
                    <a:pt x="263307" y="151111"/>
                  </a:cubicBezTo>
                  <a:cubicBezTo>
                    <a:pt x="273276" y="123044"/>
                    <a:pt x="270673" y="94723"/>
                    <a:pt x="251877" y="71736"/>
                  </a:cubicBezTo>
                  <a:cubicBezTo>
                    <a:pt x="216571" y="28556"/>
                    <a:pt x="157960" y="49765"/>
                    <a:pt x="157960" y="49765"/>
                  </a:cubicBezTo>
                  <a:cubicBezTo>
                    <a:pt x="157960" y="49765"/>
                    <a:pt x="130401" y="-6115"/>
                    <a:pt x="74966" y="552"/>
                  </a:cubicBezTo>
                  <a:cubicBezTo>
                    <a:pt x="17816" y="7411"/>
                    <a:pt x="-9362" y="71101"/>
                    <a:pt x="2893" y="144380"/>
                  </a:cubicBezTo>
                  <a:close/>
                  <a:moveTo>
                    <a:pt x="129576" y="171113"/>
                  </a:moveTo>
                  <a:cubicBezTo>
                    <a:pt x="129576" y="156636"/>
                    <a:pt x="134656" y="144888"/>
                    <a:pt x="140879" y="144888"/>
                  </a:cubicBezTo>
                  <a:cubicBezTo>
                    <a:pt x="147102" y="144888"/>
                    <a:pt x="152182" y="156636"/>
                    <a:pt x="152182" y="171113"/>
                  </a:cubicBezTo>
                  <a:cubicBezTo>
                    <a:pt x="152182" y="185592"/>
                    <a:pt x="147102" y="197339"/>
                    <a:pt x="140879" y="197339"/>
                  </a:cubicBezTo>
                  <a:cubicBezTo>
                    <a:pt x="134656" y="197339"/>
                    <a:pt x="129576" y="185592"/>
                    <a:pt x="129576" y="171113"/>
                  </a:cubicBezTo>
                  <a:close/>
                  <a:moveTo>
                    <a:pt x="90142" y="96501"/>
                  </a:moveTo>
                  <a:cubicBezTo>
                    <a:pt x="96556" y="87611"/>
                    <a:pt x="104874" y="82658"/>
                    <a:pt x="108684" y="85452"/>
                  </a:cubicBezTo>
                  <a:cubicBezTo>
                    <a:pt x="112494" y="88246"/>
                    <a:pt x="110462" y="97644"/>
                    <a:pt x="104049" y="106534"/>
                  </a:cubicBezTo>
                  <a:cubicBezTo>
                    <a:pt x="97635" y="115424"/>
                    <a:pt x="89317" y="120377"/>
                    <a:pt x="85507" y="117583"/>
                  </a:cubicBezTo>
                  <a:cubicBezTo>
                    <a:pt x="81633" y="114789"/>
                    <a:pt x="83729" y="105327"/>
                    <a:pt x="90142" y="965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47"/>
            <p:cNvSpPr/>
            <p:nvPr/>
          </p:nvSpPr>
          <p:spPr>
            <a:xfrm>
              <a:off x="5185536" y="3445138"/>
              <a:ext cx="76712" cy="145093"/>
            </a:xfrm>
            <a:custGeom>
              <a:avLst/>
              <a:gdLst/>
              <a:ahLst/>
              <a:cxnLst/>
              <a:rect l="l" t="t" r="r" b="b"/>
              <a:pathLst>
                <a:path w="76712" h="145093" extrusionOk="0">
                  <a:moveTo>
                    <a:pt x="0" y="31423"/>
                  </a:moveTo>
                  <a:cubicBezTo>
                    <a:pt x="3429" y="25898"/>
                    <a:pt x="7557" y="19993"/>
                    <a:pt x="11176" y="14595"/>
                  </a:cubicBezTo>
                  <a:cubicBezTo>
                    <a:pt x="15049" y="8563"/>
                    <a:pt x="21527" y="4435"/>
                    <a:pt x="28194" y="2276"/>
                  </a:cubicBezTo>
                  <a:cubicBezTo>
                    <a:pt x="47054" y="-4582"/>
                    <a:pt x="76327" y="4118"/>
                    <a:pt x="76645" y="27549"/>
                  </a:cubicBezTo>
                  <a:cubicBezTo>
                    <a:pt x="76962" y="57013"/>
                    <a:pt x="76136" y="88636"/>
                    <a:pt x="74866" y="118227"/>
                  </a:cubicBezTo>
                  <a:cubicBezTo>
                    <a:pt x="74295" y="127181"/>
                    <a:pt x="73914" y="136134"/>
                    <a:pt x="73152" y="145088"/>
                  </a:cubicBezTo>
                  <a:cubicBezTo>
                    <a:pt x="72009" y="146040"/>
                    <a:pt x="72898" y="37582"/>
                    <a:pt x="72517" y="37645"/>
                  </a:cubicBezTo>
                  <a:cubicBezTo>
                    <a:pt x="72390" y="33772"/>
                    <a:pt x="72771" y="28057"/>
                    <a:pt x="72327" y="24247"/>
                  </a:cubicBezTo>
                  <a:cubicBezTo>
                    <a:pt x="67437" y="1260"/>
                    <a:pt x="33210" y="-2296"/>
                    <a:pt x="17082" y="10912"/>
                  </a:cubicBezTo>
                  <a:cubicBezTo>
                    <a:pt x="13589" y="13643"/>
                    <a:pt x="11176" y="17516"/>
                    <a:pt x="8382" y="21009"/>
                  </a:cubicBezTo>
                  <a:lnTo>
                    <a:pt x="191" y="31677"/>
                  </a:lnTo>
                  <a:lnTo>
                    <a:pt x="0" y="31423"/>
                  </a:lnTo>
                  <a:lnTo>
                    <a:pt x="0" y="314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47"/>
            <p:cNvSpPr/>
            <p:nvPr/>
          </p:nvSpPr>
          <p:spPr>
            <a:xfrm>
              <a:off x="5075968" y="3459466"/>
              <a:ext cx="219498" cy="213194"/>
            </a:xfrm>
            <a:custGeom>
              <a:avLst/>
              <a:gdLst/>
              <a:ahLst/>
              <a:cxnLst/>
              <a:rect l="l" t="t" r="r" b="b"/>
              <a:pathLst>
                <a:path w="219498" h="213194" extrusionOk="0">
                  <a:moveTo>
                    <a:pt x="18002" y="134761"/>
                  </a:moveTo>
                  <a:cubicBezTo>
                    <a:pt x="24542" y="119520"/>
                    <a:pt x="33877" y="104407"/>
                    <a:pt x="41624" y="117488"/>
                  </a:cubicBezTo>
                  <a:cubicBezTo>
                    <a:pt x="49816" y="131331"/>
                    <a:pt x="43910" y="151334"/>
                    <a:pt x="38068" y="164859"/>
                  </a:cubicBezTo>
                  <a:cubicBezTo>
                    <a:pt x="50704" y="180480"/>
                    <a:pt x="66389" y="195086"/>
                    <a:pt x="84994" y="207595"/>
                  </a:cubicBezTo>
                  <a:cubicBezTo>
                    <a:pt x="94964" y="214326"/>
                    <a:pt x="107918" y="215024"/>
                    <a:pt x="118649" y="209500"/>
                  </a:cubicBezTo>
                  <a:cubicBezTo>
                    <a:pt x="120935" y="208293"/>
                    <a:pt x="123222" y="207087"/>
                    <a:pt x="125444" y="205817"/>
                  </a:cubicBezTo>
                  <a:cubicBezTo>
                    <a:pt x="121952" y="191021"/>
                    <a:pt x="119919" y="173559"/>
                    <a:pt x="132747" y="181877"/>
                  </a:cubicBezTo>
                  <a:cubicBezTo>
                    <a:pt x="137446" y="184925"/>
                    <a:pt x="141192" y="189180"/>
                    <a:pt x="144177" y="194006"/>
                  </a:cubicBezTo>
                  <a:cubicBezTo>
                    <a:pt x="178784" y="169622"/>
                    <a:pt x="202533" y="137491"/>
                    <a:pt x="213137" y="106503"/>
                  </a:cubicBezTo>
                  <a:cubicBezTo>
                    <a:pt x="198088" y="92533"/>
                    <a:pt x="170847" y="64530"/>
                    <a:pt x="195866" y="65355"/>
                  </a:cubicBezTo>
                  <a:cubicBezTo>
                    <a:pt x="204121" y="65609"/>
                    <a:pt x="212122" y="68403"/>
                    <a:pt x="219487" y="72467"/>
                  </a:cubicBezTo>
                  <a:cubicBezTo>
                    <a:pt x="219868" y="48337"/>
                    <a:pt x="210534" y="27318"/>
                    <a:pt x="190214" y="14618"/>
                  </a:cubicBezTo>
                  <a:cubicBezTo>
                    <a:pt x="151987" y="-9385"/>
                    <a:pt x="112554" y="22048"/>
                    <a:pt x="112554" y="22048"/>
                  </a:cubicBezTo>
                  <a:cubicBezTo>
                    <a:pt x="112554" y="22048"/>
                    <a:pt x="76993" y="-13639"/>
                    <a:pt x="36227" y="5792"/>
                  </a:cubicBezTo>
                  <a:cubicBezTo>
                    <a:pt x="-5938" y="25858"/>
                    <a:pt x="-10319" y="81738"/>
                    <a:pt x="18002" y="134761"/>
                  </a:cubicBezTo>
                  <a:close/>
                  <a:moveTo>
                    <a:pt x="122079" y="122505"/>
                  </a:moveTo>
                  <a:cubicBezTo>
                    <a:pt x="118332" y="111393"/>
                    <a:pt x="119158" y="101105"/>
                    <a:pt x="123984" y="99518"/>
                  </a:cubicBezTo>
                  <a:cubicBezTo>
                    <a:pt x="128810" y="97930"/>
                    <a:pt x="135667" y="105614"/>
                    <a:pt x="139414" y="116663"/>
                  </a:cubicBezTo>
                  <a:cubicBezTo>
                    <a:pt x="143160" y="127775"/>
                    <a:pt x="142335" y="138062"/>
                    <a:pt x="137509" y="139650"/>
                  </a:cubicBezTo>
                  <a:cubicBezTo>
                    <a:pt x="132683" y="141237"/>
                    <a:pt x="125825" y="133554"/>
                    <a:pt x="122079" y="122505"/>
                  </a:cubicBezTo>
                  <a:close/>
                  <a:moveTo>
                    <a:pt x="72485" y="75451"/>
                  </a:moveTo>
                  <a:cubicBezTo>
                    <a:pt x="75089" y="67006"/>
                    <a:pt x="80168" y="61037"/>
                    <a:pt x="83852" y="62180"/>
                  </a:cubicBezTo>
                  <a:cubicBezTo>
                    <a:pt x="87535" y="63323"/>
                    <a:pt x="88360" y="71070"/>
                    <a:pt x="85756" y="79579"/>
                  </a:cubicBezTo>
                  <a:cubicBezTo>
                    <a:pt x="83153" y="88024"/>
                    <a:pt x="78073" y="93993"/>
                    <a:pt x="74390" y="92850"/>
                  </a:cubicBezTo>
                  <a:cubicBezTo>
                    <a:pt x="70771" y="91707"/>
                    <a:pt x="69881" y="83897"/>
                    <a:pt x="72485" y="75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5" name="Google Shape;1135;p47"/>
          <p:cNvGrpSpPr/>
          <p:nvPr/>
        </p:nvGrpSpPr>
        <p:grpSpPr>
          <a:xfrm>
            <a:off x="11475161" y="-4202524"/>
            <a:ext cx="1938156" cy="2249696"/>
            <a:chOff x="9508172" y="1200150"/>
            <a:chExt cx="1268095" cy="1471929"/>
          </a:xfrm>
        </p:grpSpPr>
        <p:grpSp>
          <p:nvGrpSpPr>
            <p:cNvPr id="1136" name="Google Shape;1136;p47"/>
            <p:cNvGrpSpPr/>
            <p:nvPr/>
          </p:nvGrpSpPr>
          <p:grpSpPr>
            <a:xfrm>
              <a:off x="10312384" y="1200150"/>
              <a:ext cx="119156" cy="99567"/>
              <a:chOff x="10312384" y="1200150"/>
              <a:chExt cx="119156" cy="99567"/>
            </a:xfrm>
          </p:grpSpPr>
          <p:sp>
            <p:nvSpPr>
              <p:cNvPr id="1137" name="Google Shape;1137;p47"/>
              <p:cNvSpPr/>
              <p:nvPr/>
            </p:nvSpPr>
            <p:spPr>
              <a:xfrm>
                <a:off x="10324893" y="1200150"/>
                <a:ext cx="106647" cy="99567"/>
              </a:xfrm>
              <a:custGeom>
                <a:avLst/>
                <a:gdLst/>
                <a:ahLst/>
                <a:cxnLst/>
                <a:rect l="l" t="t" r="r" b="b"/>
                <a:pathLst>
                  <a:path w="106647" h="99567" extrusionOk="0">
                    <a:moveTo>
                      <a:pt x="39957" y="0"/>
                    </a:moveTo>
                    <a:lnTo>
                      <a:pt x="66691" y="0"/>
                    </a:lnTo>
                    <a:cubicBezTo>
                      <a:pt x="76216" y="0"/>
                      <a:pt x="84979" y="5080"/>
                      <a:pt x="89741" y="13335"/>
                    </a:cubicBezTo>
                    <a:lnTo>
                      <a:pt x="103076" y="36449"/>
                    </a:lnTo>
                    <a:cubicBezTo>
                      <a:pt x="107838" y="44704"/>
                      <a:pt x="107838" y="54864"/>
                      <a:pt x="103076" y="63119"/>
                    </a:cubicBezTo>
                    <a:lnTo>
                      <a:pt x="89741" y="86233"/>
                    </a:lnTo>
                    <a:cubicBezTo>
                      <a:pt x="84979" y="94488"/>
                      <a:pt x="76152" y="99568"/>
                      <a:pt x="66691" y="99568"/>
                    </a:cubicBezTo>
                    <a:lnTo>
                      <a:pt x="39957" y="99568"/>
                    </a:lnTo>
                    <a:cubicBezTo>
                      <a:pt x="30432" y="99568"/>
                      <a:pt x="21669" y="94488"/>
                      <a:pt x="16907" y="86233"/>
                    </a:cubicBezTo>
                    <a:lnTo>
                      <a:pt x="3572" y="63119"/>
                    </a:lnTo>
                    <a:cubicBezTo>
                      <a:pt x="-1191" y="54864"/>
                      <a:pt x="-1191" y="44704"/>
                      <a:pt x="3572" y="36449"/>
                    </a:cubicBezTo>
                    <a:lnTo>
                      <a:pt x="16907" y="13335"/>
                    </a:lnTo>
                    <a:cubicBezTo>
                      <a:pt x="21669" y="5080"/>
                      <a:pt x="30432" y="0"/>
                      <a:pt x="399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47"/>
              <p:cNvSpPr/>
              <p:nvPr/>
            </p:nvSpPr>
            <p:spPr>
              <a:xfrm>
                <a:off x="10312384" y="1200150"/>
                <a:ext cx="106647" cy="99567"/>
              </a:xfrm>
              <a:custGeom>
                <a:avLst/>
                <a:gdLst/>
                <a:ahLst/>
                <a:cxnLst/>
                <a:rect l="l" t="t" r="r" b="b"/>
                <a:pathLst>
                  <a:path w="106647" h="99567" extrusionOk="0">
                    <a:moveTo>
                      <a:pt x="39957" y="0"/>
                    </a:moveTo>
                    <a:lnTo>
                      <a:pt x="66691" y="0"/>
                    </a:lnTo>
                    <a:cubicBezTo>
                      <a:pt x="76216" y="0"/>
                      <a:pt x="84979" y="5080"/>
                      <a:pt x="89741" y="13335"/>
                    </a:cubicBezTo>
                    <a:lnTo>
                      <a:pt x="103076" y="36449"/>
                    </a:lnTo>
                    <a:cubicBezTo>
                      <a:pt x="107838" y="44704"/>
                      <a:pt x="107838" y="54864"/>
                      <a:pt x="103076" y="63119"/>
                    </a:cubicBezTo>
                    <a:lnTo>
                      <a:pt x="89741" y="86233"/>
                    </a:lnTo>
                    <a:cubicBezTo>
                      <a:pt x="84979" y="94488"/>
                      <a:pt x="76152" y="99568"/>
                      <a:pt x="66691" y="99568"/>
                    </a:cubicBezTo>
                    <a:lnTo>
                      <a:pt x="39957" y="99568"/>
                    </a:lnTo>
                    <a:cubicBezTo>
                      <a:pt x="30432" y="99568"/>
                      <a:pt x="21669" y="94488"/>
                      <a:pt x="16907" y="86233"/>
                    </a:cubicBezTo>
                    <a:lnTo>
                      <a:pt x="3572" y="63119"/>
                    </a:lnTo>
                    <a:cubicBezTo>
                      <a:pt x="-1191" y="54864"/>
                      <a:pt x="-1191" y="44704"/>
                      <a:pt x="3572" y="36449"/>
                    </a:cubicBezTo>
                    <a:lnTo>
                      <a:pt x="16907" y="13335"/>
                    </a:lnTo>
                    <a:cubicBezTo>
                      <a:pt x="21606" y="5080"/>
                      <a:pt x="30432" y="0"/>
                      <a:pt x="399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47"/>
            <p:cNvSpPr/>
            <p:nvPr/>
          </p:nvSpPr>
          <p:spPr>
            <a:xfrm>
              <a:off x="9896665" y="1690497"/>
              <a:ext cx="126047" cy="342519"/>
            </a:xfrm>
            <a:custGeom>
              <a:avLst/>
              <a:gdLst/>
              <a:ahLst/>
              <a:cxnLst/>
              <a:rect l="l" t="t" r="r" b="b"/>
              <a:pathLst>
                <a:path w="126047" h="342519" extrusionOk="0">
                  <a:moveTo>
                    <a:pt x="84709" y="0"/>
                  </a:moveTo>
                  <a:lnTo>
                    <a:pt x="84709" y="0"/>
                  </a:lnTo>
                  <a:cubicBezTo>
                    <a:pt x="55372" y="6414"/>
                    <a:pt x="38291" y="37148"/>
                    <a:pt x="48451" y="65405"/>
                  </a:cubicBezTo>
                  <a:lnTo>
                    <a:pt x="87376" y="173863"/>
                  </a:lnTo>
                  <a:lnTo>
                    <a:pt x="0" y="342519"/>
                  </a:lnTo>
                  <a:lnTo>
                    <a:pt x="87376" y="320230"/>
                  </a:lnTo>
                  <a:lnTo>
                    <a:pt x="126047" y="249111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47"/>
            <p:cNvSpPr/>
            <p:nvPr/>
          </p:nvSpPr>
          <p:spPr>
            <a:xfrm rot="-4601629">
              <a:off x="9993467" y="1573163"/>
              <a:ext cx="59393" cy="59393"/>
            </a:xfrm>
            <a:custGeom>
              <a:avLst/>
              <a:gdLst/>
              <a:ahLst/>
              <a:cxnLst/>
              <a:rect l="l" t="t" r="r" b="b"/>
              <a:pathLst>
                <a:path w="59433" h="59433" extrusionOk="0">
                  <a:moveTo>
                    <a:pt x="59434" y="29717"/>
                  </a:moveTo>
                  <a:cubicBezTo>
                    <a:pt x="59434" y="46129"/>
                    <a:pt x="46129" y="59434"/>
                    <a:pt x="29716" y="59434"/>
                  </a:cubicBezTo>
                  <a:cubicBezTo>
                    <a:pt x="13304" y="59434"/>
                    <a:pt x="-1" y="46129"/>
                    <a:pt x="-1" y="29717"/>
                  </a:cubicBezTo>
                  <a:cubicBezTo>
                    <a:pt x="-1" y="13305"/>
                    <a:pt x="13304" y="0"/>
                    <a:pt x="29716" y="0"/>
                  </a:cubicBezTo>
                  <a:cubicBezTo>
                    <a:pt x="46129" y="0"/>
                    <a:pt x="59434" y="13305"/>
                    <a:pt x="59434" y="297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47"/>
            <p:cNvSpPr/>
            <p:nvPr/>
          </p:nvSpPr>
          <p:spPr>
            <a:xfrm rot="-4601629">
              <a:off x="9952102" y="1547091"/>
              <a:ext cx="59393" cy="59393"/>
            </a:xfrm>
            <a:custGeom>
              <a:avLst/>
              <a:gdLst/>
              <a:ahLst/>
              <a:cxnLst/>
              <a:rect l="l" t="t" r="r" b="b"/>
              <a:pathLst>
                <a:path w="59433" h="59433" extrusionOk="0">
                  <a:moveTo>
                    <a:pt x="59434" y="29717"/>
                  </a:moveTo>
                  <a:cubicBezTo>
                    <a:pt x="59434" y="46129"/>
                    <a:pt x="46129" y="59434"/>
                    <a:pt x="29717" y="59434"/>
                  </a:cubicBezTo>
                  <a:cubicBezTo>
                    <a:pt x="13305" y="59434"/>
                    <a:pt x="0" y="46129"/>
                    <a:pt x="0" y="29717"/>
                  </a:cubicBezTo>
                  <a:cubicBezTo>
                    <a:pt x="0" y="13305"/>
                    <a:pt x="13305" y="0"/>
                    <a:pt x="29717" y="0"/>
                  </a:cubicBezTo>
                  <a:cubicBezTo>
                    <a:pt x="46129" y="0"/>
                    <a:pt x="59434" y="13305"/>
                    <a:pt x="59434" y="297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47"/>
            <p:cNvSpPr/>
            <p:nvPr/>
          </p:nvSpPr>
          <p:spPr>
            <a:xfrm>
              <a:off x="10043287" y="1588897"/>
              <a:ext cx="59436" cy="59435"/>
            </a:xfrm>
            <a:custGeom>
              <a:avLst/>
              <a:gdLst/>
              <a:ahLst/>
              <a:cxnLst/>
              <a:rect l="l" t="t" r="r" b="b"/>
              <a:pathLst>
                <a:path w="59436" h="59435" extrusionOk="0">
                  <a:moveTo>
                    <a:pt x="59436" y="29718"/>
                  </a:moveTo>
                  <a:cubicBezTo>
                    <a:pt x="59436" y="46131"/>
                    <a:pt x="46130" y="59436"/>
                    <a:pt x="29718" y="59436"/>
                  </a:cubicBezTo>
                  <a:cubicBezTo>
                    <a:pt x="13305" y="59436"/>
                    <a:pt x="-1" y="46131"/>
                    <a:pt x="-1" y="29718"/>
                  </a:cubicBezTo>
                  <a:cubicBezTo>
                    <a:pt x="-1" y="13305"/>
                    <a:pt x="13305" y="0"/>
                    <a:pt x="29718" y="0"/>
                  </a:cubicBezTo>
                  <a:cubicBezTo>
                    <a:pt x="46130" y="0"/>
                    <a:pt x="59436" y="13305"/>
                    <a:pt x="59436" y="297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47"/>
            <p:cNvSpPr/>
            <p:nvPr/>
          </p:nvSpPr>
          <p:spPr>
            <a:xfrm rot="-4601629">
              <a:off x="10091114" y="1596636"/>
              <a:ext cx="59393" cy="59393"/>
            </a:xfrm>
            <a:custGeom>
              <a:avLst/>
              <a:gdLst/>
              <a:ahLst/>
              <a:cxnLst/>
              <a:rect l="l" t="t" r="r" b="b"/>
              <a:pathLst>
                <a:path w="59433" h="59433" extrusionOk="0">
                  <a:moveTo>
                    <a:pt x="59434" y="29717"/>
                  </a:moveTo>
                  <a:cubicBezTo>
                    <a:pt x="59434" y="46129"/>
                    <a:pt x="46129" y="59434"/>
                    <a:pt x="29716" y="59434"/>
                  </a:cubicBezTo>
                  <a:cubicBezTo>
                    <a:pt x="13304" y="59434"/>
                    <a:pt x="-1" y="46129"/>
                    <a:pt x="-1" y="29717"/>
                  </a:cubicBezTo>
                  <a:cubicBezTo>
                    <a:pt x="-1" y="13305"/>
                    <a:pt x="13304" y="0"/>
                    <a:pt x="29716" y="0"/>
                  </a:cubicBezTo>
                  <a:cubicBezTo>
                    <a:pt x="46129" y="0"/>
                    <a:pt x="59434" y="13305"/>
                    <a:pt x="59434" y="297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47"/>
            <p:cNvSpPr/>
            <p:nvPr/>
          </p:nvSpPr>
          <p:spPr>
            <a:xfrm rot="-4601629">
              <a:off x="10134456" y="1584724"/>
              <a:ext cx="59393" cy="59393"/>
            </a:xfrm>
            <a:custGeom>
              <a:avLst/>
              <a:gdLst/>
              <a:ahLst/>
              <a:cxnLst/>
              <a:rect l="l" t="t" r="r" b="b"/>
              <a:pathLst>
                <a:path w="59433" h="59433" extrusionOk="0">
                  <a:moveTo>
                    <a:pt x="59434" y="29717"/>
                  </a:moveTo>
                  <a:cubicBezTo>
                    <a:pt x="59434" y="46129"/>
                    <a:pt x="46129" y="59434"/>
                    <a:pt x="29717" y="59434"/>
                  </a:cubicBezTo>
                  <a:cubicBezTo>
                    <a:pt x="13304" y="59434"/>
                    <a:pt x="0" y="46129"/>
                    <a:pt x="0" y="29717"/>
                  </a:cubicBezTo>
                  <a:cubicBezTo>
                    <a:pt x="0" y="13305"/>
                    <a:pt x="13304" y="0"/>
                    <a:pt x="29717" y="0"/>
                  </a:cubicBezTo>
                  <a:cubicBezTo>
                    <a:pt x="46129" y="0"/>
                    <a:pt x="59434" y="13305"/>
                    <a:pt x="59434" y="297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10161651" y="1539557"/>
              <a:ext cx="59436" cy="59436"/>
            </a:xfrm>
            <a:custGeom>
              <a:avLst/>
              <a:gdLst/>
              <a:ahLst/>
              <a:cxnLst/>
              <a:rect l="l" t="t" r="r" b="b"/>
              <a:pathLst>
                <a:path w="59436" h="59436" extrusionOk="0">
                  <a:moveTo>
                    <a:pt x="59436" y="29718"/>
                  </a:moveTo>
                  <a:cubicBezTo>
                    <a:pt x="59436" y="46131"/>
                    <a:pt x="46131" y="59436"/>
                    <a:pt x="29718" y="59436"/>
                  </a:cubicBezTo>
                  <a:cubicBezTo>
                    <a:pt x="13305" y="59436"/>
                    <a:pt x="-1" y="46131"/>
                    <a:pt x="-1" y="29718"/>
                  </a:cubicBezTo>
                  <a:cubicBezTo>
                    <a:pt x="-1" y="13305"/>
                    <a:pt x="13305" y="0"/>
                    <a:pt x="29718" y="0"/>
                  </a:cubicBezTo>
                  <a:cubicBezTo>
                    <a:pt x="46131" y="0"/>
                    <a:pt x="59436" y="13305"/>
                    <a:pt x="59436" y="297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7"/>
            <p:cNvSpPr/>
            <p:nvPr/>
          </p:nvSpPr>
          <p:spPr>
            <a:xfrm rot="-2700000">
              <a:off x="10142986" y="1519339"/>
              <a:ext cx="59722" cy="59722"/>
            </a:xfrm>
            <a:custGeom>
              <a:avLst/>
              <a:gdLst/>
              <a:ahLst/>
              <a:cxnLst/>
              <a:rect l="l" t="t" r="r" b="b"/>
              <a:pathLst>
                <a:path w="59689" h="59689" extrusionOk="0">
                  <a:moveTo>
                    <a:pt x="59689" y="29845"/>
                  </a:moveTo>
                  <a:cubicBezTo>
                    <a:pt x="59689" y="46328"/>
                    <a:pt x="46327" y="59689"/>
                    <a:pt x="29845" y="59689"/>
                  </a:cubicBezTo>
                  <a:cubicBezTo>
                    <a:pt x="13362" y="59689"/>
                    <a:pt x="0" y="46328"/>
                    <a:pt x="0" y="29845"/>
                  </a:cubicBezTo>
                  <a:cubicBezTo>
                    <a:pt x="0" y="13362"/>
                    <a:pt x="13362" y="0"/>
                    <a:pt x="29845" y="0"/>
                  </a:cubicBezTo>
                  <a:cubicBezTo>
                    <a:pt x="46327" y="0"/>
                    <a:pt x="59689" y="13362"/>
                    <a:pt x="59689" y="298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7"/>
            <p:cNvSpPr/>
            <p:nvPr/>
          </p:nvSpPr>
          <p:spPr>
            <a:xfrm>
              <a:off x="10049509" y="1515491"/>
              <a:ext cx="95631" cy="114109"/>
            </a:xfrm>
            <a:custGeom>
              <a:avLst/>
              <a:gdLst/>
              <a:ahLst/>
              <a:cxnLst/>
              <a:rect l="l" t="t" r="r" b="b"/>
              <a:pathLst>
                <a:path w="95631" h="114109" extrusionOk="0">
                  <a:moveTo>
                    <a:pt x="0" y="0"/>
                  </a:moveTo>
                  <a:lnTo>
                    <a:pt x="95631" y="0"/>
                  </a:lnTo>
                  <a:cubicBezTo>
                    <a:pt x="95631" y="0"/>
                    <a:pt x="95631" y="49149"/>
                    <a:pt x="95631" y="72390"/>
                  </a:cubicBezTo>
                  <a:cubicBezTo>
                    <a:pt x="95631" y="95694"/>
                    <a:pt x="45847" y="114110"/>
                    <a:pt x="22670" y="114110"/>
                  </a:cubicBezTo>
                  <a:cubicBezTo>
                    <a:pt x="-508" y="114110"/>
                    <a:pt x="64" y="80582"/>
                    <a:pt x="64" y="53340"/>
                  </a:cubicBezTo>
                  <a:cubicBezTo>
                    <a:pt x="0" y="2609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7"/>
            <p:cNvSpPr/>
            <p:nvPr/>
          </p:nvSpPr>
          <p:spPr>
            <a:xfrm>
              <a:off x="10094341" y="1578991"/>
              <a:ext cx="43243" cy="101282"/>
            </a:xfrm>
            <a:custGeom>
              <a:avLst/>
              <a:gdLst/>
              <a:ahLst/>
              <a:cxnLst/>
              <a:rect l="l" t="t" r="r" b="b"/>
              <a:pathLst>
                <a:path w="43243" h="101282" extrusionOk="0">
                  <a:moveTo>
                    <a:pt x="0" y="0"/>
                  </a:moveTo>
                  <a:lnTo>
                    <a:pt x="43244" y="0"/>
                  </a:lnTo>
                  <a:lnTo>
                    <a:pt x="43244" y="101283"/>
                  </a:lnTo>
                  <a:lnTo>
                    <a:pt x="0" y="10128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47"/>
            <p:cNvSpPr/>
            <p:nvPr/>
          </p:nvSpPr>
          <p:spPr>
            <a:xfrm>
              <a:off x="10094341" y="1615700"/>
              <a:ext cx="32015" cy="34918"/>
            </a:xfrm>
            <a:custGeom>
              <a:avLst/>
              <a:gdLst/>
              <a:ahLst/>
              <a:cxnLst/>
              <a:rect l="l" t="t" r="r" b="b"/>
              <a:pathLst>
                <a:path w="32015" h="34918" extrusionOk="0">
                  <a:moveTo>
                    <a:pt x="0" y="34918"/>
                  </a:moveTo>
                  <a:lnTo>
                    <a:pt x="0" y="10407"/>
                  </a:lnTo>
                  <a:cubicBezTo>
                    <a:pt x="8572" y="8058"/>
                    <a:pt x="17590" y="4692"/>
                    <a:pt x="25590" y="501"/>
                  </a:cubicBezTo>
                  <a:cubicBezTo>
                    <a:pt x="29019" y="-1277"/>
                    <a:pt x="32956" y="1962"/>
                    <a:pt x="31814" y="5708"/>
                  </a:cubicBezTo>
                  <a:cubicBezTo>
                    <a:pt x="28194" y="17392"/>
                    <a:pt x="19431" y="34918"/>
                    <a:pt x="0" y="34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7"/>
            <p:cNvSpPr/>
            <p:nvPr/>
          </p:nvSpPr>
          <p:spPr>
            <a:xfrm>
              <a:off x="10057828" y="1549444"/>
              <a:ext cx="21590" cy="37891"/>
            </a:xfrm>
            <a:custGeom>
              <a:avLst/>
              <a:gdLst/>
              <a:ahLst/>
              <a:cxnLst/>
              <a:rect l="l" t="t" r="r" b="b"/>
              <a:pathLst>
                <a:path w="21590" h="37891" extrusionOk="0">
                  <a:moveTo>
                    <a:pt x="0" y="6115"/>
                  </a:moveTo>
                  <a:cubicBezTo>
                    <a:pt x="889" y="3131"/>
                    <a:pt x="3365" y="654"/>
                    <a:pt x="6603" y="83"/>
                  </a:cubicBezTo>
                  <a:cubicBezTo>
                    <a:pt x="10160" y="-362"/>
                    <a:pt x="14477" y="972"/>
                    <a:pt x="16128" y="4337"/>
                  </a:cubicBezTo>
                  <a:cubicBezTo>
                    <a:pt x="19939" y="13164"/>
                    <a:pt x="14033" y="25927"/>
                    <a:pt x="10096" y="33865"/>
                  </a:cubicBezTo>
                  <a:cubicBezTo>
                    <a:pt x="9969" y="34055"/>
                    <a:pt x="9525" y="34944"/>
                    <a:pt x="9461" y="35135"/>
                  </a:cubicBezTo>
                  <a:cubicBezTo>
                    <a:pt x="9398" y="34817"/>
                    <a:pt x="9080" y="34690"/>
                    <a:pt x="9017" y="35071"/>
                  </a:cubicBezTo>
                  <a:cubicBezTo>
                    <a:pt x="9080" y="35071"/>
                    <a:pt x="8953" y="35198"/>
                    <a:pt x="9398" y="35071"/>
                  </a:cubicBezTo>
                  <a:lnTo>
                    <a:pt x="13335" y="34055"/>
                  </a:lnTo>
                  <a:cubicBezTo>
                    <a:pt x="16002" y="33484"/>
                    <a:pt x="18669" y="32912"/>
                    <a:pt x="21463" y="32595"/>
                  </a:cubicBezTo>
                  <a:lnTo>
                    <a:pt x="21590" y="32976"/>
                  </a:lnTo>
                  <a:lnTo>
                    <a:pt x="14097" y="36024"/>
                  </a:lnTo>
                  <a:lnTo>
                    <a:pt x="10351" y="37548"/>
                  </a:lnTo>
                  <a:cubicBezTo>
                    <a:pt x="9080" y="38246"/>
                    <a:pt x="7239" y="37865"/>
                    <a:pt x="6414" y="36532"/>
                  </a:cubicBezTo>
                  <a:cubicBezTo>
                    <a:pt x="5461" y="35262"/>
                    <a:pt x="6159" y="33611"/>
                    <a:pt x="6794" y="32404"/>
                  </a:cubicBezTo>
                  <a:cubicBezTo>
                    <a:pt x="8318" y="28785"/>
                    <a:pt x="9969" y="24848"/>
                    <a:pt x="11113" y="21101"/>
                  </a:cubicBezTo>
                  <a:cubicBezTo>
                    <a:pt x="12509" y="16148"/>
                    <a:pt x="16701" y="5734"/>
                    <a:pt x="10351" y="3067"/>
                  </a:cubicBezTo>
                  <a:cubicBezTo>
                    <a:pt x="6731" y="1035"/>
                    <a:pt x="2286" y="2750"/>
                    <a:pt x="190" y="6242"/>
                  </a:cubicBezTo>
                  <a:lnTo>
                    <a:pt x="0" y="6115"/>
                  </a:lnTo>
                  <a:lnTo>
                    <a:pt x="0" y="61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10049509" y="1474323"/>
              <a:ext cx="141843" cy="144355"/>
            </a:xfrm>
            <a:custGeom>
              <a:avLst/>
              <a:gdLst/>
              <a:ahLst/>
              <a:cxnLst/>
              <a:rect l="l" t="t" r="r" b="b"/>
              <a:pathLst>
                <a:path w="141843" h="144355" extrusionOk="0">
                  <a:moveTo>
                    <a:pt x="0" y="70949"/>
                  </a:moveTo>
                  <a:cubicBezTo>
                    <a:pt x="0" y="70949"/>
                    <a:pt x="14415" y="67838"/>
                    <a:pt x="22289" y="45232"/>
                  </a:cubicBezTo>
                  <a:cubicBezTo>
                    <a:pt x="22289" y="45232"/>
                    <a:pt x="42037" y="79014"/>
                    <a:pt x="95631" y="72029"/>
                  </a:cubicBezTo>
                  <a:lnTo>
                    <a:pt x="88138" y="129306"/>
                  </a:lnTo>
                  <a:lnTo>
                    <a:pt x="88138" y="144355"/>
                  </a:lnTo>
                  <a:cubicBezTo>
                    <a:pt x="88138" y="144355"/>
                    <a:pt x="133795" y="141371"/>
                    <a:pt x="140462" y="87904"/>
                  </a:cubicBezTo>
                  <a:cubicBezTo>
                    <a:pt x="148146" y="26245"/>
                    <a:pt x="123825" y="2623"/>
                    <a:pt x="66484" y="147"/>
                  </a:cubicBezTo>
                  <a:cubicBezTo>
                    <a:pt x="9081" y="-2330"/>
                    <a:pt x="0" y="27134"/>
                    <a:pt x="0" y="41231"/>
                  </a:cubicBezTo>
                  <a:cubicBezTo>
                    <a:pt x="0" y="55328"/>
                    <a:pt x="0" y="70949"/>
                    <a:pt x="0" y="709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47"/>
            <p:cNvSpPr/>
            <p:nvPr/>
          </p:nvSpPr>
          <p:spPr>
            <a:xfrm>
              <a:off x="10128186" y="1545272"/>
              <a:ext cx="48005" cy="48006"/>
            </a:xfrm>
            <a:custGeom>
              <a:avLst/>
              <a:gdLst/>
              <a:ahLst/>
              <a:cxnLst/>
              <a:rect l="l" t="t" r="r" b="b"/>
              <a:pathLst>
                <a:path w="48005" h="48006" extrusionOk="0">
                  <a:moveTo>
                    <a:pt x="48006" y="24003"/>
                  </a:moveTo>
                  <a:cubicBezTo>
                    <a:pt x="48006" y="37259"/>
                    <a:pt x="37260" y="48006"/>
                    <a:pt x="24003" y="48006"/>
                  </a:cubicBezTo>
                  <a:cubicBezTo>
                    <a:pt x="10747" y="48006"/>
                    <a:pt x="0" y="37259"/>
                    <a:pt x="0" y="24003"/>
                  </a:cubicBezTo>
                  <a:cubicBezTo>
                    <a:pt x="0" y="10747"/>
                    <a:pt x="10747" y="0"/>
                    <a:pt x="24003" y="0"/>
                  </a:cubicBezTo>
                  <a:cubicBezTo>
                    <a:pt x="37260" y="0"/>
                    <a:pt x="48006" y="10747"/>
                    <a:pt x="48006" y="240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47"/>
            <p:cNvSpPr/>
            <p:nvPr/>
          </p:nvSpPr>
          <p:spPr>
            <a:xfrm>
              <a:off x="10137520" y="1572450"/>
              <a:ext cx="50672" cy="46354"/>
            </a:xfrm>
            <a:custGeom>
              <a:avLst/>
              <a:gdLst/>
              <a:ahLst/>
              <a:cxnLst/>
              <a:rect l="l" t="t" r="r" b="b"/>
              <a:pathLst>
                <a:path w="50672" h="46354" extrusionOk="0">
                  <a:moveTo>
                    <a:pt x="64" y="45974"/>
                  </a:moveTo>
                  <a:cubicBezTo>
                    <a:pt x="20130" y="39052"/>
                    <a:pt x="35941" y="26797"/>
                    <a:pt x="45974" y="8064"/>
                  </a:cubicBezTo>
                  <a:cubicBezTo>
                    <a:pt x="47498" y="5461"/>
                    <a:pt x="48641" y="2730"/>
                    <a:pt x="50292" y="0"/>
                  </a:cubicBezTo>
                  <a:lnTo>
                    <a:pt x="50673" y="127"/>
                  </a:lnTo>
                  <a:cubicBezTo>
                    <a:pt x="46419" y="17907"/>
                    <a:pt x="34798" y="34290"/>
                    <a:pt x="17590" y="41529"/>
                  </a:cubicBezTo>
                  <a:cubicBezTo>
                    <a:pt x="12002" y="44005"/>
                    <a:pt x="6097" y="45720"/>
                    <a:pt x="0" y="46355"/>
                  </a:cubicBezTo>
                  <a:lnTo>
                    <a:pt x="64" y="45974"/>
                  </a:lnTo>
                  <a:lnTo>
                    <a:pt x="64" y="459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47"/>
            <p:cNvSpPr/>
            <p:nvPr/>
          </p:nvSpPr>
          <p:spPr>
            <a:xfrm>
              <a:off x="9920729" y="1488272"/>
              <a:ext cx="52707" cy="76875"/>
            </a:xfrm>
            <a:custGeom>
              <a:avLst/>
              <a:gdLst/>
              <a:ahLst/>
              <a:cxnLst/>
              <a:rect l="l" t="t" r="r" b="b"/>
              <a:pathLst>
                <a:path w="52707" h="76875" extrusionOk="0">
                  <a:moveTo>
                    <a:pt x="52708" y="66398"/>
                  </a:moveTo>
                  <a:cubicBezTo>
                    <a:pt x="52708" y="66398"/>
                    <a:pt x="30546" y="19599"/>
                    <a:pt x="46040" y="2454"/>
                  </a:cubicBezTo>
                  <a:cubicBezTo>
                    <a:pt x="46040" y="2454"/>
                    <a:pt x="26800" y="-7579"/>
                    <a:pt x="18037" y="12931"/>
                  </a:cubicBezTo>
                  <a:cubicBezTo>
                    <a:pt x="18037" y="12931"/>
                    <a:pt x="-1267" y="41"/>
                    <a:pt x="66" y="20424"/>
                  </a:cubicBezTo>
                  <a:cubicBezTo>
                    <a:pt x="1273" y="39538"/>
                    <a:pt x="40643" y="76876"/>
                    <a:pt x="40643" y="76876"/>
                  </a:cubicBezTo>
                  <a:lnTo>
                    <a:pt x="52708" y="663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47"/>
            <p:cNvSpPr/>
            <p:nvPr/>
          </p:nvSpPr>
          <p:spPr>
            <a:xfrm>
              <a:off x="9964749" y="1502283"/>
              <a:ext cx="10973" cy="46164"/>
            </a:xfrm>
            <a:custGeom>
              <a:avLst/>
              <a:gdLst/>
              <a:ahLst/>
              <a:cxnLst/>
              <a:rect l="l" t="t" r="r" b="b"/>
              <a:pathLst>
                <a:path w="10973" h="46164" extrusionOk="0">
                  <a:moveTo>
                    <a:pt x="5830" y="46165"/>
                  </a:moveTo>
                  <a:cubicBezTo>
                    <a:pt x="-1981" y="33210"/>
                    <a:pt x="-3378" y="9144"/>
                    <a:pt x="10656" y="0"/>
                  </a:cubicBezTo>
                  <a:cubicBezTo>
                    <a:pt x="10656" y="0"/>
                    <a:pt x="10973" y="254"/>
                    <a:pt x="10973" y="254"/>
                  </a:cubicBezTo>
                  <a:cubicBezTo>
                    <a:pt x="3290" y="9652"/>
                    <a:pt x="3670" y="22796"/>
                    <a:pt x="4496" y="34290"/>
                  </a:cubicBezTo>
                  <a:cubicBezTo>
                    <a:pt x="4877" y="38227"/>
                    <a:pt x="5449" y="42164"/>
                    <a:pt x="6274" y="46038"/>
                  </a:cubicBezTo>
                  <a:lnTo>
                    <a:pt x="5830" y="46165"/>
                  </a:lnTo>
                  <a:lnTo>
                    <a:pt x="5830" y="4616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47"/>
            <p:cNvSpPr/>
            <p:nvPr/>
          </p:nvSpPr>
          <p:spPr>
            <a:xfrm>
              <a:off x="10071671" y="1519555"/>
              <a:ext cx="73597" cy="36123"/>
            </a:xfrm>
            <a:custGeom>
              <a:avLst/>
              <a:gdLst/>
              <a:ahLst/>
              <a:cxnLst/>
              <a:rect l="l" t="t" r="r" b="b"/>
              <a:pathLst>
                <a:path w="73597" h="36123" extrusionOk="0">
                  <a:moveTo>
                    <a:pt x="318" y="0"/>
                  </a:moveTo>
                  <a:cubicBezTo>
                    <a:pt x="7684" y="25718"/>
                    <a:pt x="24385" y="35560"/>
                    <a:pt x="50483" y="31369"/>
                  </a:cubicBezTo>
                  <a:cubicBezTo>
                    <a:pt x="58166" y="30290"/>
                    <a:pt x="65786" y="28385"/>
                    <a:pt x="73406" y="26607"/>
                  </a:cubicBezTo>
                  <a:cubicBezTo>
                    <a:pt x="73406" y="26607"/>
                    <a:pt x="73597" y="26988"/>
                    <a:pt x="73597" y="26988"/>
                  </a:cubicBezTo>
                  <a:cubicBezTo>
                    <a:pt x="66358" y="30163"/>
                    <a:pt x="58865" y="32829"/>
                    <a:pt x="51181" y="34544"/>
                  </a:cubicBezTo>
                  <a:cubicBezTo>
                    <a:pt x="35941" y="38227"/>
                    <a:pt x="17526" y="36004"/>
                    <a:pt x="8065" y="22161"/>
                  </a:cubicBezTo>
                  <a:cubicBezTo>
                    <a:pt x="3429" y="15685"/>
                    <a:pt x="762" y="7938"/>
                    <a:pt x="0" y="63"/>
                  </a:cubicBezTo>
                  <a:lnTo>
                    <a:pt x="318" y="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47"/>
            <p:cNvSpPr/>
            <p:nvPr/>
          </p:nvSpPr>
          <p:spPr>
            <a:xfrm>
              <a:off x="9981374" y="1633092"/>
              <a:ext cx="293052" cy="404367"/>
            </a:xfrm>
            <a:custGeom>
              <a:avLst/>
              <a:gdLst/>
              <a:ahLst/>
              <a:cxnLst/>
              <a:rect l="l" t="t" r="r" b="b"/>
              <a:pathLst>
                <a:path w="293052" h="404367" extrusionOk="0">
                  <a:moveTo>
                    <a:pt x="156273" y="22352"/>
                  </a:moveTo>
                  <a:lnTo>
                    <a:pt x="221361" y="0"/>
                  </a:lnTo>
                  <a:lnTo>
                    <a:pt x="293053" y="156083"/>
                  </a:lnTo>
                  <a:lnTo>
                    <a:pt x="259588" y="273114"/>
                  </a:lnTo>
                  <a:lnTo>
                    <a:pt x="258763" y="376809"/>
                  </a:lnTo>
                  <a:lnTo>
                    <a:pt x="128969" y="404368"/>
                  </a:lnTo>
                  <a:lnTo>
                    <a:pt x="23813" y="361760"/>
                  </a:lnTo>
                  <a:lnTo>
                    <a:pt x="23813" y="259779"/>
                  </a:lnTo>
                  <a:lnTo>
                    <a:pt x="0" y="57404"/>
                  </a:lnTo>
                  <a:lnTo>
                    <a:pt x="112967" y="2984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47"/>
            <p:cNvSpPr/>
            <p:nvPr/>
          </p:nvSpPr>
          <p:spPr>
            <a:xfrm>
              <a:off x="9984105" y="1638173"/>
              <a:ext cx="290321" cy="271398"/>
            </a:xfrm>
            <a:custGeom>
              <a:avLst/>
              <a:gdLst/>
              <a:ahLst/>
              <a:cxnLst/>
              <a:rect l="l" t="t" r="r" b="b"/>
              <a:pathLst>
                <a:path w="290321" h="271398" extrusionOk="0">
                  <a:moveTo>
                    <a:pt x="203962" y="0"/>
                  </a:moveTo>
                  <a:cubicBezTo>
                    <a:pt x="203962" y="0"/>
                    <a:pt x="177546" y="123444"/>
                    <a:pt x="290322" y="151003"/>
                  </a:cubicBezTo>
                  <a:lnTo>
                    <a:pt x="264413" y="271399"/>
                  </a:lnTo>
                  <a:lnTo>
                    <a:pt x="16954" y="271399"/>
                  </a:lnTo>
                  <a:lnTo>
                    <a:pt x="0" y="159893"/>
                  </a:lnTo>
                  <a:cubicBezTo>
                    <a:pt x="0" y="159893"/>
                    <a:pt x="53530" y="138430"/>
                    <a:pt x="50673" y="39307"/>
                  </a:cubicBezTo>
                  <a:lnTo>
                    <a:pt x="73913" y="33655"/>
                  </a:lnTo>
                  <a:cubicBezTo>
                    <a:pt x="73913" y="33655"/>
                    <a:pt x="48513" y="119253"/>
                    <a:pt x="113284" y="110236"/>
                  </a:cubicBezTo>
                  <a:cubicBezTo>
                    <a:pt x="172085" y="102108"/>
                    <a:pt x="174307" y="10160"/>
                    <a:pt x="174307" y="10160"/>
                  </a:cubicBezTo>
                  <a:lnTo>
                    <a:pt x="2039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47"/>
            <p:cNvSpPr/>
            <p:nvPr/>
          </p:nvSpPr>
          <p:spPr>
            <a:xfrm>
              <a:off x="10045379" y="1643570"/>
              <a:ext cx="127002" cy="118384"/>
            </a:xfrm>
            <a:custGeom>
              <a:avLst/>
              <a:gdLst/>
              <a:ahLst/>
              <a:cxnLst/>
              <a:rect l="l" t="t" r="r" b="b"/>
              <a:pathLst>
                <a:path w="127002" h="118384" extrusionOk="0">
                  <a:moveTo>
                    <a:pt x="4321" y="30353"/>
                  </a:moveTo>
                  <a:cubicBezTo>
                    <a:pt x="320" y="58992"/>
                    <a:pt x="-2918" y="110808"/>
                    <a:pt x="35880" y="114300"/>
                  </a:cubicBezTo>
                  <a:cubicBezTo>
                    <a:pt x="82552" y="117602"/>
                    <a:pt x="107190" y="71501"/>
                    <a:pt x="118684" y="32703"/>
                  </a:cubicBezTo>
                  <a:cubicBezTo>
                    <a:pt x="122050" y="22035"/>
                    <a:pt x="124589" y="11113"/>
                    <a:pt x="126622" y="0"/>
                  </a:cubicBezTo>
                  <a:lnTo>
                    <a:pt x="127002" y="64"/>
                  </a:lnTo>
                  <a:cubicBezTo>
                    <a:pt x="125796" y="11303"/>
                    <a:pt x="123574" y="22352"/>
                    <a:pt x="120716" y="33274"/>
                  </a:cubicBezTo>
                  <a:cubicBezTo>
                    <a:pt x="112080" y="64961"/>
                    <a:pt x="96840" y="100267"/>
                    <a:pt x="64582" y="113792"/>
                  </a:cubicBezTo>
                  <a:cubicBezTo>
                    <a:pt x="43564" y="122111"/>
                    <a:pt x="15560" y="120587"/>
                    <a:pt x="5781" y="96965"/>
                  </a:cubicBezTo>
                  <a:cubicBezTo>
                    <a:pt x="1146" y="86551"/>
                    <a:pt x="-61" y="75057"/>
                    <a:pt x="2" y="63818"/>
                  </a:cubicBezTo>
                  <a:cubicBezTo>
                    <a:pt x="129" y="52515"/>
                    <a:pt x="1464" y="41275"/>
                    <a:pt x="3877" y="30290"/>
                  </a:cubicBezTo>
                  <a:lnTo>
                    <a:pt x="4321" y="30353"/>
                  </a:lnTo>
                  <a:lnTo>
                    <a:pt x="4321" y="303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47"/>
            <p:cNvSpPr/>
            <p:nvPr/>
          </p:nvSpPr>
          <p:spPr>
            <a:xfrm>
              <a:off x="10005186" y="1909572"/>
              <a:ext cx="235775" cy="16001"/>
            </a:xfrm>
            <a:custGeom>
              <a:avLst/>
              <a:gdLst/>
              <a:ahLst/>
              <a:cxnLst/>
              <a:rect l="l" t="t" r="r" b="b"/>
              <a:pathLst>
                <a:path w="235775" h="16001" extrusionOk="0">
                  <a:moveTo>
                    <a:pt x="0" y="0"/>
                  </a:moveTo>
                  <a:lnTo>
                    <a:pt x="235776" y="0"/>
                  </a:lnTo>
                  <a:lnTo>
                    <a:pt x="235776" y="16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47"/>
            <p:cNvSpPr/>
            <p:nvPr/>
          </p:nvSpPr>
          <p:spPr>
            <a:xfrm>
              <a:off x="10015283" y="1896554"/>
              <a:ext cx="235585" cy="4191"/>
            </a:xfrm>
            <a:custGeom>
              <a:avLst/>
              <a:gdLst/>
              <a:ahLst/>
              <a:cxnLst/>
              <a:rect l="l" t="t" r="r" b="b"/>
              <a:pathLst>
                <a:path w="235585" h="4191" extrusionOk="0">
                  <a:moveTo>
                    <a:pt x="235586" y="2096"/>
                  </a:moveTo>
                  <a:cubicBezTo>
                    <a:pt x="157099" y="4890"/>
                    <a:pt x="78486" y="4890"/>
                    <a:pt x="0" y="2096"/>
                  </a:cubicBezTo>
                  <a:cubicBezTo>
                    <a:pt x="78486" y="-699"/>
                    <a:pt x="157035" y="-699"/>
                    <a:pt x="235586" y="2096"/>
                  </a:cubicBezTo>
                  <a:lnTo>
                    <a:pt x="235586" y="20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47"/>
            <p:cNvSpPr/>
            <p:nvPr/>
          </p:nvSpPr>
          <p:spPr>
            <a:xfrm>
              <a:off x="9808082" y="1982279"/>
              <a:ext cx="495335" cy="398779"/>
            </a:xfrm>
            <a:custGeom>
              <a:avLst/>
              <a:gdLst/>
              <a:ahLst/>
              <a:cxnLst/>
              <a:rect l="l" t="t" r="r" b="b"/>
              <a:pathLst>
                <a:path w="495335" h="398779" extrusionOk="0">
                  <a:moveTo>
                    <a:pt x="197104" y="0"/>
                  </a:moveTo>
                  <a:cubicBezTo>
                    <a:pt x="197104" y="0"/>
                    <a:pt x="267907" y="55181"/>
                    <a:pt x="432118" y="16319"/>
                  </a:cubicBezTo>
                  <a:cubicBezTo>
                    <a:pt x="432118" y="16319"/>
                    <a:pt x="487236" y="58293"/>
                    <a:pt x="492823" y="199390"/>
                  </a:cubicBezTo>
                  <a:cubicBezTo>
                    <a:pt x="498475" y="340487"/>
                    <a:pt x="492823" y="398780"/>
                    <a:pt x="492823" y="398780"/>
                  </a:cubicBezTo>
                  <a:lnTo>
                    <a:pt x="307849" y="398780"/>
                  </a:lnTo>
                  <a:lnTo>
                    <a:pt x="264859" y="225996"/>
                  </a:lnTo>
                  <a:lnTo>
                    <a:pt x="30861" y="263969"/>
                  </a:lnTo>
                  <a:lnTo>
                    <a:pt x="0" y="73342"/>
                  </a:lnTo>
                  <a:lnTo>
                    <a:pt x="191898" y="24447"/>
                  </a:lnTo>
                  <a:lnTo>
                    <a:pt x="197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47"/>
            <p:cNvSpPr/>
            <p:nvPr/>
          </p:nvSpPr>
          <p:spPr>
            <a:xfrm>
              <a:off x="9971710" y="1715135"/>
              <a:ext cx="12527" cy="82994"/>
            </a:xfrm>
            <a:custGeom>
              <a:avLst/>
              <a:gdLst/>
              <a:ahLst/>
              <a:cxnLst/>
              <a:rect l="l" t="t" r="r" b="b"/>
              <a:pathLst>
                <a:path w="12527" h="82994" extrusionOk="0">
                  <a:moveTo>
                    <a:pt x="12140" y="82995"/>
                  </a:moveTo>
                  <a:cubicBezTo>
                    <a:pt x="10172" y="72707"/>
                    <a:pt x="6425" y="52070"/>
                    <a:pt x="4647" y="41720"/>
                  </a:cubicBezTo>
                  <a:cubicBezTo>
                    <a:pt x="1981" y="27940"/>
                    <a:pt x="-179" y="14160"/>
                    <a:pt x="12" y="63"/>
                  </a:cubicBezTo>
                  <a:lnTo>
                    <a:pt x="393" y="0"/>
                  </a:lnTo>
                  <a:cubicBezTo>
                    <a:pt x="4584" y="13462"/>
                    <a:pt x="6489" y="27305"/>
                    <a:pt x="7886" y="41275"/>
                  </a:cubicBezTo>
                  <a:cubicBezTo>
                    <a:pt x="9156" y="51626"/>
                    <a:pt x="11506" y="72517"/>
                    <a:pt x="12521" y="82931"/>
                  </a:cubicBezTo>
                  <a:cubicBezTo>
                    <a:pt x="12585" y="82931"/>
                    <a:pt x="12140" y="82995"/>
                    <a:pt x="12140" y="82995"/>
                  </a:cubicBezTo>
                  <a:lnTo>
                    <a:pt x="12140" y="829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47"/>
            <p:cNvSpPr/>
            <p:nvPr/>
          </p:nvSpPr>
          <p:spPr>
            <a:xfrm>
              <a:off x="10193528" y="1301369"/>
              <a:ext cx="172021" cy="487807"/>
            </a:xfrm>
            <a:custGeom>
              <a:avLst/>
              <a:gdLst/>
              <a:ahLst/>
              <a:cxnLst/>
              <a:rect l="l" t="t" r="r" b="b"/>
              <a:pathLst>
                <a:path w="172021" h="487807" extrusionOk="0">
                  <a:moveTo>
                    <a:pt x="80899" y="487807"/>
                  </a:moveTo>
                  <a:lnTo>
                    <a:pt x="172021" y="12510"/>
                  </a:lnTo>
                  <a:lnTo>
                    <a:pt x="95503" y="0"/>
                  </a:lnTo>
                  <a:lnTo>
                    <a:pt x="0" y="3348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47"/>
            <p:cNvSpPr/>
            <p:nvPr/>
          </p:nvSpPr>
          <p:spPr>
            <a:xfrm>
              <a:off x="10115994" y="2372105"/>
              <a:ext cx="501015" cy="181233"/>
            </a:xfrm>
            <a:custGeom>
              <a:avLst/>
              <a:gdLst/>
              <a:ahLst/>
              <a:cxnLst/>
              <a:rect l="l" t="t" r="r" b="b"/>
              <a:pathLst>
                <a:path w="501015" h="181233" extrusionOk="0">
                  <a:moveTo>
                    <a:pt x="0" y="8954"/>
                  </a:moveTo>
                  <a:lnTo>
                    <a:pt x="16701" y="75692"/>
                  </a:lnTo>
                  <a:cubicBezTo>
                    <a:pt x="33148" y="141478"/>
                    <a:pt x="94552" y="185864"/>
                    <a:pt x="162179" y="180848"/>
                  </a:cubicBezTo>
                  <a:lnTo>
                    <a:pt x="501015" y="155702"/>
                  </a:lnTo>
                  <a:lnTo>
                    <a:pt x="501015" y="0"/>
                  </a:lnTo>
                  <a:lnTo>
                    <a:pt x="180594" y="0"/>
                  </a:lnTo>
                  <a:lnTo>
                    <a:pt x="0" y="89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47"/>
            <p:cNvSpPr/>
            <p:nvPr/>
          </p:nvSpPr>
          <p:spPr>
            <a:xfrm>
              <a:off x="9640685" y="2055622"/>
              <a:ext cx="198321" cy="457136"/>
            </a:xfrm>
            <a:custGeom>
              <a:avLst/>
              <a:gdLst/>
              <a:ahLst/>
              <a:cxnLst/>
              <a:rect l="l" t="t" r="r" b="b"/>
              <a:pathLst>
                <a:path w="198321" h="457136" extrusionOk="0">
                  <a:moveTo>
                    <a:pt x="198321" y="190627"/>
                  </a:moveTo>
                  <a:lnTo>
                    <a:pt x="167461" y="457136"/>
                  </a:lnTo>
                  <a:lnTo>
                    <a:pt x="22617" y="457136"/>
                  </a:lnTo>
                  <a:lnTo>
                    <a:pt x="329" y="147002"/>
                  </a:lnTo>
                  <a:cubicBezTo>
                    <a:pt x="-4179" y="84392"/>
                    <a:pt x="38111" y="28004"/>
                    <a:pt x="99452" y="14732"/>
                  </a:cubicBezTo>
                  <a:lnTo>
                    <a:pt x="167461" y="0"/>
                  </a:lnTo>
                  <a:lnTo>
                    <a:pt x="198321" y="1906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7"/>
            <p:cNvSpPr/>
            <p:nvPr/>
          </p:nvSpPr>
          <p:spPr>
            <a:xfrm>
              <a:off x="9693402" y="2512758"/>
              <a:ext cx="114744" cy="61468"/>
            </a:xfrm>
            <a:custGeom>
              <a:avLst/>
              <a:gdLst/>
              <a:ahLst/>
              <a:cxnLst/>
              <a:rect l="l" t="t" r="r" b="b"/>
              <a:pathLst>
                <a:path w="114744" h="61468" extrusionOk="0">
                  <a:moveTo>
                    <a:pt x="114744" y="0"/>
                  </a:moveTo>
                  <a:lnTo>
                    <a:pt x="107188" y="61468"/>
                  </a:lnTo>
                  <a:lnTo>
                    <a:pt x="0" y="614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8" name="Google Shape;1168;p47"/>
            <p:cNvGrpSpPr/>
            <p:nvPr/>
          </p:nvGrpSpPr>
          <p:grpSpPr>
            <a:xfrm>
              <a:off x="9508172" y="2522347"/>
              <a:ext cx="300164" cy="149669"/>
              <a:chOff x="9508172" y="2522347"/>
              <a:chExt cx="300164" cy="149669"/>
            </a:xfrm>
          </p:grpSpPr>
          <p:sp>
            <p:nvSpPr>
              <p:cNvPr id="1169" name="Google Shape;1169;p47"/>
              <p:cNvSpPr/>
              <p:nvPr/>
            </p:nvSpPr>
            <p:spPr>
              <a:xfrm>
                <a:off x="9508172" y="2522347"/>
                <a:ext cx="300164" cy="149669"/>
              </a:xfrm>
              <a:custGeom>
                <a:avLst/>
                <a:gdLst/>
                <a:ahLst/>
                <a:cxnLst/>
                <a:rect l="l" t="t" r="r" b="b"/>
                <a:pathLst>
                  <a:path w="300164" h="149669" extrusionOk="0">
                    <a:moveTo>
                      <a:pt x="175514" y="41783"/>
                    </a:moveTo>
                    <a:lnTo>
                      <a:pt x="273304" y="41783"/>
                    </a:lnTo>
                    <a:cubicBezTo>
                      <a:pt x="273304" y="41783"/>
                      <a:pt x="282893" y="16510"/>
                      <a:pt x="300165" y="16510"/>
                    </a:cubicBezTo>
                    <a:lnTo>
                      <a:pt x="300165" y="149670"/>
                    </a:lnTo>
                    <a:lnTo>
                      <a:pt x="0" y="149670"/>
                    </a:lnTo>
                    <a:lnTo>
                      <a:pt x="8763" y="117602"/>
                    </a:lnTo>
                    <a:cubicBezTo>
                      <a:pt x="14669" y="95948"/>
                      <a:pt x="30544" y="78549"/>
                      <a:pt x="51371" y="70866"/>
                    </a:cubicBezTo>
                    <a:lnTo>
                      <a:pt x="119824" y="45657"/>
                    </a:lnTo>
                    <a:lnTo>
                      <a:pt x="115824" y="24511"/>
                    </a:lnTo>
                    <a:cubicBezTo>
                      <a:pt x="113411" y="11811"/>
                      <a:pt x="123063" y="0"/>
                      <a:pt x="135827" y="0"/>
                    </a:cubicBezTo>
                    <a:lnTo>
                      <a:pt x="159703" y="0"/>
                    </a:lnTo>
                    <a:cubicBezTo>
                      <a:pt x="172974" y="0"/>
                      <a:pt x="182753" y="12700"/>
                      <a:pt x="179451" y="25781"/>
                    </a:cubicBezTo>
                    <a:lnTo>
                      <a:pt x="175514" y="417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47"/>
              <p:cNvSpPr/>
              <p:nvPr/>
            </p:nvSpPr>
            <p:spPr>
              <a:xfrm>
                <a:off x="9508172" y="2646743"/>
                <a:ext cx="300164" cy="25273"/>
              </a:xfrm>
              <a:custGeom>
                <a:avLst/>
                <a:gdLst/>
                <a:ahLst/>
                <a:cxnLst/>
                <a:rect l="l" t="t" r="r" b="b"/>
                <a:pathLst>
                  <a:path w="300164" h="25273" extrusionOk="0">
                    <a:moveTo>
                      <a:pt x="300165" y="25273"/>
                    </a:moveTo>
                    <a:lnTo>
                      <a:pt x="300165" y="0"/>
                    </a:lnTo>
                    <a:lnTo>
                      <a:pt x="6921" y="0"/>
                    </a:lnTo>
                    <a:lnTo>
                      <a:pt x="0" y="252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47"/>
              <p:cNvSpPr/>
              <p:nvPr/>
            </p:nvSpPr>
            <p:spPr>
              <a:xfrm>
                <a:off x="9559543" y="2590035"/>
                <a:ext cx="86741" cy="42801"/>
              </a:xfrm>
              <a:custGeom>
                <a:avLst/>
                <a:gdLst/>
                <a:ahLst/>
                <a:cxnLst/>
                <a:rect l="l" t="t" r="r" b="b"/>
                <a:pathLst>
                  <a:path w="86741" h="42801" extrusionOk="0">
                    <a:moveTo>
                      <a:pt x="0" y="2987"/>
                    </a:moveTo>
                    <a:cubicBezTo>
                      <a:pt x="34227" y="-6538"/>
                      <a:pt x="74930" y="6733"/>
                      <a:pt x="86741" y="42611"/>
                    </a:cubicBezTo>
                    <a:cubicBezTo>
                      <a:pt x="86741" y="42611"/>
                      <a:pt x="86361" y="42801"/>
                      <a:pt x="86361" y="42801"/>
                    </a:cubicBezTo>
                    <a:cubicBezTo>
                      <a:pt x="64580" y="9400"/>
                      <a:pt x="38736" y="-2347"/>
                      <a:pt x="0" y="2987"/>
                    </a:cubicBezTo>
                    <a:lnTo>
                      <a:pt x="0" y="29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2" name="Google Shape;1172;p47"/>
            <p:cNvGrpSpPr/>
            <p:nvPr/>
          </p:nvGrpSpPr>
          <p:grpSpPr>
            <a:xfrm>
              <a:off x="10617009" y="2371915"/>
              <a:ext cx="159258" cy="300164"/>
              <a:chOff x="10617009" y="2371915"/>
              <a:chExt cx="159258" cy="300164"/>
            </a:xfrm>
          </p:grpSpPr>
          <p:sp>
            <p:nvSpPr>
              <p:cNvPr id="1173" name="Google Shape;1173;p47"/>
              <p:cNvSpPr/>
              <p:nvPr/>
            </p:nvSpPr>
            <p:spPr>
              <a:xfrm>
                <a:off x="10617009" y="2372105"/>
                <a:ext cx="61404" cy="114744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114744" extrusionOk="0">
                    <a:moveTo>
                      <a:pt x="0" y="0"/>
                    </a:moveTo>
                    <a:lnTo>
                      <a:pt x="61405" y="7493"/>
                    </a:lnTo>
                    <a:lnTo>
                      <a:pt x="61405" y="114745"/>
                    </a:lnTo>
                    <a:lnTo>
                      <a:pt x="0" y="11474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74" name="Google Shape;1174;p47"/>
              <p:cNvGrpSpPr/>
              <p:nvPr/>
            </p:nvGrpSpPr>
            <p:grpSpPr>
              <a:xfrm>
                <a:off x="10626597" y="2371915"/>
                <a:ext cx="149670" cy="300164"/>
                <a:chOff x="10626597" y="2371915"/>
                <a:chExt cx="149670" cy="300164"/>
              </a:xfrm>
            </p:grpSpPr>
            <p:sp>
              <p:nvSpPr>
                <p:cNvPr id="1175" name="Google Shape;1175;p47"/>
                <p:cNvSpPr/>
                <p:nvPr/>
              </p:nvSpPr>
              <p:spPr>
                <a:xfrm>
                  <a:off x="10626597" y="2371915"/>
                  <a:ext cx="149669" cy="300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669" h="300164" extrusionOk="0">
                      <a:moveTo>
                        <a:pt x="41783" y="124651"/>
                      </a:moveTo>
                      <a:lnTo>
                        <a:pt x="41783" y="26861"/>
                      </a:lnTo>
                      <a:cubicBezTo>
                        <a:pt x="41783" y="26861"/>
                        <a:pt x="16510" y="17272"/>
                        <a:pt x="16510" y="0"/>
                      </a:cubicBezTo>
                      <a:lnTo>
                        <a:pt x="149670" y="0"/>
                      </a:lnTo>
                      <a:lnTo>
                        <a:pt x="149670" y="300164"/>
                      </a:lnTo>
                      <a:lnTo>
                        <a:pt x="117602" y="291402"/>
                      </a:lnTo>
                      <a:cubicBezTo>
                        <a:pt x="95948" y="285496"/>
                        <a:pt x="78549" y="269621"/>
                        <a:pt x="70866" y="248793"/>
                      </a:cubicBezTo>
                      <a:lnTo>
                        <a:pt x="45657" y="180340"/>
                      </a:lnTo>
                      <a:lnTo>
                        <a:pt x="24511" y="184341"/>
                      </a:lnTo>
                      <a:cubicBezTo>
                        <a:pt x="11811" y="186754"/>
                        <a:pt x="0" y="177102"/>
                        <a:pt x="0" y="164338"/>
                      </a:cubicBezTo>
                      <a:lnTo>
                        <a:pt x="0" y="140462"/>
                      </a:lnTo>
                      <a:cubicBezTo>
                        <a:pt x="0" y="127190"/>
                        <a:pt x="12700" y="117411"/>
                        <a:pt x="25781" y="120714"/>
                      </a:cubicBezTo>
                      <a:lnTo>
                        <a:pt x="41783" y="1246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6" name="Google Shape;1176;p47"/>
                <p:cNvSpPr/>
                <p:nvPr/>
              </p:nvSpPr>
              <p:spPr>
                <a:xfrm>
                  <a:off x="10750994" y="2371915"/>
                  <a:ext cx="25273" cy="300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73" h="300101" extrusionOk="0">
                      <a:moveTo>
                        <a:pt x="25274" y="0"/>
                      </a:moveTo>
                      <a:lnTo>
                        <a:pt x="0" y="0"/>
                      </a:lnTo>
                      <a:lnTo>
                        <a:pt x="0" y="293180"/>
                      </a:lnTo>
                      <a:lnTo>
                        <a:pt x="25274" y="3001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7" name="Google Shape;1177;p47"/>
                <p:cNvSpPr/>
                <p:nvPr/>
              </p:nvSpPr>
              <p:spPr>
                <a:xfrm>
                  <a:off x="10694286" y="2533904"/>
                  <a:ext cx="42801" cy="8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01" h="86741" extrusionOk="0">
                      <a:moveTo>
                        <a:pt x="2987" y="86741"/>
                      </a:moveTo>
                      <a:cubicBezTo>
                        <a:pt x="-6538" y="52514"/>
                        <a:pt x="6733" y="11811"/>
                        <a:pt x="42611" y="0"/>
                      </a:cubicBezTo>
                      <a:cubicBezTo>
                        <a:pt x="42611" y="0"/>
                        <a:pt x="42801" y="381"/>
                        <a:pt x="42801" y="381"/>
                      </a:cubicBezTo>
                      <a:cubicBezTo>
                        <a:pt x="9400" y="22225"/>
                        <a:pt x="-2347" y="48006"/>
                        <a:pt x="2987" y="86741"/>
                      </a:cubicBezTo>
                      <a:lnTo>
                        <a:pt x="2987" y="8674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78" name="Google Shape;1178;p47"/>
            <p:cNvSpPr/>
            <p:nvPr/>
          </p:nvSpPr>
          <p:spPr>
            <a:xfrm>
              <a:off x="10045509" y="2090166"/>
              <a:ext cx="27685" cy="118173"/>
            </a:xfrm>
            <a:custGeom>
              <a:avLst/>
              <a:gdLst/>
              <a:ahLst/>
              <a:cxnLst/>
              <a:rect l="l" t="t" r="r" b="b"/>
              <a:pathLst>
                <a:path w="27685" h="118173" extrusionOk="0">
                  <a:moveTo>
                    <a:pt x="27305" y="118173"/>
                  </a:moveTo>
                  <a:cubicBezTo>
                    <a:pt x="23432" y="103568"/>
                    <a:pt x="15939" y="74104"/>
                    <a:pt x="12256" y="59436"/>
                  </a:cubicBezTo>
                  <a:cubicBezTo>
                    <a:pt x="7048" y="39878"/>
                    <a:pt x="2349" y="20193"/>
                    <a:pt x="0" y="64"/>
                  </a:cubicBezTo>
                  <a:cubicBezTo>
                    <a:pt x="0" y="64"/>
                    <a:pt x="381" y="0"/>
                    <a:pt x="381" y="0"/>
                  </a:cubicBezTo>
                  <a:cubicBezTo>
                    <a:pt x="7112" y="19177"/>
                    <a:pt x="11494" y="38862"/>
                    <a:pt x="15431" y="58738"/>
                  </a:cubicBezTo>
                  <a:cubicBezTo>
                    <a:pt x="18606" y="73533"/>
                    <a:pt x="24765" y="103314"/>
                    <a:pt x="27686" y="118110"/>
                  </a:cubicBezTo>
                  <a:cubicBezTo>
                    <a:pt x="27686" y="118110"/>
                    <a:pt x="27305" y="118173"/>
                    <a:pt x="27305" y="118173"/>
                  </a:cubicBezTo>
                  <a:lnTo>
                    <a:pt x="27305" y="11817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10003091" y="1909572"/>
              <a:ext cx="4214" cy="62357"/>
            </a:xfrm>
            <a:custGeom>
              <a:avLst/>
              <a:gdLst/>
              <a:ahLst/>
              <a:cxnLst/>
              <a:rect l="l" t="t" r="r" b="b"/>
              <a:pathLst>
                <a:path w="4214" h="62357" extrusionOk="0">
                  <a:moveTo>
                    <a:pt x="2095" y="62357"/>
                  </a:moveTo>
                  <a:cubicBezTo>
                    <a:pt x="-698" y="41656"/>
                    <a:pt x="-698" y="20638"/>
                    <a:pt x="2095" y="0"/>
                  </a:cubicBezTo>
                  <a:cubicBezTo>
                    <a:pt x="4952" y="20638"/>
                    <a:pt x="4890" y="41720"/>
                    <a:pt x="2095" y="62357"/>
                  </a:cubicBezTo>
                  <a:lnTo>
                    <a:pt x="2095" y="623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10289031" y="1243393"/>
              <a:ext cx="86550" cy="70485"/>
            </a:xfrm>
            <a:custGeom>
              <a:avLst/>
              <a:gdLst/>
              <a:ahLst/>
              <a:cxnLst/>
              <a:rect l="l" t="t" r="r" b="b"/>
              <a:pathLst>
                <a:path w="86550" h="70485" extrusionOk="0">
                  <a:moveTo>
                    <a:pt x="76518" y="70485"/>
                  </a:moveTo>
                  <a:lnTo>
                    <a:pt x="86551" y="9081"/>
                  </a:lnTo>
                  <a:lnTo>
                    <a:pt x="8763" y="0"/>
                  </a:lnTo>
                  <a:lnTo>
                    <a:pt x="6541" y="8763"/>
                  </a:lnTo>
                  <a:lnTo>
                    <a:pt x="0" y="579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10351643" y="1221549"/>
              <a:ext cx="23938" cy="30924"/>
            </a:xfrm>
            <a:custGeom>
              <a:avLst/>
              <a:gdLst/>
              <a:ahLst/>
              <a:cxnLst/>
              <a:rect l="l" t="t" r="r" b="b"/>
              <a:pathLst>
                <a:path w="23938" h="30924" extrusionOk="0">
                  <a:moveTo>
                    <a:pt x="23939" y="30925"/>
                  </a:moveTo>
                  <a:lnTo>
                    <a:pt x="23939" y="7874"/>
                  </a:lnTo>
                  <a:cubicBezTo>
                    <a:pt x="23939" y="3493"/>
                    <a:pt x="19876" y="0"/>
                    <a:pt x="14922" y="0"/>
                  </a:cubicBezTo>
                  <a:lnTo>
                    <a:pt x="14922" y="0"/>
                  </a:lnTo>
                  <a:cubicBezTo>
                    <a:pt x="10668" y="0"/>
                    <a:pt x="7048" y="2540"/>
                    <a:pt x="6096" y="6160"/>
                  </a:cubicBezTo>
                  <a:lnTo>
                    <a:pt x="0" y="30036"/>
                  </a:lnTo>
                  <a:lnTo>
                    <a:pt x="23939" y="309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10333481" y="1221549"/>
              <a:ext cx="23939" cy="30924"/>
            </a:xfrm>
            <a:custGeom>
              <a:avLst/>
              <a:gdLst/>
              <a:ahLst/>
              <a:cxnLst/>
              <a:rect l="l" t="t" r="r" b="b"/>
              <a:pathLst>
                <a:path w="23939" h="30924" extrusionOk="0">
                  <a:moveTo>
                    <a:pt x="23940" y="30925"/>
                  </a:moveTo>
                  <a:lnTo>
                    <a:pt x="23940" y="7874"/>
                  </a:lnTo>
                  <a:cubicBezTo>
                    <a:pt x="23940" y="3493"/>
                    <a:pt x="19876" y="0"/>
                    <a:pt x="14923" y="0"/>
                  </a:cubicBezTo>
                  <a:lnTo>
                    <a:pt x="14923" y="0"/>
                  </a:lnTo>
                  <a:cubicBezTo>
                    <a:pt x="10668" y="0"/>
                    <a:pt x="7049" y="2540"/>
                    <a:pt x="6097" y="6160"/>
                  </a:cubicBezTo>
                  <a:lnTo>
                    <a:pt x="0" y="30036"/>
                  </a:lnTo>
                  <a:lnTo>
                    <a:pt x="23940" y="309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10314114" y="1221549"/>
              <a:ext cx="23939" cy="30924"/>
            </a:xfrm>
            <a:custGeom>
              <a:avLst/>
              <a:gdLst/>
              <a:ahLst/>
              <a:cxnLst/>
              <a:rect l="l" t="t" r="r" b="b"/>
              <a:pathLst>
                <a:path w="23939" h="30924" extrusionOk="0">
                  <a:moveTo>
                    <a:pt x="23940" y="30925"/>
                  </a:moveTo>
                  <a:lnTo>
                    <a:pt x="23940" y="7874"/>
                  </a:lnTo>
                  <a:cubicBezTo>
                    <a:pt x="23940" y="3493"/>
                    <a:pt x="19876" y="0"/>
                    <a:pt x="14922" y="0"/>
                  </a:cubicBezTo>
                  <a:lnTo>
                    <a:pt x="14922" y="0"/>
                  </a:lnTo>
                  <a:cubicBezTo>
                    <a:pt x="10668" y="0"/>
                    <a:pt x="7048" y="2540"/>
                    <a:pt x="6096" y="6160"/>
                  </a:cubicBezTo>
                  <a:lnTo>
                    <a:pt x="0" y="30036"/>
                  </a:lnTo>
                  <a:lnTo>
                    <a:pt x="23940" y="309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10295508" y="1222121"/>
              <a:ext cx="23939" cy="30924"/>
            </a:xfrm>
            <a:custGeom>
              <a:avLst/>
              <a:gdLst/>
              <a:ahLst/>
              <a:cxnLst/>
              <a:rect l="l" t="t" r="r" b="b"/>
              <a:pathLst>
                <a:path w="23939" h="30924" extrusionOk="0">
                  <a:moveTo>
                    <a:pt x="23940" y="30924"/>
                  </a:moveTo>
                  <a:lnTo>
                    <a:pt x="23940" y="7874"/>
                  </a:lnTo>
                  <a:cubicBezTo>
                    <a:pt x="23940" y="3492"/>
                    <a:pt x="19876" y="0"/>
                    <a:pt x="14922" y="0"/>
                  </a:cubicBezTo>
                  <a:lnTo>
                    <a:pt x="14922" y="0"/>
                  </a:lnTo>
                  <a:cubicBezTo>
                    <a:pt x="10668" y="0"/>
                    <a:pt x="7048" y="2540"/>
                    <a:pt x="6097" y="6159"/>
                  </a:cubicBezTo>
                  <a:lnTo>
                    <a:pt x="0" y="30035"/>
                  </a:lnTo>
                  <a:lnTo>
                    <a:pt x="23940" y="309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5" name="Google Shape;1185;p47"/>
            <p:cNvGrpSpPr/>
            <p:nvPr/>
          </p:nvGrpSpPr>
          <p:grpSpPr>
            <a:xfrm>
              <a:off x="10204053" y="1200150"/>
              <a:ext cx="119221" cy="99567"/>
              <a:chOff x="10204053" y="1200150"/>
              <a:chExt cx="119221" cy="99567"/>
            </a:xfrm>
          </p:grpSpPr>
          <p:sp>
            <p:nvSpPr>
              <p:cNvPr id="1186" name="Google Shape;1186;p47"/>
              <p:cNvSpPr/>
              <p:nvPr/>
            </p:nvSpPr>
            <p:spPr>
              <a:xfrm>
                <a:off x="10216626" y="1200150"/>
                <a:ext cx="106648" cy="99567"/>
              </a:xfrm>
              <a:custGeom>
                <a:avLst/>
                <a:gdLst/>
                <a:ahLst/>
                <a:cxnLst/>
                <a:rect l="l" t="t" r="r" b="b"/>
                <a:pathLst>
                  <a:path w="106648" h="99567" extrusionOk="0">
                    <a:moveTo>
                      <a:pt x="66691" y="0"/>
                    </a:moveTo>
                    <a:lnTo>
                      <a:pt x="39957" y="0"/>
                    </a:lnTo>
                    <a:cubicBezTo>
                      <a:pt x="30432" y="0"/>
                      <a:pt x="21669" y="5080"/>
                      <a:pt x="16907" y="13335"/>
                    </a:cubicBezTo>
                    <a:lnTo>
                      <a:pt x="3572" y="36449"/>
                    </a:lnTo>
                    <a:cubicBezTo>
                      <a:pt x="-1191" y="44704"/>
                      <a:pt x="-1191" y="54864"/>
                      <a:pt x="3572" y="63119"/>
                    </a:cubicBezTo>
                    <a:lnTo>
                      <a:pt x="16907" y="86233"/>
                    </a:lnTo>
                    <a:cubicBezTo>
                      <a:pt x="21669" y="94488"/>
                      <a:pt x="30496" y="99568"/>
                      <a:pt x="39957" y="99568"/>
                    </a:cubicBezTo>
                    <a:lnTo>
                      <a:pt x="66691" y="99568"/>
                    </a:lnTo>
                    <a:cubicBezTo>
                      <a:pt x="76216" y="99568"/>
                      <a:pt x="84979" y="94488"/>
                      <a:pt x="89742" y="86233"/>
                    </a:cubicBezTo>
                    <a:lnTo>
                      <a:pt x="103077" y="63119"/>
                    </a:lnTo>
                    <a:cubicBezTo>
                      <a:pt x="107839" y="54864"/>
                      <a:pt x="107839" y="44704"/>
                      <a:pt x="103077" y="36449"/>
                    </a:cubicBezTo>
                    <a:lnTo>
                      <a:pt x="89742" y="13335"/>
                    </a:lnTo>
                    <a:cubicBezTo>
                      <a:pt x="84979" y="5080"/>
                      <a:pt x="76216" y="0"/>
                      <a:pt x="666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47"/>
              <p:cNvSpPr/>
              <p:nvPr/>
            </p:nvSpPr>
            <p:spPr>
              <a:xfrm>
                <a:off x="10204053" y="1200150"/>
                <a:ext cx="106648" cy="99567"/>
              </a:xfrm>
              <a:custGeom>
                <a:avLst/>
                <a:gdLst/>
                <a:ahLst/>
                <a:cxnLst/>
                <a:rect l="l" t="t" r="r" b="b"/>
                <a:pathLst>
                  <a:path w="106648" h="99567" extrusionOk="0">
                    <a:moveTo>
                      <a:pt x="66691" y="0"/>
                    </a:moveTo>
                    <a:lnTo>
                      <a:pt x="39957" y="0"/>
                    </a:lnTo>
                    <a:cubicBezTo>
                      <a:pt x="30432" y="0"/>
                      <a:pt x="21669" y="5080"/>
                      <a:pt x="16907" y="13335"/>
                    </a:cubicBezTo>
                    <a:lnTo>
                      <a:pt x="3572" y="36449"/>
                    </a:lnTo>
                    <a:cubicBezTo>
                      <a:pt x="-1191" y="44704"/>
                      <a:pt x="-1191" y="54864"/>
                      <a:pt x="3572" y="63119"/>
                    </a:cubicBezTo>
                    <a:lnTo>
                      <a:pt x="16907" y="86233"/>
                    </a:lnTo>
                    <a:cubicBezTo>
                      <a:pt x="21669" y="94488"/>
                      <a:pt x="30496" y="99568"/>
                      <a:pt x="39957" y="99568"/>
                    </a:cubicBezTo>
                    <a:lnTo>
                      <a:pt x="66691" y="99568"/>
                    </a:lnTo>
                    <a:cubicBezTo>
                      <a:pt x="76216" y="99568"/>
                      <a:pt x="84979" y="94488"/>
                      <a:pt x="89741" y="86233"/>
                    </a:cubicBezTo>
                    <a:lnTo>
                      <a:pt x="103077" y="63119"/>
                    </a:lnTo>
                    <a:cubicBezTo>
                      <a:pt x="107839" y="54864"/>
                      <a:pt x="107839" y="44704"/>
                      <a:pt x="103077" y="36449"/>
                    </a:cubicBezTo>
                    <a:lnTo>
                      <a:pt x="89741" y="13335"/>
                    </a:lnTo>
                    <a:cubicBezTo>
                      <a:pt x="85042" y="5080"/>
                      <a:pt x="76216" y="0"/>
                      <a:pt x="666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47"/>
              <p:cNvSpPr/>
              <p:nvPr/>
            </p:nvSpPr>
            <p:spPr>
              <a:xfrm>
                <a:off x="10234866" y="1227645"/>
                <a:ext cx="45084" cy="44577"/>
              </a:xfrm>
              <a:custGeom>
                <a:avLst/>
                <a:gdLst/>
                <a:ahLst/>
                <a:cxnLst/>
                <a:rect l="l" t="t" r="r" b="b"/>
                <a:pathLst>
                  <a:path w="45084" h="44577" extrusionOk="0">
                    <a:moveTo>
                      <a:pt x="22542" y="10477"/>
                    </a:moveTo>
                    <a:lnTo>
                      <a:pt x="28956" y="0"/>
                    </a:lnTo>
                    <a:lnTo>
                      <a:pt x="28702" y="12255"/>
                    </a:lnTo>
                    <a:lnTo>
                      <a:pt x="39751" y="6921"/>
                    </a:lnTo>
                    <a:lnTo>
                      <a:pt x="32893" y="17082"/>
                    </a:lnTo>
                    <a:lnTo>
                      <a:pt x="45085" y="18605"/>
                    </a:lnTo>
                    <a:lnTo>
                      <a:pt x="33782" y="23432"/>
                    </a:lnTo>
                    <a:lnTo>
                      <a:pt x="43243" y="31305"/>
                    </a:lnTo>
                    <a:lnTo>
                      <a:pt x="31114" y="29274"/>
                    </a:lnTo>
                    <a:lnTo>
                      <a:pt x="34861" y="40957"/>
                    </a:lnTo>
                    <a:lnTo>
                      <a:pt x="25717" y="32766"/>
                    </a:lnTo>
                    <a:lnTo>
                      <a:pt x="22542" y="44577"/>
                    </a:lnTo>
                    <a:lnTo>
                      <a:pt x="19367" y="32766"/>
                    </a:lnTo>
                    <a:lnTo>
                      <a:pt x="10223" y="40957"/>
                    </a:lnTo>
                    <a:lnTo>
                      <a:pt x="13970" y="29274"/>
                    </a:lnTo>
                    <a:lnTo>
                      <a:pt x="1841" y="31305"/>
                    </a:lnTo>
                    <a:lnTo>
                      <a:pt x="11302" y="23432"/>
                    </a:lnTo>
                    <a:lnTo>
                      <a:pt x="0" y="18605"/>
                    </a:lnTo>
                    <a:lnTo>
                      <a:pt x="12192" y="17082"/>
                    </a:lnTo>
                    <a:lnTo>
                      <a:pt x="5334" y="6921"/>
                    </a:lnTo>
                    <a:lnTo>
                      <a:pt x="16383" y="12255"/>
                    </a:lnTo>
                    <a:lnTo>
                      <a:pt x="161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9" name="Google Shape;1189;p47"/>
            <p:cNvSpPr/>
            <p:nvPr/>
          </p:nvSpPr>
          <p:spPr>
            <a:xfrm>
              <a:off x="9881507" y="2024340"/>
              <a:ext cx="46515" cy="65832"/>
            </a:xfrm>
            <a:custGeom>
              <a:avLst/>
              <a:gdLst/>
              <a:ahLst/>
              <a:cxnLst/>
              <a:rect l="l" t="t" r="r" b="b"/>
              <a:pathLst>
                <a:path w="46515" h="65832" extrusionOk="0">
                  <a:moveTo>
                    <a:pt x="5633" y="2516"/>
                  </a:moveTo>
                  <a:cubicBezTo>
                    <a:pt x="-717" y="7532"/>
                    <a:pt x="-1860" y="16994"/>
                    <a:pt x="3030" y="24296"/>
                  </a:cubicBezTo>
                  <a:lnTo>
                    <a:pt x="28620" y="62332"/>
                  </a:lnTo>
                  <a:cubicBezTo>
                    <a:pt x="31922" y="66460"/>
                    <a:pt x="38145" y="67032"/>
                    <a:pt x="42526" y="63539"/>
                  </a:cubicBezTo>
                  <a:lnTo>
                    <a:pt x="42526" y="63539"/>
                  </a:lnTo>
                  <a:cubicBezTo>
                    <a:pt x="46274" y="60618"/>
                    <a:pt x="47543" y="55601"/>
                    <a:pt x="45638" y="51538"/>
                  </a:cubicBezTo>
                  <a:lnTo>
                    <a:pt x="25445" y="8167"/>
                  </a:lnTo>
                  <a:cubicBezTo>
                    <a:pt x="21635" y="293"/>
                    <a:pt x="11920" y="-2501"/>
                    <a:pt x="5633" y="2516"/>
                  </a:cubicBezTo>
                  <a:lnTo>
                    <a:pt x="5633" y="251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47"/>
            <p:cNvSpPr/>
            <p:nvPr/>
          </p:nvSpPr>
          <p:spPr>
            <a:xfrm>
              <a:off x="9903529" y="2017351"/>
              <a:ext cx="50452" cy="71329"/>
            </a:xfrm>
            <a:custGeom>
              <a:avLst/>
              <a:gdLst/>
              <a:ahLst/>
              <a:cxnLst/>
              <a:rect l="l" t="t" r="r" b="b"/>
              <a:pathLst>
                <a:path w="50452" h="71329" extrusionOk="0">
                  <a:moveTo>
                    <a:pt x="5264" y="2330"/>
                  </a:moveTo>
                  <a:cubicBezTo>
                    <a:pt x="-1086" y="7346"/>
                    <a:pt x="-1784" y="17379"/>
                    <a:pt x="3677" y="25380"/>
                  </a:cubicBezTo>
                  <a:lnTo>
                    <a:pt x="32252" y="67227"/>
                  </a:lnTo>
                  <a:cubicBezTo>
                    <a:pt x="35872" y="71799"/>
                    <a:pt x="42349" y="72688"/>
                    <a:pt x="46730" y="69195"/>
                  </a:cubicBezTo>
                  <a:lnTo>
                    <a:pt x="46730" y="69195"/>
                  </a:lnTo>
                  <a:cubicBezTo>
                    <a:pt x="50477" y="66274"/>
                    <a:pt x="51492" y="61004"/>
                    <a:pt x="49334" y="56559"/>
                  </a:cubicBezTo>
                  <a:lnTo>
                    <a:pt x="26029" y="9315"/>
                  </a:lnTo>
                  <a:cubicBezTo>
                    <a:pt x="21838" y="742"/>
                    <a:pt x="11614" y="-2687"/>
                    <a:pt x="5264" y="2330"/>
                  </a:cubicBezTo>
                  <a:lnTo>
                    <a:pt x="5264" y="233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47"/>
            <p:cNvSpPr/>
            <p:nvPr/>
          </p:nvSpPr>
          <p:spPr>
            <a:xfrm>
              <a:off x="9923713" y="2008398"/>
              <a:ext cx="55249" cy="77657"/>
            </a:xfrm>
            <a:custGeom>
              <a:avLst/>
              <a:gdLst/>
              <a:ahLst/>
              <a:cxnLst/>
              <a:rect l="l" t="t" r="r" b="b"/>
              <a:pathLst>
                <a:path w="55249" h="77657" extrusionOk="0">
                  <a:moveTo>
                    <a:pt x="4893" y="2139"/>
                  </a:moveTo>
                  <a:cubicBezTo>
                    <a:pt x="-1457" y="7155"/>
                    <a:pt x="-1648" y="17823"/>
                    <a:pt x="4448" y="26650"/>
                  </a:cubicBezTo>
                  <a:lnTo>
                    <a:pt x="36516" y="72814"/>
                  </a:lnTo>
                  <a:cubicBezTo>
                    <a:pt x="40516" y="77894"/>
                    <a:pt x="47374" y="79164"/>
                    <a:pt x="51755" y="75735"/>
                  </a:cubicBezTo>
                  <a:lnTo>
                    <a:pt x="51755" y="75735"/>
                  </a:lnTo>
                  <a:cubicBezTo>
                    <a:pt x="55502" y="72814"/>
                    <a:pt x="56328" y="67226"/>
                    <a:pt x="53787" y="62400"/>
                  </a:cubicBezTo>
                  <a:lnTo>
                    <a:pt x="26991" y="10711"/>
                  </a:lnTo>
                  <a:cubicBezTo>
                    <a:pt x="22101" y="1313"/>
                    <a:pt x="11243" y="-2878"/>
                    <a:pt x="4893" y="2139"/>
                  </a:cubicBezTo>
                  <a:lnTo>
                    <a:pt x="4893" y="21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47"/>
            <p:cNvSpPr/>
            <p:nvPr/>
          </p:nvSpPr>
          <p:spPr>
            <a:xfrm>
              <a:off x="9946391" y="2004206"/>
              <a:ext cx="50452" cy="71329"/>
            </a:xfrm>
            <a:custGeom>
              <a:avLst/>
              <a:gdLst/>
              <a:ahLst/>
              <a:cxnLst/>
              <a:rect l="l" t="t" r="r" b="b"/>
              <a:pathLst>
                <a:path w="50452" h="71329" extrusionOk="0">
                  <a:moveTo>
                    <a:pt x="5264" y="2330"/>
                  </a:moveTo>
                  <a:cubicBezTo>
                    <a:pt x="-1086" y="7346"/>
                    <a:pt x="-1784" y="17379"/>
                    <a:pt x="3677" y="25380"/>
                  </a:cubicBezTo>
                  <a:lnTo>
                    <a:pt x="32252" y="67227"/>
                  </a:lnTo>
                  <a:cubicBezTo>
                    <a:pt x="35872" y="71799"/>
                    <a:pt x="42349" y="72688"/>
                    <a:pt x="46730" y="69195"/>
                  </a:cubicBezTo>
                  <a:lnTo>
                    <a:pt x="46730" y="69195"/>
                  </a:lnTo>
                  <a:cubicBezTo>
                    <a:pt x="50477" y="66274"/>
                    <a:pt x="51492" y="61004"/>
                    <a:pt x="49334" y="56559"/>
                  </a:cubicBezTo>
                  <a:lnTo>
                    <a:pt x="26029" y="9315"/>
                  </a:lnTo>
                  <a:cubicBezTo>
                    <a:pt x="21838" y="742"/>
                    <a:pt x="11551" y="-2687"/>
                    <a:pt x="5264" y="2330"/>
                  </a:cubicBezTo>
                  <a:lnTo>
                    <a:pt x="5264" y="233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7"/>
            <p:cNvSpPr/>
            <p:nvPr/>
          </p:nvSpPr>
          <p:spPr>
            <a:xfrm>
              <a:off x="9900411" y="2003959"/>
              <a:ext cx="72263" cy="26135"/>
            </a:xfrm>
            <a:custGeom>
              <a:avLst/>
              <a:gdLst/>
              <a:ahLst/>
              <a:cxnLst/>
              <a:rect l="l" t="t" r="r" b="b"/>
              <a:pathLst>
                <a:path w="72263" h="26135" extrusionOk="0">
                  <a:moveTo>
                    <a:pt x="71882" y="9626"/>
                  </a:moveTo>
                  <a:cubicBezTo>
                    <a:pt x="66167" y="1307"/>
                    <a:pt x="52388" y="-979"/>
                    <a:pt x="49784" y="10832"/>
                  </a:cubicBezTo>
                  <a:cubicBezTo>
                    <a:pt x="49784" y="10832"/>
                    <a:pt x="48705" y="16420"/>
                    <a:pt x="48705" y="16420"/>
                  </a:cubicBezTo>
                  <a:lnTo>
                    <a:pt x="44132" y="12356"/>
                  </a:lnTo>
                  <a:cubicBezTo>
                    <a:pt x="40577" y="9054"/>
                    <a:pt x="34544" y="6387"/>
                    <a:pt x="30480" y="9372"/>
                  </a:cubicBezTo>
                  <a:lnTo>
                    <a:pt x="28257" y="10134"/>
                  </a:lnTo>
                  <a:lnTo>
                    <a:pt x="30480" y="9372"/>
                  </a:lnTo>
                  <a:cubicBezTo>
                    <a:pt x="26733" y="11975"/>
                    <a:pt x="26480" y="17690"/>
                    <a:pt x="25908" y="21818"/>
                  </a:cubicBezTo>
                  <a:lnTo>
                    <a:pt x="21654" y="18770"/>
                  </a:lnTo>
                  <a:cubicBezTo>
                    <a:pt x="14097" y="12991"/>
                    <a:pt x="5906" y="17373"/>
                    <a:pt x="3810" y="26136"/>
                  </a:cubicBezTo>
                  <a:cubicBezTo>
                    <a:pt x="2667" y="24739"/>
                    <a:pt x="1524" y="23215"/>
                    <a:pt x="0" y="22135"/>
                  </a:cubicBezTo>
                  <a:lnTo>
                    <a:pt x="191" y="21754"/>
                  </a:lnTo>
                  <a:cubicBezTo>
                    <a:pt x="1460" y="22389"/>
                    <a:pt x="2604" y="23215"/>
                    <a:pt x="3619" y="24231"/>
                  </a:cubicBezTo>
                  <a:lnTo>
                    <a:pt x="3239" y="24358"/>
                  </a:lnTo>
                  <a:cubicBezTo>
                    <a:pt x="4191" y="17690"/>
                    <a:pt x="10541" y="11912"/>
                    <a:pt x="17463" y="13372"/>
                  </a:cubicBezTo>
                  <a:cubicBezTo>
                    <a:pt x="19685" y="13753"/>
                    <a:pt x="21781" y="14642"/>
                    <a:pt x="23622" y="15849"/>
                  </a:cubicBezTo>
                  <a:lnTo>
                    <a:pt x="23114" y="16103"/>
                  </a:lnTo>
                  <a:cubicBezTo>
                    <a:pt x="24447" y="2577"/>
                    <a:pt x="38036" y="736"/>
                    <a:pt x="46799" y="9816"/>
                  </a:cubicBezTo>
                  <a:cubicBezTo>
                    <a:pt x="46799" y="9816"/>
                    <a:pt x="46228" y="9943"/>
                    <a:pt x="46228" y="9943"/>
                  </a:cubicBezTo>
                  <a:cubicBezTo>
                    <a:pt x="47561" y="4292"/>
                    <a:pt x="52832" y="-471"/>
                    <a:pt x="58801" y="37"/>
                  </a:cubicBezTo>
                  <a:cubicBezTo>
                    <a:pt x="64643" y="355"/>
                    <a:pt x="69723" y="4419"/>
                    <a:pt x="72263" y="9499"/>
                  </a:cubicBezTo>
                  <a:lnTo>
                    <a:pt x="71882" y="9626"/>
                  </a:lnTo>
                  <a:lnTo>
                    <a:pt x="71882" y="96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47"/>
            <p:cNvSpPr/>
            <p:nvPr/>
          </p:nvSpPr>
          <p:spPr>
            <a:xfrm>
              <a:off x="9946893" y="2013902"/>
              <a:ext cx="28321" cy="52514"/>
            </a:xfrm>
            <a:custGeom>
              <a:avLst/>
              <a:gdLst/>
              <a:ahLst/>
              <a:cxnLst/>
              <a:rect l="l" t="t" r="r" b="b"/>
              <a:pathLst>
                <a:path w="28321" h="52514" extrusionOk="0">
                  <a:moveTo>
                    <a:pt x="0" y="0"/>
                  </a:moveTo>
                  <a:cubicBezTo>
                    <a:pt x="11812" y="16065"/>
                    <a:pt x="21400" y="33782"/>
                    <a:pt x="28322" y="52515"/>
                  </a:cubicBezTo>
                  <a:cubicBezTo>
                    <a:pt x="16511" y="36449"/>
                    <a:pt x="6986" y="1873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47"/>
            <p:cNvSpPr/>
            <p:nvPr/>
          </p:nvSpPr>
          <p:spPr>
            <a:xfrm>
              <a:off x="9923843" y="2019998"/>
              <a:ext cx="24447" cy="44513"/>
            </a:xfrm>
            <a:custGeom>
              <a:avLst/>
              <a:gdLst/>
              <a:ahLst/>
              <a:cxnLst/>
              <a:rect l="l" t="t" r="r" b="b"/>
              <a:pathLst>
                <a:path w="24447" h="44513" extrusionOk="0">
                  <a:moveTo>
                    <a:pt x="0" y="0"/>
                  </a:moveTo>
                  <a:cubicBezTo>
                    <a:pt x="10540" y="13399"/>
                    <a:pt x="18796" y="28448"/>
                    <a:pt x="24447" y="44514"/>
                  </a:cubicBezTo>
                  <a:cubicBezTo>
                    <a:pt x="13906" y="31115"/>
                    <a:pt x="5651" y="16066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47"/>
            <p:cNvSpPr/>
            <p:nvPr/>
          </p:nvSpPr>
          <p:spPr>
            <a:xfrm>
              <a:off x="9903841" y="2028253"/>
              <a:ext cx="18605" cy="37464"/>
            </a:xfrm>
            <a:custGeom>
              <a:avLst/>
              <a:gdLst/>
              <a:ahLst/>
              <a:cxnLst/>
              <a:rect l="l" t="t" r="r" b="b"/>
              <a:pathLst>
                <a:path w="18605" h="37464" extrusionOk="0">
                  <a:moveTo>
                    <a:pt x="0" y="0"/>
                  </a:moveTo>
                  <a:cubicBezTo>
                    <a:pt x="8636" y="11113"/>
                    <a:pt x="14986" y="23876"/>
                    <a:pt x="18605" y="37465"/>
                  </a:cubicBezTo>
                  <a:cubicBezTo>
                    <a:pt x="9906" y="26352"/>
                    <a:pt x="3619" y="13589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47"/>
            <p:cNvSpPr/>
            <p:nvPr/>
          </p:nvSpPr>
          <p:spPr>
            <a:xfrm>
              <a:off x="10278173" y="1313878"/>
              <a:ext cx="85470" cy="32892"/>
            </a:xfrm>
            <a:custGeom>
              <a:avLst/>
              <a:gdLst/>
              <a:ahLst/>
              <a:cxnLst/>
              <a:rect l="l" t="t" r="r" b="b"/>
              <a:pathLst>
                <a:path w="85470" h="32892" extrusionOk="0">
                  <a:moveTo>
                    <a:pt x="0" y="25718"/>
                  </a:moveTo>
                  <a:lnTo>
                    <a:pt x="81090" y="32893"/>
                  </a:lnTo>
                  <a:lnTo>
                    <a:pt x="85471" y="9969"/>
                  </a:lnTo>
                  <a:lnTo>
                    <a:pt x="73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47"/>
            <p:cNvSpPr/>
            <p:nvPr/>
          </p:nvSpPr>
          <p:spPr>
            <a:xfrm>
              <a:off x="10310204" y="1312063"/>
              <a:ext cx="40713" cy="40694"/>
            </a:xfrm>
            <a:custGeom>
              <a:avLst/>
              <a:gdLst/>
              <a:ahLst/>
              <a:cxnLst/>
              <a:rect l="l" t="t" r="r" b="b"/>
              <a:pathLst>
                <a:path w="40713" h="40694" extrusionOk="0">
                  <a:moveTo>
                    <a:pt x="26326" y="40550"/>
                  </a:moveTo>
                  <a:lnTo>
                    <a:pt x="7529" y="37057"/>
                  </a:lnTo>
                  <a:cubicBezTo>
                    <a:pt x="2513" y="36105"/>
                    <a:pt x="-789" y="31342"/>
                    <a:pt x="164" y="26326"/>
                  </a:cubicBezTo>
                  <a:lnTo>
                    <a:pt x="3656" y="7530"/>
                  </a:lnTo>
                  <a:cubicBezTo>
                    <a:pt x="4608" y="2513"/>
                    <a:pt x="9371" y="-789"/>
                    <a:pt x="14388" y="164"/>
                  </a:cubicBezTo>
                  <a:lnTo>
                    <a:pt x="33183" y="3656"/>
                  </a:lnTo>
                  <a:cubicBezTo>
                    <a:pt x="38200" y="4609"/>
                    <a:pt x="41502" y="9371"/>
                    <a:pt x="40550" y="14388"/>
                  </a:cubicBezTo>
                  <a:lnTo>
                    <a:pt x="37057" y="33184"/>
                  </a:lnTo>
                  <a:cubicBezTo>
                    <a:pt x="36104" y="38137"/>
                    <a:pt x="31342" y="41439"/>
                    <a:pt x="26326" y="405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9" name="Google Shape;1199;p47"/>
          <p:cNvGrpSpPr/>
          <p:nvPr/>
        </p:nvGrpSpPr>
        <p:grpSpPr>
          <a:xfrm>
            <a:off x="8233695" y="-2645716"/>
            <a:ext cx="899398" cy="230085"/>
            <a:chOff x="4350004" y="4806124"/>
            <a:chExt cx="1499997" cy="383730"/>
          </a:xfrm>
        </p:grpSpPr>
        <p:sp>
          <p:nvSpPr>
            <p:cNvPr id="1200" name="Google Shape;1200;p47"/>
            <p:cNvSpPr/>
            <p:nvPr/>
          </p:nvSpPr>
          <p:spPr>
            <a:xfrm>
              <a:off x="4350004" y="4974971"/>
              <a:ext cx="1499997" cy="45910"/>
            </a:xfrm>
            <a:custGeom>
              <a:avLst/>
              <a:gdLst/>
              <a:ahLst/>
              <a:cxnLst/>
              <a:rect l="l" t="t" r="r" b="b"/>
              <a:pathLst>
                <a:path w="1499997" h="45910" extrusionOk="0">
                  <a:moveTo>
                    <a:pt x="0" y="0"/>
                  </a:moveTo>
                  <a:lnTo>
                    <a:pt x="1499997" y="0"/>
                  </a:lnTo>
                  <a:lnTo>
                    <a:pt x="1499997" y="45911"/>
                  </a:lnTo>
                  <a:lnTo>
                    <a:pt x="0" y="45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1" name="Google Shape;1201;p47"/>
            <p:cNvGrpSpPr/>
            <p:nvPr/>
          </p:nvGrpSpPr>
          <p:grpSpPr>
            <a:xfrm>
              <a:off x="4404804" y="4806124"/>
              <a:ext cx="1390395" cy="383730"/>
              <a:chOff x="4404804" y="4806124"/>
              <a:chExt cx="1390395" cy="383730"/>
            </a:xfrm>
          </p:grpSpPr>
          <p:sp>
            <p:nvSpPr>
              <p:cNvPr id="1202" name="Google Shape;1202;p47"/>
              <p:cNvSpPr/>
              <p:nvPr/>
            </p:nvSpPr>
            <p:spPr>
              <a:xfrm>
                <a:off x="4452302" y="4806124"/>
                <a:ext cx="123444" cy="383666"/>
              </a:xfrm>
              <a:custGeom>
                <a:avLst/>
                <a:gdLst/>
                <a:ahLst/>
                <a:cxnLst/>
                <a:rect l="l" t="t" r="r" b="b"/>
                <a:pathLst>
                  <a:path w="123444" h="383666" extrusionOk="0">
                    <a:moveTo>
                      <a:pt x="89281" y="383667"/>
                    </a:moveTo>
                    <a:lnTo>
                      <a:pt x="34163" y="383667"/>
                    </a:lnTo>
                    <a:cubicBezTo>
                      <a:pt x="15303" y="383667"/>
                      <a:pt x="0" y="368364"/>
                      <a:pt x="0" y="349504"/>
                    </a:cubicBezTo>
                    <a:lnTo>
                      <a:pt x="0" y="34163"/>
                    </a:lnTo>
                    <a:cubicBezTo>
                      <a:pt x="0" y="15304"/>
                      <a:pt x="15303" y="0"/>
                      <a:pt x="34163" y="0"/>
                    </a:cubicBezTo>
                    <a:lnTo>
                      <a:pt x="89281" y="0"/>
                    </a:lnTo>
                    <a:cubicBezTo>
                      <a:pt x="108140" y="0"/>
                      <a:pt x="123444" y="15304"/>
                      <a:pt x="123444" y="34163"/>
                    </a:cubicBezTo>
                    <a:lnTo>
                      <a:pt x="123444" y="349504"/>
                    </a:lnTo>
                    <a:cubicBezTo>
                      <a:pt x="123444" y="368364"/>
                      <a:pt x="108140" y="383667"/>
                      <a:pt x="89281" y="3836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47"/>
              <p:cNvSpPr/>
              <p:nvPr/>
            </p:nvSpPr>
            <p:spPr>
              <a:xfrm>
                <a:off x="4512373" y="4806188"/>
                <a:ext cx="3365" cy="383603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83603" extrusionOk="0">
                    <a:moveTo>
                      <a:pt x="0" y="0"/>
                    </a:moveTo>
                    <a:lnTo>
                      <a:pt x="3366" y="0"/>
                    </a:lnTo>
                    <a:lnTo>
                      <a:pt x="3366" y="383603"/>
                    </a:lnTo>
                    <a:lnTo>
                      <a:pt x="0" y="38360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47"/>
              <p:cNvSpPr/>
              <p:nvPr/>
            </p:nvSpPr>
            <p:spPr>
              <a:xfrm>
                <a:off x="4404804" y="4916487"/>
                <a:ext cx="47498" cy="162940"/>
              </a:xfrm>
              <a:custGeom>
                <a:avLst/>
                <a:gdLst/>
                <a:ahLst/>
                <a:cxnLst/>
                <a:rect l="l" t="t" r="r" b="b"/>
                <a:pathLst>
                  <a:path w="47498" h="162940" extrusionOk="0">
                    <a:moveTo>
                      <a:pt x="34354" y="162941"/>
                    </a:moveTo>
                    <a:lnTo>
                      <a:pt x="13145" y="162941"/>
                    </a:lnTo>
                    <a:cubicBezTo>
                      <a:pt x="5905" y="162941"/>
                      <a:pt x="0" y="157035"/>
                      <a:pt x="0" y="149797"/>
                    </a:cubicBezTo>
                    <a:lnTo>
                      <a:pt x="0" y="13145"/>
                    </a:lnTo>
                    <a:cubicBezTo>
                      <a:pt x="0" y="5905"/>
                      <a:pt x="5905" y="0"/>
                      <a:pt x="13145" y="0"/>
                    </a:cubicBezTo>
                    <a:lnTo>
                      <a:pt x="34354" y="0"/>
                    </a:lnTo>
                    <a:cubicBezTo>
                      <a:pt x="41592" y="0"/>
                      <a:pt x="47498" y="5905"/>
                      <a:pt x="47498" y="13145"/>
                    </a:cubicBezTo>
                    <a:lnTo>
                      <a:pt x="47498" y="149797"/>
                    </a:lnTo>
                    <a:cubicBezTo>
                      <a:pt x="47498" y="157099"/>
                      <a:pt x="41656" y="162941"/>
                      <a:pt x="34354" y="162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47"/>
              <p:cNvSpPr/>
              <p:nvPr/>
            </p:nvSpPr>
            <p:spPr>
              <a:xfrm>
                <a:off x="5623814" y="4806188"/>
                <a:ext cx="123444" cy="383666"/>
              </a:xfrm>
              <a:custGeom>
                <a:avLst/>
                <a:gdLst/>
                <a:ahLst/>
                <a:cxnLst/>
                <a:rect l="l" t="t" r="r" b="b"/>
                <a:pathLst>
                  <a:path w="123444" h="383666" extrusionOk="0">
                    <a:moveTo>
                      <a:pt x="34163" y="0"/>
                    </a:moveTo>
                    <a:lnTo>
                      <a:pt x="89281" y="0"/>
                    </a:lnTo>
                    <a:cubicBezTo>
                      <a:pt x="108140" y="0"/>
                      <a:pt x="123444" y="15303"/>
                      <a:pt x="123444" y="34163"/>
                    </a:cubicBezTo>
                    <a:lnTo>
                      <a:pt x="123444" y="349504"/>
                    </a:lnTo>
                    <a:cubicBezTo>
                      <a:pt x="123444" y="368364"/>
                      <a:pt x="108140" y="383667"/>
                      <a:pt x="89281" y="383667"/>
                    </a:cubicBezTo>
                    <a:lnTo>
                      <a:pt x="34163" y="383667"/>
                    </a:lnTo>
                    <a:cubicBezTo>
                      <a:pt x="15303" y="383667"/>
                      <a:pt x="0" y="368364"/>
                      <a:pt x="0" y="349504"/>
                    </a:cubicBezTo>
                    <a:lnTo>
                      <a:pt x="0" y="34163"/>
                    </a:lnTo>
                    <a:cubicBezTo>
                      <a:pt x="64" y="15240"/>
                      <a:pt x="15303" y="0"/>
                      <a:pt x="341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47"/>
              <p:cNvSpPr/>
              <p:nvPr/>
            </p:nvSpPr>
            <p:spPr>
              <a:xfrm>
                <a:off x="5683885" y="4806188"/>
                <a:ext cx="3365" cy="383603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83603" extrusionOk="0">
                    <a:moveTo>
                      <a:pt x="0" y="0"/>
                    </a:moveTo>
                    <a:lnTo>
                      <a:pt x="3366" y="0"/>
                    </a:lnTo>
                    <a:lnTo>
                      <a:pt x="3366" y="383603"/>
                    </a:lnTo>
                    <a:lnTo>
                      <a:pt x="0" y="38360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47"/>
              <p:cNvSpPr/>
              <p:nvPr/>
            </p:nvSpPr>
            <p:spPr>
              <a:xfrm>
                <a:off x="5747702" y="4916487"/>
                <a:ext cx="47497" cy="162940"/>
              </a:xfrm>
              <a:custGeom>
                <a:avLst/>
                <a:gdLst/>
                <a:ahLst/>
                <a:cxnLst/>
                <a:rect l="l" t="t" r="r" b="b"/>
                <a:pathLst>
                  <a:path w="47497" h="162940" extrusionOk="0">
                    <a:moveTo>
                      <a:pt x="13144" y="0"/>
                    </a:moveTo>
                    <a:lnTo>
                      <a:pt x="34353" y="0"/>
                    </a:lnTo>
                    <a:cubicBezTo>
                      <a:pt x="41592" y="0"/>
                      <a:pt x="47498" y="5905"/>
                      <a:pt x="47498" y="13145"/>
                    </a:cubicBezTo>
                    <a:lnTo>
                      <a:pt x="47498" y="149797"/>
                    </a:lnTo>
                    <a:cubicBezTo>
                      <a:pt x="47498" y="157035"/>
                      <a:pt x="41592" y="162941"/>
                      <a:pt x="34353" y="162941"/>
                    </a:cubicBezTo>
                    <a:lnTo>
                      <a:pt x="13144" y="162941"/>
                    </a:lnTo>
                    <a:cubicBezTo>
                      <a:pt x="5905" y="162941"/>
                      <a:pt x="0" y="157035"/>
                      <a:pt x="0" y="149797"/>
                    </a:cubicBezTo>
                    <a:lnTo>
                      <a:pt x="0" y="13145"/>
                    </a:lnTo>
                    <a:cubicBezTo>
                      <a:pt x="0" y="5905"/>
                      <a:pt x="5842" y="0"/>
                      <a:pt x="131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08" name="Google Shape;1208;p47"/>
          <p:cNvGrpSpPr/>
          <p:nvPr/>
        </p:nvGrpSpPr>
        <p:grpSpPr>
          <a:xfrm>
            <a:off x="4438543" y="-7155352"/>
            <a:ext cx="3283491" cy="3273773"/>
            <a:chOff x="1418018" y="1401508"/>
            <a:chExt cx="1499996" cy="1495488"/>
          </a:xfrm>
        </p:grpSpPr>
        <p:sp>
          <p:nvSpPr>
            <p:cNvPr id="1209" name="Google Shape;1209;p47"/>
            <p:cNvSpPr/>
            <p:nvPr/>
          </p:nvSpPr>
          <p:spPr>
            <a:xfrm>
              <a:off x="2318385" y="1597533"/>
              <a:ext cx="245491" cy="368947"/>
            </a:xfrm>
            <a:custGeom>
              <a:avLst/>
              <a:gdLst/>
              <a:ahLst/>
              <a:cxnLst/>
              <a:rect l="l" t="t" r="r" b="b"/>
              <a:pathLst>
                <a:path w="245491" h="368947" extrusionOk="0">
                  <a:moveTo>
                    <a:pt x="128842" y="63"/>
                  </a:moveTo>
                  <a:lnTo>
                    <a:pt x="150939" y="57722"/>
                  </a:lnTo>
                  <a:lnTo>
                    <a:pt x="63881" y="198946"/>
                  </a:lnTo>
                  <a:lnTo>
                    <a:pt x="2730" y="245809"/>
                  </a:lnTo>
                  <a:lnTo>
                    <a:pt x="0" y="348869"/>
                  </a:lnTo>
                  <a:lnTo>
                    <a:pt x="17018" y="358521"/>
                  </a:lnTo>
                  <a:cubicBezTo>
                    <a:pt x="60007" y="382969"/>
                    <a:pt x="114681" y="362649"/>
                    <a:pt x="131318" y="316103"/>
                  </a:cubicBezTo>
                  <a:lnTo>
                    <a:pt x="220917" y="65341"/>
                  </a:lnTo>
                  <a:lnTo>
                    <a:pt x="245491" y="0"/>
                  </a:lnTo>
                  <a:lnTo>
                    <a:pt x="1288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2320035" y="1796478"/>
              <a:ext cx="62230" cy="86169"/>
            </a:xfrm>
            <a:custGeom>
              <a:avLst/>
              <a:gdLst/>
              <a:ahLst/>
              <a:cxnLst/>
              <a:rect l="l" t="t" r="r" b="b"/>
              <a:pathLst>
                <a:path w="62230" h="86169" extrusionOk="0">
                  <a:moveTo>
                    <a:pt x="62230" y="0"/>
                  </a:moveTo>
                  <a:lnTo>
                    <a:pt x="1080" y="46863"/>
                  </a:lnTo>
                  <a:lnTo>
                    <a:pt x="0" y="86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1861253" y="1548764"/>
              <a:ext cx="34756" cy="64247"/>
            </a:xfrm>
            <a:custGeom>
              <a:avLst/>
              <a:gdLst/>
              <a:ahLst/>
              <a:cxnLst/>
              <a:rect l="l" t="t" r="r" b="b"/>
              <a:pathLst>
                <a:path w="34756" h="64247" extrusionOk="0">
                  <a:moveTo>
                    <a:pt x="8314" y="64072"/>
                  </a:moveTo>
                  <a:cubicBezTo>
                    <a:pt x="15108" y="65279"/>
                    <a:pt x="21903" y="60135"/>
                    <a:pt x="23935" y="52134"/>
                  </a:cubicBezTo>
                  <a:lnTo>
                    <a:pt x="34603" y="10478"/>
                  </a:lnTo>
                  <a:cubicBezTo>
                    <a:pt x="35492" y="5589"/>
                    <a:pt x="32444" y="953"/>
                    <a:pt x="27745" y="128"/>
                  </a:cubicBezTo>
                  <a:lnTo>
                    <a:pt x="27745" y="128"/>
                  </a:lnTo>
                  <a:cubicBezTo>
                    <a:pt x="23807" y="-571"/>
                    <a:pt x="19807" y="1652"/>
                    <a:pt x="18220" y="5525"/>
                  </a:cubicBezTo>
                  <a:lnTo>
                    <a:pt x="1138" y="46864"/>
                  </a:lnTo>
                  <a:cubicBezTo>
                    <a:pt x="-1974" y="54357"/>
                    <a:pt x="1582" y="62802"/>
                    <a:pt x="8314" y="64072"/>
                  </a:cubicBezTo>
                  <a:lnTo>
                    <a:pt x="8314" y="640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1772094" y="1597533"/>
              <a:ext cx="245491" cy="368947"/>
            </a:xfrm>
            <a:custGeom>
              <a:avLst/>
              <a:gdLst/>
              <a:ahLst/>
              <a:cxnLst/>
              <a:rect l="l" t="t" r="r" b="b"/>
              <a:pathLst>
                <a:path w="245491" h="368947" extrusionOk="0">
                  <a:moveTo>
                    <a:pt x="116649" y="63"/>
                  </a:moveTo>
                  <a:lnTo>
                    <a:pt x="94551" y="57722"/>
                  </a:lnTo>
                  <a:lnTo>
                    <a:pt x="181610" y="198946"/>
                  </a:lnTo>
                  <a:lnTo>
                    <a:pt x="242760" y="245809"/>
                  </a:lnTo>
                  <a:lnTo>
                    <a:pt x="245491" y="348869"/>
                  </a:lnTo>
                  <a:lnTo>
                    <a:pt x="228473" y="358521"/>
                  </a:lnTo>
                  <a:cubicBezTo>
                    <a:pt x="185483" y="382969"/>
                    <a:pt x="130810" y="362649"/>
                    <a:pt x="114173" y="316103"/>
                  </a:cubicBezTo>
                  <a:lnTo>
                    <a:pt x="24574" y="65341"/>
                  </a:lnTo>
                  <a:lnTo>
                    <a:pt x="0" y="0"/>
                  </a:lnTo>
                  <a:lnTo>
                    <a:pt x="1166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1953704" y="1796478"/>
              <a:ext cx="62229" cy="86169"/>
            </a:xfrm>
            <a:custGeom>
              <a:avLst/>
              <a:gdLst/>
              <a:ahLst/>
              <a:cxnLst/>
              <a:rect l="l" t="t" r="r" b="b"/>
              <a:pathLst>
                <a:path w="62229" h="86169" extrusionOk="0">
                  <a:moveTo>
                    <a:pt x="0" y="0"/>
                  </a:moveTo>
                  <a:lnTo>
                    <a:pt x="61150" y="46863"/>
                  </a:lnTo>
                  <a:lnTo>
                    <a:pt x="62230" y="86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4" name="Google Shape;1214;p47"/>
            <p:cNvGrpSpPr/>
            <p:nvPr/>
          </p:nvGrpSpPr>
          <p:grpSpPr>
            <a:xfrm>
              <a:off x="1418018" y="1405699"/>
              <a:ext cx="1499996" cy="383730"/>
              <a:chOff x="1418018" y="1405699"/>
              <a:chExt cx="1499996" cy="383730"/>
            </a:xfrm>
          </p:grpSpPr>
          <p:sp>
            <p:nvSpPr>
              <p:cNvPr id="1215" name="Google Shape;1215;p47"/>
              <p:cNvSpPr/>
              <p:nvPr/>
            </p:nvSpPr>
            <p:spPr>
              <a:xfrm>
                <a:off x="1418018" y="1574609"/>
                <a:ext cx="1499996" cy="45910"/>
              </a:xfrm>
              <a:custGeom>
                <a:avLst/>
                <a:gdLst/>
                <a:ahLst/>
                <a:cxnLst/>
                <a:rect l="l" t="t" r="r" b="b"/>
                <a:pathLst>
                  <a:path w="1499996" h="45910" extrusionOk="0">
                    <a:moveTo>
                      <a:pt x="0" y="0"/>
                    </a:moveTo>
                    <a:lnTo>
                      <a:pt x="1499997" y="0"/>
                    </a:lnTo>
                    <a:lnTo>
                      <a:pt x="1499997" y="45910"/>
                    </a:lnTo>
                    <a:lnTo>
                      <a:pt x="0" y="459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16" name="Google Shape;1216;p47"/>
              <p:cNvGrpSpPr/>
              <p:nvPr/>
            </p:nvGrpSpPr>
            <p:grpSpPr>
              <a:xfrm>
                <a:off x="1472819" y="1405699"/>
                <a:ext cx="1390332" cy="383730"/>
                <a:chOff x="1472819" y="1405699"/>
                <a:chExt cx="1390332" cy="383730"/>
              </a:xfrm>
            </p:grpSpPr>
            <p:sp>
              <p:nvSpPr>
                <p:cNvPr id="1217" name="Google Shape;1217;p47"/>
                <p:cNvSpPr/>
                <p:nvPr/>
              </p:nvSpPr>
              <p:spPr>
                <a:xfrm>
                  <a:off x="1520316" y="1405699"/>
                  <a:ext cx="123443" cy="383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443" h="383667" extrusionOk="0">
                      <a:moveTo>
                        <a:pt x="89281" y="383667"/>
                      </a:moveTo>
                      <a:lnTo>
                        <a:pt x="34163" y="383667"/>
                      </a:lnTo>
                      <a:cubicBezTo>
                        <a:pt x="15304" y="383667"/>
                        <a:pt x="0" y="368364"/>
                        <a:pt x="0" y="349504"/>
                      </a:cubicBezTo>
                      <a:lnTo>
                        <a:pt x="0" y="34163"/>
                      </a:lnTo>
                      <a:cubicBezTo>
                        <a:pt x="0" y="15304"/>
                        <a:pt x="15304" y="0"/>
                        <a:pt x="34163" y="0"/>
                      </a:cubicBezTo>
                      <a:lnTo>
                        <a:pt x="89281" y="0"/>
                      </a:lnTo>
                      <a:cubicBezTo>
                        <a:pt x="108141" y="0"/>
                        <a:pt x="123444" y="15304"/>
                        <a:pt x="123444" y="34163"/>
                      </a:cubicBezTo>
                      <a:lnTo>
                        <a:pt x="123444" y="349504"/>
                      </a:lnTo>
                      <a:cubicBezTo>
                        <a:pt x="123444" y="368427"/>
                        <a:pt x="108141" y="383667"/>
                        <a:pt x="89281" y="3836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18;p47"/>
                <p:cNvSpPr/>
                <p:nvPr/>
              </p:nvSpPr>
              <p:spPr>
                <a:xfrm>
                  <a:off x="1580324" y="1405763"/>
                  <a:ext cx="3365" cy="383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383603" extrusionOk="0">
                      <a:moveTo>
                        <a:pt x="0" y="0"/>
                      </a:moveTo>
                      <a:lnTo>
                        <a:pt x="3365" y="0"/>
                      </a:lnTo>
                      <a:lnTo>
                        <a:pt x="3365" y="383604"/>
                      </a:lnTo>
                      <a:lnTo>
                        <a:pt x="0" y="383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Google Shape;1219;p47"/>
                <p:cNvSpPr/>
                <p:nvPr/>
              </p:nvSpPr>
              <p:spPr>
                <a:xfrm>
                  <a:off x="1472819" y="1516125"/>
                  <a:ext cx="47497" cy="162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97" h="162941" extrusionOk="0">
                      <a:moveTo>
                        <a:pt x="34354" y="162941"/>
                      </a:moveTo>
                      <a:lnTo>
                        <a:pt x="13144" y="162941"/>
                      </a:lnTo>
                      <a:cubicBezTo>
                        <a:pt x="5905" y="162941"/>
                        <a:pt x="0" y="157035"/>
                        <a:pt x="0" y="149797"/>
                      </a:cubicBezTo>
                      <a:lnTo>
                        <a:pt x="0" y="13145"/>
                      </a:lnTo>
                      <a:cubicBezTo>
                        <a:pt x="0" y="5906"/>
                        <a:pt x="5905" y="0"/>
                        <a:pt x="13144" y="0"/>
                      </a:cubicBezTo>
                      <a:lnTo>
                        <a:pt x="34354" y="0"/>
                      </a:lnTo>
                      <a:cubicBezTo>
                        <a:pt x="41593" y="0"/>
                        <a:pt x="47498" y="5906"/>
                        <a:pt x="47498" y="13145"/>
                      </a:cubicBezTo>
                      <a:lnTo>
                        <a:pt x="47498" y="149797"/>
                      </a:lnTo>
                      <a:cubicBezTo>
                        <a:pt x="47498" y="157035"/>
                        <a:pt x="41593" y="162941"/>
                        <a:pt x="34354" y="162941"/>
                      </a:cubicBezTo>
                      <a:close/>
                    </a:path>
                  </a:pathLst>
                </a:custGeom>
                <a:solidFill>
                  <a:srgbClr val="3FB58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0" name="Google Shape;1220;p47"/>
                <p:cNvSpPr/>
                <p:nvPr/>
              </p:nvSpPr>
              <p:spPr>
                <a:xfrm>
                  <a:off x="2691828" y="1405763"/>
                  <a:ext cx="123444" cy="383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444" h="383666" extrusionOk="0">
                      <a:moveTo>
                        <a:pt x="34163" y="0"/>
                      </a:moveTo>
                      <a:lnTo>
                        <a:pt x="89281" y="0"/>
                      </a:lnTo>
                      <a:cubicBezTo>
                        <a:pt x="108140" y="0"/>
                        <a:pt x="123444" y="15303"/>
                        <a:pt x="123444" y="34163"/>
                      </a:cubicBezTo>
                      <a:lnTo>
                        <a:pt x="123444" y="349504"/>
                      </a:lnTo>
                      <a:cubicBezTo>
                        <a:pt x="123444" y="368364"/>
                        <a:pt x="108140" y="383667"/>
                        <a:pt x="89281" y="383667"/>
                      </a:cubicBezTo>
                      <a:lnTo>
                        <a:pt x="34163" y="383667"/>
                      </a:lnTo>
                      <a:cubicBezTo>
                        <a:pt x="15304" y="383667"/>
                        <a:pt x="0" y="368364"/>
                        <a:pt x="0" y="349504"/>
                      </a:cubicBezTo>
                      <a:lnTo>
                        <a:pt x="0" y="34163"/>
                      </a:lnTo>
                      <a:cubicBezTo>
                        <a:pt x="64" y="15303"/>
                        <a:pt x="15304" y="0"/>
                        <a:pt x="3416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1" name="Google Shape;1221;p47"/>
                <p:cNvSpPr/>
                <p:nvPr/>
              </p:nvSpPr>
              <p:spPr>
                <a:xfrm>
                  <a:off x="2751899" y="1405763"/>
                  <a:ext cx="3365" cy="383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" h="383603" extrusionOk="0">
                      <a:moveTo>
                        <a:pt x="0" y="0"/>
                      </a:moveTo>
                      <a:lnTo>
                        <a:pt x="3365" y="0"/>
                      </a:lnTo>
                      <a:lnTo>
                        <a:pt x="3365" y="383604"/>
                      </a:lnTo>
                      <a:lnTo>
                        <a:pt x="0" y="38360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2" name="Google Shape;1222;p47"/>
                <p:cNvSpPr/>
                <p:nvPr/>
              </p:nvSpPr>
              <p:spPr>
                <a:xfrm>
                  <a:off x="2815653" y="1516062"/>
                  <a:ext cx="47498" cy="162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98" h="162941" extrusionOk="0">
                      <a:moveTo>
                        <a:pt x="13145" y="0"/>
                      </a:moveTo>
                      <a:lnTo>
                        <a:pt x="34354" y="0"/>
                      </a:lnTo>
                      <a:cubicBezTo>
                        <a:pt x="41592" y="0"/>
                        <a:pt x="47498" y="5905"/>
                        <a:pt x="47498" y="13145"/>
                      </a:cubicBezTo>
                      <a:lnTo>
                        <a:pt x="47498" y="149796"/>
                      </a:lnTo>
                      <a:cubicBezTo>
                        <a:pt x="47498" y="157036"/>
                        <a:pt x="41592" y="162941"/>
                        <a:pt x="34354" y="162941"/>
                      </a:cubicBezTo>
                      <a:lnTo>
                        <a:pt x="13145" y="162941"/>
                      </a:lnTo>
                      <a:cubicBezTo>
                        <a:pt x="5905" y="162941"/>
                        <a:pt x="0" y="157036"/>
                        <a:pt x="0" y="149796"/>
                      </a:cubicBezTo>
                      <a:lnTo>
                        <a:pt x="0" y="13145"/>
                      </a:lnTo>
                      <a:cubicBezTo>
                        <a:pt x="0" y="5905"/>
                        <a:pt x="5905" y="0"/>
                        <a:pt x="13145" y="0"/>
                      </a:cubicBezTo>
                      <a:close/>
                    </a:path>
                  </a:pathLst>
                </a:custGeom>
                <a:solidFill>
                  <a:srgbClr val="3FB58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23" name="Google Shape;1223;p47"/>
            <p:cNvGrpSpPr/>
            <p:nvPr/>
          </p:nvGrpSpPr>
          <p:grpSpPr>
            <a:xfrm>
              <a:off x="2091247" y="1401508"/>
              <a:ext cx="153182" cy="245491"/>
              <a:chOff x="2091247" y="1401508"/>
              <a:chExt cx="153182" cy="245491"/>
            </a:xfrm>
          </p:grpSpPr>
          <p:sp>
            <p:nvSpPr>
              <p:cNvPr id="1224" name="Google Shape;1224;p47"/>
              <p:cNvSpPr/>
              <p:nvPr/>
            </p:nvSpPr>
            <p:spPr>
              <a:xfrm>
                <a:off x="2161222" y="1401508"/>
                <a:ext cx="13588" cy="13588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3588" extrusionOk="0">
                    <a:moveTo>
                      <a:pt x="13589" y="6794"/>
                    </a:moveTo>
                    <a:cubicBezTo>
                      <a:pt x="13589" y="10547"/>
                      <a:pt x="10547" y="13589"/>
                      <a:pt x="6794" y="13589"/>
                    </a:cubicBezTo>
                    <a:cubicBezTo>
                      <a:pt x="3042" y="13589"/>
                      <a:pt x="0" y="10547"/>
                      <a:pt x="0" y="6794"/>
                    </a:cubicBezTo>
                    <a:cubicBezTo>
                      <a:pt x="0" y="3042"/>
                      <a:pt x="3042" y="0"/>
                      <a:pt x="6794" y="0"/>
                    </a:cubicBezTo>
                    <a:cubicBezTo>
                      <a:pt x="10547" y="0"/>
                      <a:pt x="13589" y="3042"/>
                      <a:pt x="13589" y="67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47"/>
              <p:cNvSpPr/>
              <p:nvPr/>
            </p:nvSpPr>
            <p:spPr>
              <a:xfrm>
                <a:off x="2113037" y="1463357"/>
                <a:ext cx="109831" cy="137429"/>
              </a:xfrm>
              <a:custGeom>
                <a:avLst/>
                <a:gdLst/>
                <a:ahLst/>
                <a:cxnLst/>
                <a:rect l="l" t="t" r="r" b="b"/>
                <a:pathLst>
                  <a:path w="109831" h="137429" extrusionOk="0">
                    <a:moveTo>
                      <a:pt x="54979" y="0"/>
                    </a:moveTo>
                    <a:lnTo>
                      <a:pt x="22531" y="0"/>
                    </a:lnTo>
                    <a:cubicBezTo>
                      <a:pt x="9196" y="0"/>
                      <a:pt x="-1218" y="11557"/>
                      <a:pt x="115" y="24829"/>
                    </a:cubicBezTo>
                    <a:cubicBezTo>
                      <a:pt x="2147" y="44831"/>
                      <a:pt x="5322" y="73660"/>
                      <a:pt x="8624" y="98107"/>
                    </a:cubicBezTo>
                    <a:cubicBezTo>
                      <a:pt x="11736" y="121031"/>
                      <a:pt x="29897" y="131128"/>
                      <a:pt x="42533" y="135382"/>
                    </a:cubicBezTo>
                    <a:cubicBezTo>
                      <a:pt x="50534" y="138113"/>
                      <a:pt x="59297" y="138113"/>
                      <a:pt x="67298" y="135382"/>
                    </a:cubicBezTo>
                    <a:cubicBezTo>
                      <a:pt x="79935" y="131128"/>
                      <a:pt x="98032" y="121095"/>
                      <a:pt x="101207" y="98107"/>
                    </a:cubicBezTo>
                    <a:cubicBezTo>
                      <a:pt x="104573" y="73660"/>
                      <a:pt x="107684" y="44895"/>
                      <a:pt x="109716" y="24829"/>
                    </a:cubicBezTo>
                    <a:cubicBezTo>
                      <a:pt x="111050" y="11557"/>
                      <a:pt x="100636" y="0"/>
                      <a:pt x="87301" y="0"/>
                    </a:cubicBezTo>
                    <a:lnTo>
                      <a:pt x="5497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47"/>
              <p:cNvSpPr/>
              <p:nvPr/>
            </p:nvSpPr>
            <p:spPr>
              <a:xfrm>
                <a:off x="2167889" y="1513697"/>
                <a:ext cx="13271" cy="37612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37612" extrusionOk="0">
                    <a:moveTo>
                      <a:pt x="13018" y="5667"/>
                    </a:moveTo>
                    <a:cubicBezTo>
                      <a:pt x="11113" y="4334"/>
                      <a:pt x="9144" y="3000"/>
                      <a:pt x="7302" y="2429"/>
                    </a:cubicBezTo>
                    <a:cubicBezTo>
                      <a:pt x="6160" y="2111"/>
                      <a:pt x="5398" y="2048"/>
                      <a:pt x="4763" y="2556"/>
                    </a:cubicBezTo>
                    <a:cubicBezTo>
                      <a:pt x="3810" y="3445"/>
                      <a:pt x="3493" y="4715"/>
                      <a:pt x="3365" y="5985"/>
                    </a:cubicBezTo>
                    <a:cubicBezTo>
                      <a:pt x="3112" y="13478"/>
                      <a:pt x="5652" y="20907"/>
                      <a:pt x="7493" y="28146"/>
                    </a:cubicBezTo>
                    <a:cubicBezTo>
                      <a:pt x="7493" y="28146"/>
                      <a:pt x="8446" y="31385"/>
                      <a:pt x="8446" y="31385"/>
                    </a:cubicBezTo>
                    <a:cubicBezTo>
                      <a:pt x="8509" y="31766"/>
                      <a:pt x="9017" y="32972"/>
                      <a:pt x="8827" y="33925"/>
                    </a:cubicBezTo>
                    <a:cubicBezTo>
                      <a:pt x="8699" y="36719"/>
                      <a:pt x="5207" y="38624"/>
                      <a:pt x="2921" y="37036"/>
                    </a:cubicBezTo>
                    <a:cubicBezTo>
                      <a:pt x="1905" y="36401"/>
                      <a:pt x="952" y="35703"/>
                      <a:pt x="0" y="35004"/>
                    </a:cubicBezTo>
                    <a:lnTo>
                      <a:pt x="127" y="34687"/>
                    </a:lnTo>
                    <a:lnTo>
                      <a:pt x="3365" y="35957"/>
                    </a:lnTo>
                    <a:cubicBezTo>
                      <a:pt x="4890" y="36719"/>
                      <a:pt x="6795" y="35512"/>
                      <a:pt x="6795" y="33798"/>
                    </a:cubicBezTo>
                    <a:cubicBezTo>
                      <a:pt x="4699" y="27702"/>
                      <a:pt x="2223" y="22622"/>
                      <a:pt x="952" y="15827"/>
                    </a:cubicBezTo>
                    <a:cubicBezTo>
                      <a:pt x="254" y="11382"/>
                      <a:pt x="-826" y="6239"/>
                      <a:pt x="1778" y="2111"/>
                    </a:cubicBezTo>
                    <a:cubicBezTo>
                      <a:pt x="5080" y="-2905"/>
                      <a:pt x="10795" y="2175"/>
                      <a:pt x="13271" y="5413"/>
                    </a:cubicBezTo>
                    <a:cubicBezTo>
                      <a:pt x="13271" y="5413"/>
                      <a:pt x="13018" y="5667"/>
                      <a:pt x="13018" y="5667"/>
                    </a:cubicBezTo>
                    <a:lnTo>
                      <a:pt x="13018" y="566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47"/>
              <p:cNvSpPr/>
              <p:nvPr/>
            </p:nvSpPr>
            <p:spPr>
              <a:xfrm>
                <a:off x="2145728" y="1554416"/>
                <a:ext cx="44513" cy="92583"/>
              </a:xfrm>
              <a:custGeom>
                <a:avLst/>
                <a:gdLst/>
                <a:ahLst/>
                <a:cxnLst/>
                <a:rect l="l" t="t" r="r" b="b"/>
                <a:pathLst>
                  <a:path w="44513" h="92583" extrusionOk="0">
                    <a:moveTo>
                      <a:pt x="0" y="0"/>
                    </a:moveTo>
                    <a:lnTo>
                      <a:pt x="44514" y="0"/>
                    </a:lnTo>
                    <a:lnTo>
                      <a:pt x="44514" y="92583"/>
                    </a:lnTo>
                    <a:lnTo>
                      <a:pt x="0" y="9258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47"/>
              <p:cNvSpPr/>
              <p:nvPr/>
            </p:nvSpPr>
            <p:spPr>
              <a:xfrm>
                <a:off x="2149159" y="1597586"/>
                <a:ext cx="37649" cy="17028"/>
              </a:xfrm>
              <a:custGeom>
                <a:avLst/>
                <a:gdLst/>
                <a:ahLst/>
                <a:cxnLst/>
                <a:rect l="l" t="t" r="r" b="b"/>
                <a:pathLst>
                  <a:path w="37649" h="17028" extrusionOk="0">
                    <a:moveTo>
                      <a:pt x="33526" y="264"/>
                    </a:moveTo>
                    <a:cubicBezTo>
                      <a:pt x="33399" y="328"/>
                      <a:pt x="33336" y="328"/>
                      <a:pt x="33209" y="391"/>
                    </a:cubicBezTo>
                    <a:cubicBezTo>
                      <a:pt x="23874" y="3820"/>
                      <a:pt x="13651" y="3820"/>
                      <a:pt x="4380" y="328"/>
                    </a:cubicBezTo>
                    <a:cubicBezTo>
                      <a:pt x="4253" y="264"/>
                      <a:pt x="4126" y="264"/>
                      <a:pt x="4062" y="201"/>
                    </a:cubicBezTo>
                    <a:cubicBezTo>
                      <a:pt x="1332" y="-815"/>
                      <a:pt x="-1081" y="2233"/>
                      <a:pt x="506" y="4709"/>
                    </a:cubicBezTo>
                    <a:cubicBezTo>
                      <a:pt x="4189" y="10361"/>
                      <a:pt x="10349" y="17028"/>
                      <a:pt x="18921" y="17028"/>
                    </a:cubicBezTo>
                    <a:cubicBezTo>
                      <a:pt x="27557" y="17028"/>
                      <a:pt x="33590" y="10424"/>
                      <a:pt x="37209" y="4773"/>
                    </a:cubicBezTo>
                    <a:cubicBezTo>
                      <a:pt x="38670" y="2296"/>
                      <a:pt x="36257" y="-752"/>
                      <a:pt x="33526" y="2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47"/>
              <p:cNvSpPr/>
              <p:nvPr/>
            </p:nvSpPr>
            <p:spPr>
              <a:xfrm>
                <a:off x="2200656" y="1510157"/>
                <a:ext cx="43687" cy="43687"/>
              </a:xfrm>
              <a:custGeom>
                <a:avLst/>
                <a:gdLst/>
                <a:ahLst/>
                <a:cxnLst/>
                <a:rect l="l" t="t" r="r" b="b"/>
                <a:pathLst>
                  <a:path w="43687" h="43687" extrusionOk="0">
                    <a:moveTo>
                      <a:pt x="43688" y="21844"/>
                    </a:moveTo>
                    <a:cubicBezTo>
                      <a:pt x="43688" y="33908"/>
                      <a:pt x="33908" y="43688"/>
                      <a:pt x="21844" y="43688"/>
                    </a:cubicBezTo>
                    <a:cubicBezTo>
                      <a:pt x="9780" y="43688"/>
                      <a:pt x="0" y="33908"/>
                      <a:pt x="0" y="21844"/>
                    </a:cubicBezTo>
                    <a:cubicBezTo>
                      <a:pt x="0" y="9780"/>
                      <a:pt x="9780" y="0"/>
                      <a:pt x="21844" y="0"/>
                    </a:cubicBezTo>
                    <a:cubicBezTo>
                      <a:pt x="33908" y="0"/>
                      <a:pt x="43688" y="9780"/>
                      <a:pt x="43688" y="2184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47"/>
              <p:cNvSpPr/>
              <p:nvPr/>
            </p:nvSpPr>
            <p:spPr>
              <a:xfrm>
                <a:off x="2091626" y="1510157"/>
                <a:ext cx="43687" cy="43687"/>
              </a:xfrm>
              <a:custGeom>
                <a:avLst/>
                <a:gdLst/>
                <a:ahLst/>
                <a:cxnLst/>
                <a:rect l="l" t="t" r="r" b="b"/>
                <a:pathLst>
                  <a:path w="43687" h="43687" extrusionOk="0">
                    <a:moveTo>
                      <a:pt x="43688" y="21844"/>
                    </a:moveTo>
                    <a:cubicBezTo>
                      <a:pt x="43688" y="33908"/>
                      <a:pt x="33908" y="43688"/>
                      <a:pt x="21844" y="43688"/>
                    </a:cubicBezTo>
                    <a:cubicBezTo>
                      <a:pt x="9780" y="43688"/>
                      <a:pt x="0" y="33908"/>
                      <a:pt x="0" y="21844"/>
                    </a:cubicBezTo>
                    <a:cubicBezTo>
                      <a:pt x="0" y="9780"/>
                      <a:pt x="9780" y="0"/>
                      <a:pt x="21844" y="0"/>
                    </a:cubicBezTo>
                    <a:cubicBezTo>
                      <a:pt x="33908" y="0"/>
                      <a:pt x="43688" y="9780"/>
                      <a:pt x="43688" y="2184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47"/>
              <p:cNvSpPr/>
              <p:nvPr/>
            </p:nvSpPr>
            <p:spPr>
              <a:xfrm>
                <a:off x="2114295" y="1496377"/>
                <a:ext cx="107314" cy="104298"/>
              </a:xfrm>
              <a:custGeom>
                <a:avLst/>
                <a:gdLst/>
                <a:ahLst/>
                <a:cxnLst/>
                <a:rect l="l" t="t" r="r" b="b"/>
                <a:pathLst>
                  <a:path w="107314" h="104298" extrusionOk="0">
                    <a:moveTo>
                      <a:pt x="107315" y="3175"/>
                    </a:moveTo>
                    <a:cubicBezTo>
                      <a:pt x="105346" y="21908"/>
                      <a:pt x="102743" y="44958"/>
                      <a:pt x="99949" y="65024"/>
                    </a:cubicBezTo>
                    <a:cubicBezTo>
                      <a:pt x="96838" y="87948"/>
                      <a:pt x="78677" y="98044"/>
                      <a:pt x="66040" y="102299"/>
                    </a:cubicBezTo>
                    <a:cubicBezTo>
                      <a:pt x="58039" y="104965"/>
                      <a:pt x="49276" y="104965"/>
                      <a:pt x="41275" y="102299"/>
                    </a:cubicBezTo>
                    <a:cubicBezTo>
                      <a:pt x="28639" y="98044"/>
                      <a:pt x="10541" y="87948"/>
                      <a:pt x="7366" y="65024"/>
                    </a:cubicBezTo>
                    <a:cubicBezTo>
                      <a:pt x="4636" y="44895"/>
                      <a:pt x="2032" y="21844"/>
                      <a:pt x="0" y="3175"/>
                    </a:cubicBezTo>
                    <a:lnTo>
                      <a:pt x="7239" y="0"/>
                    </a:lnTo>
                    <a:cubicBezTo>
                      <a:pt x="7239" y="0"/>
                      <a:pt x="16065" y="60515"/>
                      <a:pt x="25464" y="69914"/>
                    </a:cubicBezTo>
                    <a:cubicBezTo>
                      <a:pt x="34862" y="79312"/>
                      <a:pt x="38164" y="60770"/>
                      <a:pt x="53594" y="60770"/>
                    </a:cubicBezTo>
                    <a:cubicBezTo>
                      <a:pt x="69024" y="60770"/>
                      <a:pt x="72390" y="79248"/>
                      <a:pt x="81724" y="69914"/>
                    </a:cubicBezTo>
                    <a:cubicBezTo>
                      <a:pt x="91123" y="60515"/>
                      <a:pt x="99949" y="0"/>
                      <a:pt x="99949" y="0"/>
                    </a:cubicBezTo>
                    <a:lnTo>
                      <a:pt x="107315" y="31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47"/>
              <p:cNvSpPr/>
              <p:nvPr/>
            </p:nvSpPr>
            <p:spPr>
              <a:xfrm>
                <a:off x="2091249" y="1470786"/>
                <a:ext cx="33015" cy="49085"/>
              </a:xfrm>
              <a:custGeom>
                <a:avLst/>
                <a:gdLst/>
                <a:ahLst/>
                <a:cxnLst/>
                <a:rect l="l" t="t" r="r" b="b"/>
                <a:pathLst>
                  <a:path w="33015" h="49085" extrusionOk="0">
                    <a:moveTo>
                      <a:pt x="33016" y="41593"/>
                    </a:moveTo>
                    <a:lnTo>
                      <a:pt x="32190" y="41783"/>
                    </a:lnTo>
                    <a:cubicBezTo>
                      <a:pt x="29206" y="40259"/>
                      <a:pt x="25840" y="39370"/>
                      <a:pt x="22221" y="39370"/>
                    </a:cubicBezTo>
                    <a:cubicBezTo>
                      <a:pt x="14601" y="39370"/>
                      <a:pt x="7933" y="43243"/>
                      <a:pt x="4060" y="49086"/>
                    </a:cubicBezTo>
                    <a:lnTo>
                      <a:pt x="377" y="42418"/>
                    </a:lnTo>
                    <a:cubicBezTo>
                      <a:pt x="377" y="42418"/>
                      <a:pt x="-512" y="33401"/>
                      <a:pt x="440" y="20701"/>
                    </a:cubicBezTo>
                    <a:lnTo>
                      <a:pt x="440" y="20701"/>
                    </a:lnTo>
                    <a:lnTo>
                      <a:pt x="27555" y="0"/>
                    </a:lnTo>
                    <a:lnTo>
                      <a:pt x="28952" y="10922"/>
                    </a:lnTo>
                    <a:lnTo>
                      <a:pt x="33016" y="4159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47"/>
              <p:cNvSpPr/>
              <p:nvPr/>
            </p:nvSpPr>
            <p:spPr>
              <a:xfrm>
                <a:off x="2211768" y="1470850"/>
                <a:ext cx="32646" cy="49022"/>
              </a:xfrm>
              <a:custGeom>
                <a:avLst/>
                <a:gdLst/>
                <a:ahLst/>
                <a:cxnLst/>
                <a:rect l="l" t="t" r="r" b="b"/>
                <a:pathLst>
                  <a:path w="32646" h="49022" extrusionOk="0">
                    <a:moveTo>
                      <a:pt x="32258" y="43053"/>
                    </a:moveTo>
                    <a:lnTo>
                      <a:pt x="28956" y="49022"/>
                    </a:lnTo>
                    <a:cubicBezTo>
                      <a:pt x="25019" y="43180"/>
                      <a:pt x="18352" y="39307"/>
                      <a:pt x="10795" y="39307"/>
                    </a:cubicBezTo>
                    <a:cubicBezTo>
                      <a:pt x="7176" y="39307"/>
                      <a:pt x="3810" y="40196"/>
                      <a:pt x="826" y="41719"/>
                    </a:cubicBezTo>
                    <a:lnTo>
                      <a:pt x="0" y="41529"/>
                    </a:lnTo>
                    <a:lnTo>
                      <a:pt x="3937" y="11239"/>
                    </a:lnTo>
                    <a:lnTo>
                      <a:pt x="5398" y="0"/>
                    </a:lnTo>
                    <a:lnTo>
                      <a:pt x="32131" y="20383"/>
                    </a:lnTo>
                    <a:cubicBezTo>
                      <a:pt x="33211" y="33655"/>
                      <a:pt x="32258" y="43053"/>
                      <a:pt x="32258" y="430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47"/>
              <p:cNvSpPr/>
              <p:nvPr/>
            </p:nvSpPr>
            <p:spPr>
              <a:xfrm>
                <a:off x="2109004" y="1463294"/>
                <a:ext cx="118029" cy="51102"/>
              </a:xfrm>
              <a:custGeom>
                <a:avLst/>
                <a:gdLst/>
                <a:ahLst/>
                <a:cxnLst/>
                <a:rect l="l" t="t" r="r" b="b"/>
                <a:pathLst>
                  <a:path w="118029" h="51102" extrusionOk="0">
                    <a:moveTo>
                      <a:pt x="117369" y="26479"/>
                    </a:moveTo>
                    <a:lnTo>
                      <a:pt x="108797" y="0"/>
                    </a:lnTo>
                    <a:lnTo>
                      <a:pt x="59013" y="0"/>
                    </a:lnTo>
                    <a:lnTo>
                      <a:pt x="9229" y="0"/>
                    </a:lnTo>
                    <a:lnTo>
                      <a:pt x="656" y="26479"/>
                    </a:lnTo>
                    <a:cubicBezTo>
                      <a:pt x="656" y="26479"/>
                      <a:pt x="-5249" y="55118"/>
                      <a:pt x="18373" y="50610"/>
                    </a:cubicBezTo>
                    <a:cubicBezTo>
                      <a:pt x="41931" y="46101"/>
                      <a:pt x="32851" y="26479"/>
                      <a:pt x="59076" y="26479"/>
                    </a:cubicBezTo>
                    <a:cubicBezTo>
                      <a:pt x="85302" y="26479"/>
                      <a:pt x="76221" y="46101"/>
                      <a:pt x="99780" y="50610"/>
                    </a:cubicBezTo>
                    <a:cubicBezTo>
                      <a:pt x="123275" y="55182"/>
                      <a:pt x="117369" y="26479"/>
                      <a:pt x="117369" y="264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47"/>
              <p:cNvSpPr/>
              <p:nvPr/>
            </p:nvSpPr>
            <p:spPr>
              <a:xfrm>
                <a:off x="2091247" y="1408239"/>
                <a:ext cx="153182" cy="105663"/>
              </a:xfrm>
              <a:custGeom>
                <a:avLst/>
                <a:gdLst/>
                <a:ahLst/>
                <a:cxnLst/>
                <a:rect l="l" t="t" r="r" b="b"/>
                <a:pathLst>
                  <a:path w="153182" h="105663" extrusionOk="0">
                    <a:moveTo>
                      <a:pt x="152779" y="105664"/>
                    </a:moveTo>
                    <a:cubicBezTo>
                      <a:pt x="152779" y="105664"/>
                      <a:pt x="133983" y="60452"/>
                      <a:pt x="76642" y="60452"/>
                    </a:cubicBezTo>
                    <a:cubicBezTo>
                      <a:pt x="19302" y="60452"/>
                      <a:pt x="379" y="104965"/>
                      <a:pt x="379" y="104965"/>
                    </a:cubicBezTo>
                    <a:cubicBezTo>
                      <a:pt x="379" y="104965"/>
                      <a:pt x="-9908" y="0"/>
                      <a:pt x="76706" y="0"/>
                    </a:cubicBezTo>
                    <a:cubicBezTo>
                      <a:pt x="163320" y="0"/>
                      <a:pt x="152779" y="105664"/>
                      <a:pt x="152779" y="1056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47"/>
              <p:cNvSpPr/>
              <p:nvPr/>
            </p:nvSpPr>
            <p:spPr>
              <a:xfrm>
                <a:off x="2108868" y="1407780"/>
                <a:ext cx="59085" cy="81104"/>
              </a:xfrm>
              <a:custGeom>
                <a:avLst/>
                <a:gdLst/>
                <a:ahLst/>
                <a:cxnLst/>
                <a:rect l="l" t="t" r="r" b="b"/>
                <a:pathLst>
                  <a:path w="59085" h="81104" extrusionOk="0">
                    <a:moveTo>
                      <a:pt x="157" y="81104"/>
                    </a:moveTo>
                    <a:cubicBezTo>
                      <a:pt x="-1494" y="49735"/>
                      <a:pt x="9619" y="7571"/>
                      <a:pt x="44988" y="713"/>
                    </a:cubicBezTo>
                    <a:cubicBezTo>
                      <a:pt x="49687" y="-49"/>
                      <a:pt x="54450" y="-239"/>
                      <a:pt x="59085" y="332"/>
                    </a:cubicBezTo>
                    <a:lnTo>
                      <a:pt x="59085" y="650"/>
                    </a:lnTo>
                    <a:cubicBezTo>
                      <a:pt x="49878" y="713"/>
                      <a:pt x="40607" y="2872"/>
                      <a:pt x="32733" y="7762"/>
                    </a:cubicBezTo>
                    <a:cubicBezTo>
                      <a:pt x="16858" y="17731"/>
                      <a:pt x="8857" y="36083"/>
                      <a:pt x="4539" y="53672"/>
                    </a:cubicBezTo>
                    <a:cubicBezTo>
                      <a:pt x="2380" y="62626"/>
                      <a:pt x="1110" y="71833"/>
                      <a:pt x="411" y="81041"/>
                    </a:cubicBezTo>
                    <a:lnTo>
                      <a:pt x="157" y="81104"/>
                    </a:lnTo>
                    <a:lnTo>
                      <a:pt x="157" y="811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47"/>
              <p:cNvSpPr/>
              <p:nvPr/>
            </p:nvSpPr>
            <p:spPr>
              <a:xfrm>
                <a:off x="2167953" y="1407740"/>
                <a:ext cx="59062" cy="83175"/>
              </a:xfrm>
              <a:custGeom>
                <a:avLst/>
                <a:gdLst/>
                <a:ahLst/>
                <a:cxnLst/>
                <a:rect l="l" t="t" r="r" b="b"/>
                <a:pathLst>
                  <a:path w="59062" h="83175" extrusionOk="0">
                    <a:moveTo>
                      <a:pt x="0" y="372"/>
                    </a:moveTo>
                    <a:cubicBezTo>
                      <a:pt x="33211" y="-3629"/>
                      <a:pt x="52451" y="25327"/>
                      <a:pt x="57214" y="54728"/>
                    </a:cubicBezTo>
                    <a:cubicBezTo>
                      <a:pt x="58928" y="64126"/>
                      <a:pt x="59373" y="73714"/>
                      <a:pt x="58864" y="83176"/>
                    </a:cubicBezTo>
                    <a:lnTo>
                      <a:pt x="58547" y="83176"/>
                    </a:lnTo>
                    <a:cubicBezTo>
                      <a:pt x="57976" y="73778"/>
                      <a:pt x="56769" y="64443"/>
                      <a:pt x="54673" y="55299"/>
                    </a:cubicBezTo>
                    <a:cubicBezTo>
                      <a:pt x="50482" y="37329"/>
                      <a:pt x="42736" y="18533"/>
                      <a:pt x="26733" y="8119"/>
                    </a:cubicBezTo>
                    <a:cubicBezTo>
                      <a:pt x="18860" y="2975"/>
                      <a:pt x="9398" y="753"/>
                      <a:pt x="0" y="689"/>
                    </a:cubicBezTo>
                    <a:lnTo>
                      <a:pt x="0" y="372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8" name="Google Shape;1238;p47"/>
            <p:cNvSpPr/>
            <p:nvPr/>
          </p:nvSpPr>
          <p:spPr>
            <a:xfrm>
              <a:off x="1845754" y="2264282"/>
              <a:ext cx="295846" cy="556006"/>
            </a:xfrm>
            <a:custGeom>
              <a:avLst/>
              <a:gdLst/>
              <a:ahLst/>
              <a:cxnLst/>
              <a:rect l="l" t="t" r="r" b="b"/>
              <a:pathLst>
                <a:path w="295846" h="556006" extrusionOk="0">
                  <a:moveTo>
                    <a:pt x="295846" y="0"/>
                  </a:moveTo>
                  <a:lnTo>
                    <a:pt x="182308" y="556006"/>
                  </a:lnTo>
                  <a:lnTo>
                    <a:pt x="0" y="556006"/>
                  </a:lnTo>
                  <a:lnTo>
                    <a:pt x="106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1930336" y="1655254"/>
              <a:ext cx="84518" cy="188023"/>
            </a:xfrm>
            <a:custGeom>
              <a:avLst/>
              <a:gdLst/>
              <a:ahLst/>
              <a:cxnLst/>
              <a:rect l="l" t="t" r="r" b="b"/>
              <a:pathLst>
                <a:path w="84518" h="188023" extrusionOk="0">
                  <a:moveTo>
                    <a:pt x="79502" y="0"/>
                  </a:moveTo>
                  <a:lnTo>
                    <a:pt x="79502" y="0"/>
                  </a:lnTo>
                  <a:cubicBezTo>
                    <a:pt x="55372" y="3238"/>
                    <a:pt x="34735" y="19113"/>
                    <a:pt x="25464" y="41592"/>
                  </a:cubicBezTo>
                  <a:lnTo>
                    <a:pt x="0" y="103251"/>
                  </a:lnTo>
                  <a:lnTo>
                    <a:pt x="23368" y="141160"/>
                  </a:lnTo>
                  <a:lnTo>
                    <a:pt x="84518" y="188023"/>
                  </a:lnTo>
                  <a:lnTo>
                    <a:pt x="795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2010397" y="1708340"/>
              <a:ext cx="4584" cy="135001"/>
            </a:xfrm>
            <a:custGeom>
              <a:avLst/>
              <a:gdLst/>
              <a:ahLst/>
              <a:cxnLst/>
              <a:rect l="l" t="t" r="r" b="b"/>
              <a:pathLst>
                <a:path w="4584" h="135001" extrusionOk="0">
                  <a:moveTo>
                    <a:pt x="4267" y="135001"/>
                  </a:moveTo>
                  <a:cubicBezTo>
                    <a:pt x="3441" y="118174"/>
                    <a:pt x="1981" y="84392"/>
                    <a:pt x="1282" y="67501"/>
                  </a:cubicBezTo>
                  <a:cubicBezTo>
                    <a:pt x="76" y="45085"/>
                    <a:pt x="-559" y="22415"/>
                    <a:pt x="647" y="0"/>
                  </a:cubicBezTo>
                  <a:lnTo>
                    <a:pt x="965" y="0"/>
                  </a:lnTo>
                  <a:cubicBezTo>
                    <a:pt x="1282" y="2794"/>
                    <a:pt x="1536" y="5588"/>
                    <a:pt x="1790" y="8445"/>
                  </a:cubicBezTo>
                  <a:lnTo>
                    <a:pt x="2425" y="16891"/>
                  </a:lnTo>
                  <a:cubicBezTo>
                    <a:pt x="3695" y="33718"/>
                    <a:pt x="3886" y="50610"/>
                    <a:pt x="3949" y="67501"/>
                  </a:cubicBezTo>
                  <a:cubicBezTo>
                    <a:pt x="4203" y="84328"/>
                    <a:pt x="4521" y="118237"/>
                    <a:pt x="4584" y="135001"/>
                  </a:cubicBezTo>
                  <a:lnTo>
                    <a:pt x="4267" y="135001"/>
                  </a:lnTo>
                  <a:lnTo>
                    <a:pt x="4267" y="135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2083371" y="1777047"/>
              <a:ext cx="169290" cy="75437"/>
            </a:xfrm>
            <a:custGeom>
              <a:avLst/>
              <a:gdLst/>
              <a:ahLst/>
              <a:cxnLst/>
              <a:rect l="l" t="t" r="r" b="b"/>
              <a:pathLst>
                <a:path w="169290" h="75437" extrusionOk="0">
                  <a:moveTo>
                    <a:pt x="169291" y="37719"/>
                  </a:moveTo>
                  <a:cubicBezTo>
                    <a:pt x="169291" y="58551"/>
                    <a:pt x="131394" y="75438"/>
                    <a:pt x="84646" y="75438"/>
                  </a:cubicBezTo>
                  <a:cubicBezTo>
                    <a:pt x="37897" y="75438"/>
                    <a:pt x="0" y="58551"/>
                    <a:pt x="0" y="37719"/>
                  </a:cubicBezTo>
                  <a:cubicBezTo>
                    <a:pt x="0" y="16887"/>
                    <a:pt x="37897" y="0"/>
                    <a:pt x="84646" y="0"/>
                  </a:cubicBezTo>
                  <a:cubicBezTo>
                    <a:pt x="131394" y="0"/>
                    <a:pt x="169291" y="16887"/>
                    <a:pt x="169291" y="377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1845754" y="2542285"/>
              <a:ext cx="237616" cy="278003"/>
            </a:xfrm>
            <a:custGeom>
              <a:avLst/>
              <a:gdLst/>
              <a:ahLst/>
              <a:cxnLst/>
              <a:rect l="l" t="t" r="r" b="b"/>
              <a:pathLst>
                <a:path w="237616" h="278003" extrusionOk="0">
                  <a:moveTo>
                    <a:pt x="237617" y="7239"/>
                  </a:moveTo>
                  <a:lnTo>
                    <a:pt x="182308" y="278003"/>
                  </a:lnTo>
                  <a:lnTo>
                    <a:pt x="0" y="278003"/>
                  </a:lnTo>
                  <a:lnTo>
                    <a:pt x="534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3" name="Google Shape;1243;p47"/>
            <p:cNvGrpSpPr/>
            <p:nvPr/>
          </p:nvGrpSpPr>
          <p:grpSpPr>
            <a:xfrm>
              <a:off x="1672717" y="2736659"/>
              <a:ext cx="375538" cy="160337"/>
              <a:chOff x="1672717" y="2736659"/>
              <a:chExt cx="375538" cy="160337"/>
            </a:xfrm>
          </p:grpSpPr>
          <p:sp>
            <p:nvSpPr>
              <p:cNvPr id="1244" name="Google Shape;1244;p47"/>
              <p:cNvSpPr/>
              <p:nvPr/>
            </p:nvSpPr>
            <p:spPr>
              <a:xfrm>
                <a:off x="1672717" y="2736659"/>
                <a:ext cx="375538" cy="160337"/>
              </a:xfrm>
              <a:custGeom>
                <a:avLst/>
                <a:gdLst/>
                <a:ahLst/>
                <a:cxnLst/>
                <a:rect l="l" t="t" r="r" b="b"/>
                <a:pathLst>
                  <a:path w="375538" h="160337" extrusionOk="0">
                    <a:moveTo>
                      <a:pt x="226949" y="44767"/>
                    </a:moveTo>
                    <a:lnTo>
                      <a:pt x="338645" y="44767"/>
                    </a:lnTo>
                    <a:cubicBezTo>
                      <a:pt x="338645" y="44767"/>
                      <a:pt x="355791" y="17717"/>
                      <a:pt x="375539" y="17717"/>
                    </a:cubicBezTo>
                    <a:lnTo>
                      <a:pt x="342773" y="160338"/>
                    </a:lnTo>
                    <a:lnTo>
                      <a:pt x="0" y="160338"/>
                    </a:lnTo>
                    <a:lnTo>
                      <a:pt x="17907" y="125984"/>
                    </a:lnTo>
                    <a:cubicBezTo>
                      <a:pt x="29972" y="102807"/>
                      <a:pt x="52451" y="84138"/>
                      <a:pt x="78105" y="75946"/>
                    </a:cubicBezTo>
                    <a:lnTo>
                      <a:pt x="162496" y="48958"/>
                    </a:lnTo>
                    <a:lnTo>
                      <a:pt x="163131" y="26289"/>
                    </a:lnTo>
                    <a:cubicBezTo>
                      <a:pt x="163513" y="12636"/>
                      <a:pt x="177419" y="0"/>
                      <a:pt x="192024" y="0"/>
                    </a:cubicBezTo>
                    <a:lnTo>
                      <a:pt x="219329" y="0"/>
                    </a:lnTo>
                    <a:cubicBezTo>
                      <a:pt x="234505" y="0"/>
                      <a:pt x="242506" y="13589"/>
                      <a:pt x="235521" y="27623"/>
                    </a:cubicBezTo>
                    <a:lnTo>
                      <a:pt x="226949" y="447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47"/>
              <p:cNvSpPr/>
              <p:nvPr/>
            </p:nvSpPr>
            <p:spPr>
              <a:xfrm>
                <a:off x="1672717" y="2869882"/>
                <a:ext cx="34899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348995" h="27050" extrusionOk="0">
                    <a:moveTo>
                      <a:pt x="342773" y="27051"/>
                    </a:moveTo>
                    <a:lnTo>
                      <a:pt x="348996" y="0"/>
                    </a:lnTo>
                    <a:lnTo>
                      <a:pt x="14097" y="0"/>
                    </a:lnTo>
                    <a:lnTo>
                      <a:pt x="0" y="2705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47"/>
              <p:cNvSpPr/>
              <p:nvPr/>
            </p:nvSpPr>
            <p:spPr>
              <a:xfrm>
                <a:off x="1750822" y="2809386"/>
                <a:ext cx="89280" cy="45509"/>
              </a:xfrm>
              <a:custGeom>
                <a:avLst/>
                <a:gdLst/>
                <a:ahLst/>
                <a:cxnLst/>
                <a:rect l="l" t="t" r="r" b="b"/>
                <a:pathLst>
                  <a:path w="89280" h="45509" extrusionOk="0">
                    <a:moveTo>
                      <a:pt x="0" y="3028"/>
                    </a:moveTo>
                    <a:cubicBezTo>
                      <a:pt x="28194" y="-3703"/>
                      <a:pt x="64833" y="-528"/>
                      <a:pt x="81724" y="26079"/>
                    </a:cubicBezTo>
                    <a:cubicBezTo>
                      <a:pt x="85408" y="31984"/>
                      <a:pt x="87884" y="38588"/>
                      <a:pt x="89281" y="45446"/>
                    </a:cubicBezTo>
                    <a:lnTo>
                      <a:pt x="88964" y="45510"/>
                    </a:lnTo>
                    <a:cubicBezTo>
                      <a:pt x="85408" y="37064"/>
                      <a:pt x="81153" y="29063"/>
                      <a:pt x="75057" y="22586"/>
                    </a:cubicBezTo>
                    <a:cubicBezTo>
                      <a:pt x="63119" y="8934"/>
                      <a:pt x="45085" y="2457"/>
                      <a:pt x="27242" y="1631"/>
                    </a:cubicBezTo>
                    <a:cubicBezTo>
                      <a:pt x="18224" y="1060"/>
                      <a:pt x="9017" y="1568"/>
                      <a:pt x="64" y="3282"/>
                    </a:cubicBezTo>
                    <a:lnTo>
                      <a:pt x="0" y="3028"/>
                    </a:lnTo>
                    <a:lnTo>
                      <a:pt x="0" y="30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7" name="Google Shape;1247;p47"/>
            <p:cNvSpPr/>
            <p:nvPr/>
          </p:nvSpPr>
          <p:spPr>
            <a:xfrm>
              <a:off x="2098254" y="1787644"/>
              <a:ext cx="136755" cy="54243"/>
            </a:xfrm>
            <a:custGeom>
              <a:avLst/>
              <a:gdLst/>
              <a:ahLst/>
              <a:cxnLst/>
              <a:rect l="l" t="t" r="r" b="b"/>
              <a:pathLst>
                <a:path w="136755" h="54243" extrusionOk="0">
                  <a:moveTo>
                    <a:pt x="136755" y="27122"/>
                  </a:moveTo>
                  <a:cubicBezTo>
                    <a:pt x="136057" y="39758"/>
                    <a:pt x="117832" y="45664"/>
                    <a:pt x="107609" y="48648"/>
                  </a:cubicBezTo>
                  <a:cubicBezTo>
                    <a:pt x="82844" y="55252"/>
                    <a:pt x="56555" y="56141"/>
                    <a:pt x="31409" y="50617"/>
                  </a:cubicBezTo>
                  <a:cubicBezTo>
                    <a:pt x="-10438" y="40520"/>
                    <a:pt x="-10501" y="13723"/>
                    <a:pt x="31409" y="3627"/>
                  </a:cubicBezTo>
                  <a:cubicBezTo>
                    <a:pt x="56555" y="-1898"/>
                    <a:pt x="82907" y="-1009"/>
                    <a:pt x="107609" y="5595"/>
                  </a:cubicBezTo>
                  <a:cubicBezTo>
                    <a:pt x="117896" y="8643"/>
                    <a:pt x="135993" y="14549"/>
                    <a:pt x="136755" y="27122"/>
                  </a:cubicBezTo>
                  <a:lnTo>
                    <a:pt x="136755" y="27122"/>
                  </a:lnTo>
                  <a:close/>
                  <a:moveTo>
                    <a:pt x="136374" y="27122"/>
                  </a:moveTo>
                  <a:cubicBezTo>
                    <a:pt x="135485" y="14803"/>
                    <a:pt x="117451" y="9151"/>
                    <a:pt x="107355" y="6357"/>
                  </a:cubicBezTo>
                  <a:cubicBezTo>
                    <a:pt x="82780" y="388"/>
                    <a:pt x="56618" y="452"/>
                    <a:pt x="32044" y="6421"/>
                  </a:cubicBezTo>
                  <a:cubicBezTo>
                    <a:pt x="-6183" y="16390"/>
                    <a:pt x="-6310" y="37854"/>
                    <a:pt x="32044" y="47823"/>
                  </a:cubicBezTo>
                  <a:cubicBezTo>
                    <a:pt x="56555" y="53855"/>
                    <a:pt x="82780" y="53855"/>
                    <a:pt x="107355" y="47886"/>
                  </a:cubicBezTo>
                  <a:cubicBezTo>
                    <a:pt x="117451" y="45092"/>
                    <a:pt x="135549" y="39441"/>
                    <a:pt x="136374" y="27122"/>
                  </a:cubicBezTo>
                  <a:lnTo>
                    <a:pt x="136374" y="27122"/>
                  </a:lnTo>
                  <a:close/>
                </a:path>
              </a:pathLst>
            </a:custGeom>
            <a:solidFill>
              <a:srgbClr val="2E2A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1780520" y="1551344"/>
              <a:ext cx="32999" cy="58739"/>
            </a:xfrm>
            <a:custGeom>
              <a:avLst/>
              <a:gdLst/>
              <a:ahLst/>
              <a:cxnLst/>
              <a:rect l="l" t="t" r="r" b="b"/>
              <a:pathLst>
                <a:path w="32999" h="58739" extrusionOk="0">
                  <a:moveTo>
                    <a:pt x="6750" y="1167"/>
                  </a:moveTo>
                  <a:cubicBezTo>
                    <a:pt x="655" y="4406"/>
                    <a:pt x="-1695" y="12153"/>
                    <a:pt x="1290" y="18947"/>
                  </a:cubicBezTo>
                  <a:lnTo>
                    <a:pt x="16911" y="54571"/>
                  </a:lnTo>
                  <a:cubicBezTo>
                    <a:pt x="19006" y="58508"/>
                    <a:pt x="24150" y="59905"/>
                    <a:pt x="28340" y="57682"/>
                  </a:cubicBezTo>
                  <a:lnTo>
                    <a:pt x="28340" y="57682"/>
                  </a:lnTo>
                  <a:cubicBezTo>
                    <a:pt x="31897" y="55777"/>
                    <a:pt x="33738" y="51777"/>
                    <a:pt x="32722" y="48094"/>
                  </a:cubicBezTo>
                  <a:lnTo>
                    <a:pt x="22372" y="8787"/>
                  </a:lnTo>
                  <a:cubicBezTo>
                    <a:pt x="20530" y="1739"/>
                    <a:pt x="12783" y="-2071"/>
                    <a:pt x="6750" y="1167"/>
                  </a:cubicBezTo>
                  <a:lnTo>
                    <a:pt x="6750" y="11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1800084" y="1548713"/>
              <a:ext cx="35449" cy="64269"/>
            </a:xfrm>
            <a:custGeom>
              <a:avLst/>
              <a:gdLst/>
              <a:ahLst/>
              <a:cxnLst/>
              <a:rect l="l" t="t" r="r" b="b"/>
              <a:pathLst>
                <a:path w="35449" h="64269" extrusionOk="0">
                  <a:moveTo>
                    <a:pt x="6427" y="1068"/>
                  </a:moveTo>
                  <a:cubicBezTo>
                    <a:pt x="331" y="4306"/>
                    <a:pt x="-1764" y="12561"/>
                    <a:pt x="1601" y="20118"/>
                  </a:cubicBezTo>
                  <a:lnTo>
                    <a:pt x="19191" y="59424"/>
                  </a:lnTo>
                  <a:cubicBezTo>
                    <a:pt x="21540" y="63806"/>
                    <a:pt x="26811" y="65520"/>
                    <a:pt x="31002" y="63298"/>
                  </a:cubicBezTo>
                  <a:lnTo>
                    <a:pt x="31002" y="63298"/>
                  </a:lnTo>
                  <a:cubicBezTo>
                    <a:pt x="34558" y="61393"/>
                    <a:pt x="36272" y="57201"/>
                    <a:pt x="35066" y="53137"/>
                  </a:cubicBezTo>
                  <a:lnTo>
                    <a:pt x="22747" y="10148"/>
                  </a:lnTo>
                  <a:cubicBezTo>
                    <a:pt x="20524" y="2274"/>
                    <a:pt x="12460" y="-2171"/>
                    <a:pt x="6427" y="1068"/>
                  </a:cubicBezTo>
                  <a:lnTo>
                    <a:pt x="6427" y="10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1818380" y="1544174"/>
              <a:ext cx="38301" cy="70465"/>
            </a:xfrm>
            <a:custGeom>
              <a:avLst/>
              <a:gdLst/>
              <a:ahLst/>
              <a:cxnLst/>
              <a:rect l="l" t="t" r="r" b="b"/>
              <a:pathLst>
                <a:path w="38301" h="70465" extrusionOk="0">
                  <a:moveTo>
                    <a:pt x="6038" y="971"/>
                  </a:moveTo>
                  <a:cubicBezTo>
                    <a:pt x="-58" y="4210"/>
                    <a:pt x="-1773" y="13100"/>
                    <a:pt x="1974" y="21418"/>
                  </a:cubicBezTo>
                  <a:lnTo>
                    <a:pt x="21786" y="64852"/>
                  </a:lnTo>
                  <a:cubicBezTo>
                    <a:pt x="24389" y="69678"/>
                    <a:pt x="29914" y="71837"/>
                    <a:pt x="34105" y="69551"/>
                  </a:cubicBezTo>
                  <a:lnTo>
                    <a:pt x="34105" y="69551"/>
                  </a:lnTo>
                  <a:cubicBezTo>
                    <a:pt x="37661" y="67646"/>
                    <a:pt x="39185" y="63138"/>
                    <a:pt x="37788" y="58693"/>
                  </a:cubicBezTo>
                  <a:lnTo>
                    <a:pt x="23183" y="11449"/>
                  </a:lnTo>
                  <a:cubicBezTo>
                    <a:pt x="20579" y="2940"/>
                    <a:pt x="12070" y="-2267"/>
                    <a:pt x="6038" y="971"/>
                  </a:cubicBezTo>
                  <a:lnTo>
                    <a:pt x="6038" y="9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47"/>
            <p:cNvSpPr/>
            <p:nvPr/>
          </p:nvSpPr>
          <p:spPr>
            <a:xfrm>
              <a:off x="1837866" y="1544268"/>
              <a:ext cx="35449" cy="64269"/>
            </a:xfrm>
            <a:custGeom>
              <a:avLst/>
              <a:gdLst/>
              <a:ahLst/>
              <a:cxnLst/>
              <a:rect l="l" t="t" r="r" b="b"/>
              <a:pathLst>
                <a:path w="35449" h="64269" extrusionOk="0">
                  <a:moveTo>
                    <a:pt x="6427" y="1068"/>
                  </a:moveTo>
                  <a:cubicBezTo>
                    <a:pt x="331" y="4306"/>
                    <a:pt x="-1764" y="12561"/>
                    <a:pt x="1601" y="20118"/>
                  </a:cubicBezTo>
                  <a:lnTo>
                    <a:pt x="19191" y="59424"/>
                  </a:lnTo>
                  <a:cubicBezTo>
                    <a:pt x="21540" y="63806"/>
                    <a:pt x="26811" y="65520"/>
                    <a:pt x="31002" y="63298"/>
                  </a:cubicBezTo>
                  <a:lnTo>
                    <a:pt x="31002" y="63298"/>
                  </a:lnTo>
                  <a:cubicBezTo>
                    <a:pt x="34558" y="61393"/>
                    <a:pt x="36272" y="57201"/>
                    <a:pt x="35066" y="53137"/>
                  </a:cubicBezTo>
                  <a:lnTo>
                    <a:pt x="22747" y="10148"/>
                  </a:lnTo>
                  <a:cubicBezTo>
                    <a:pt x="20524" y="2274"/>
                    <a:pt x="12460" y="-2171"/>
                    <a:pt x="6427" y="1068"/>
                  </a:cubicBezTo>
                  <a:lnTo>
                    <a:pt x="6427" y="10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47"/>
            <p:cNvSpPr/>
            <p:nvPr/>
          </p:nvSpPr>
          <p:spPr>
            <a:xfrm>
              <a:off x="1839214" y="1550797"/>
              <a:ext cx="15747" cy="48196"/>
            </a:xfrm>
            <a:custGeom>
              <a:avLst/>
              <a:gdLst/>
              <a:ahLst/>
              <a:cxnLst/>
              <a:rect l="l" t="t" r="r" b="b"/>
              <a:pathLst>
                <a:path w="15747" h="48196" extrusionOk="0">
                  <a:moveTo>
                    <a:pt x="0" y="0"/>
                  </a:moveTo>
                  <a:cubicBezTo>
                    <a:pt x="7366" y="15240"/>
                    <a:pt x="12700" y="31496"/>
                    <a:pt x="15748" y="48196"/>
                  </a:cubicBezTo>
                  <a:cubicBezTo>
                    <a:pt x="8318" y="32893"/>
                    <a:pt x="3048" y="16637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47"/>
            <p:cNvSpPr/>
            <p:nvPr/>
          </p:nvSpPr>
          <p:spPr>
            <a:xfrm>
              <a:off x="1818957" y="1552384"/>
              <a:ext cx="13715" cy="40894"/>
            </a:xfrm>
            <a:custGeom>
              <a:avLst/>
              <a:gdLst/>
              <a:ahLst/>
              <a:cxnLst/>
              <a:rect l="l" t="t" r="r" b="b"/>
              <a:pathLst>
                <a:path w="13715" h="40894" extrusionOk="0">
                  <a:moveTo>
                    <a:pt x="0" y="0"/>
                  </a:moveTo>
                  <a:cubicBezTo>
                    <a:pt x="6731" y="12763"/>
                    <a:pt x="11366" y="26607"/>
                    <a:pt x="13716" y="40894"/>
                  </a:cubicBezTo>
                  <a:cubicBezTo>
                    <a:pt x="6985" y="28067"/>
                    <a:pt x="2349" y="1422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47"/>
            <p:cNvSpPr/>
            <p:nvPr/>
          </p:nvSpPr>
          <p:spPr>
            <a:xfrm>
              <a:off x="1800986" y="1556194"/>
              <a:ext cx="9842" cy="34099"/>
            </a:xfrm>
            <a:custGeom>
              <a:avLst/>
              <a:gdLst/>
              <a:ahLst/>
              <a:cxnLst/>
              <a:rect l="l" t="t" r="r" b="b"/>
              <a:pathLst>
                <a:path w="9842" h="34099" extrusionOk="0">
                  <a:moveTo>
                    <a:pt x="0" y="0"/>
                  </a:moveTo>
                  <a:cubicBezTo>
                    <a:pt x="5461" y="10604"/>
                    <a:pt x="8827" y="22225"/>
                    <a:pt x="9843" y="34099"/>
                  </a:cubicBezTo>
                  <a:cubicBezTo>
                    <a:pt x="4445" y="23558"/>
                    <a:pt x="1080" y="1187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47"/>
            <p:cNvSpPr/>
            <p:nvPr/>
          </p:nvSpPr>
          <p:spPr>
            <a:xfrm>
              <a:off x="2439960" y="1548764"/>
              <a:ext cx="34756" cy="64247"/>
            </a:xfrm>
            <a:custGeom>
              <a:avLst/>
              <a:gdLst/>
              <a:ahLst/>
              <a:cxnLst/>
              <a:rect l="l" t="t" r="r" b="b"/>
              <a:pathLst>
                <a:path w="34756" h="64247" extrusionOk="0">
                  <a:moveTo>
                    <a:pt x="26443" y="64072"/>
                  </a:moveTo>
                  <a:cubicBezTo>
                    <a:pt x="19649" y="65279"/>
                    <a:pt x="12854" y="60135"/>
                    <a:pt x="10822" y="52134"/>
                  </a:cubicBezTo>
                  <a:lnTo>
                    <a:pt x="154" y="10478"/>
                  </a:lnTo>
                  <a:cubicBezTo>
                    <a:pt x="-735" y="5589"/>
                    <a:pt x="2313" y="953"/>
                    <a:pt x="7012" y="128"/>
                  </a:cubicBezTo>
                  <a:lnTo>
                    <a:pt x="7012" y="128"/>
                  </a:lnTo>
                  <a:cubicBezTo>
                    <a:pt x="10949" y="-571"/>
                    <a:pt x="14950" y="1652"/>
                    <a:pt x="16537" y="5525"/>
                  </a:cubicBezTo>
                  <a:lnTo>
                    <a:pt x="33619" y="46864"/>
                  </a:lnTo>
                  <a:cubicBezTo>
                    <a:pt x="36730" y="54357"/>
                    <a:pt x="33174" y="62802"/>
                    <a:pt x="26443" y="64072"/>
                  </a:cubicBezTo>
                  <a:lnTo>
                    <a:pt x="26443" y="640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47"/>
            <p:cNvSpPr/>
            <p:nvPr/>
          </p:nvSpPr>
          <p:spPr>
            <a:xfrm>
              <a:off x="2096579" y="1628139"/>
              <a:ext cx="142811" cy="89979"/>
            </a:xfrm>
            <a:custGeom>
              <a:avLst/>
              <a:gdLst/>
              <a:ahLst/>
              <a:cxnLst/>
              <a:rect l="l" t="t" r="r" b="b"/>
              <a:pathLst>
                <a:path w="142811" h="89979" extrusionOk="0">
                  <a:moveTo>
                    <a:pt x="89344" y="0"/>
                  </a:moveTo>
                  <a:lnTo>
                    <a:pt x="71374" y="4064"/>
                  </a:lnTo>
                  <a:lnTo>
                    <a:pt x="53403" y="0"/>
                  </a:lnTo>
                  <a:lnTo>
                    <a:pt x="0" y="16065"/>
                  </a:lnTo>
                  <a:lnTo>
                    <a:pt x="71374" y="89980"/>
                  </a:lnTo>
                  <a:lnTo>
                    <a:pt x="142811" y="1606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47"/>
            <p:cNvSpPr/>
            <p:nvPr/>
          </p:nvSpPr>
          <p:spPr>
            <a:xfrm>
              <a:off x="2009901" y="1637347"/>
              <a:ext cx="316293" cy="354901"/>
            </a:xfrm>
            <a:custGeom>
              <a:avLst/>
              <a:gdLst/>
              <a:ahLst/>
              <a:cxnLst/>
              <a:rect l="l" t="t" r="r" b="b"/>
              <a:pathLst>
                <a:path w="316293" h="354901" extrusionOk="0">
                  <a:moveTo>
                    <a:pt x="206693" y="0"/>
                  </a:moveTo>
                  <a:cubicBezTo>
                    <a:pt x="206693" y="0"/>
                    <a:pt x="202756" y="35814"/>
                    <a:pt x="158179" y="35814"/>
                  </a:cubicBezTo>
                  <a:lnTo>
                    <a:pt x="157988" y="38798"/>
                  </a:lnTo>
                  <a:lnTo>
                    <a:pt x="157988" y="35814"/>
                  </a:lnTo>
                  <a:cubicBezTo>
                    <a:pt x="113348" y="35814"/>
                    <a:pt x="109474" y="0"/>
                    <a:pt x="109474" y="0"/>
                  </a:cubicBezTo>
                  <a:lnTo>
                    <a:pt x="0" y="17907"/>
                  </a:lnTo>
                  <a:lnTo>
                    <a:pt x="9017" y="354901"/>
                  </a:lnTo>
                  <a:lnTo>
                    <a:pt x="135001" y="354901"/>
                  </a:lnTo>
                  <a:lnTo>
                    <a:pt x="158052" y="354901"/>
                  </a:lnTo>
                  <a:lnTo>
                    <a:pt x="307277" y="354901"/>
                  </a:lnTo>
                  <a:lnTo>
                    <a:pt x="316294" y="17907"/>
                  </a:lnTo>
                  <a:lnTo>
                    <a:pt x="2066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47"/>
            <p:cNvSpPr/>
            <p:nvPr/>
          </p:nvSpPr>
          <p:spPr>
            <a:xfrm>
              <a:off x="1918271" y="1992248"/>
              <a:ext cx="499554" cy="272097"/>
            </a:xfrm>
            <a:custGeom>
              <a:avLst/>
              <a:gdLst/>
              <a:ahLst/>
              <a:cxnLst/>
              <a:rect l="l" t="t" r="r" b="b"/>
              <a:pathLst>
                <a:path w="499554" h="272097" extrusionOk="0">
                  <a:moveTo>
                    <a:pt x="398844" y="0"/>
                  </a:moveTo>
                  <a:lnTo>
                    <a:pt x="249618" y="0"/>
                  </a:lnTo>
                  <a:lnTo>
                    <a:pt x="189548" y="0"/>
                  </a:lnTo>
                  <a:lnTo>
                    <a:pt x="100648" y="0"/>
                  </a:lnTo>
                  <a:cubicBezTo>
                    <a:pt x="14732" y="122365"/>
                    <a:pt x="0" y="272098"/>
                    <a:pt x="0" y="272098"/>
                  </a:cubicBezTo>
                  <a:lnTo>
                    <a:pt x="223393" y="272098"/>
                  </a:lnTo>
                  <a:lnTo>
                    <a:pt x="249682" y="173927"/>
                  </a:lnTo>
                  <a:lnTo>
                    <a:pt x="249682" y="173292"/>
                  </a:lnTo>
                  <a:lnTo>
                    <a:pt x="249873" y="173927"/>
                  </a:lnTo>
                  <a:lnTo>
                    <a:pt x="276161" y="272098"/>
                  </a:lnTo>
                  <a:lnTo>
                    <a:pt x="499555" y="272098"/>
                  </a:lnTo>
                  <a:cubicBezTo>
                    <a:pt x="499491" y="272034"/>
                    <a:pt x="484759" y="122301"/>
                    <a:pt x="398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47"/>
            <p:cNvSpPr/>
            <p:nvPr/>
          </p:nvSpPr>
          <p:spPr>
            <a:xfrm>
              <a:off x="2194369" y="2264282"/>
              <a:ext cx="295782" cy="556006"/>
            </a:xfrm>
            <a:custGeom>
              <a:avLst/>
              <a:gdLst/>
              <a:ahLst/>
              <a:cxnLst/>
              <a:rect l="l" t="t" r="r" b="b"/>
              <a:pathLst>
                <a:path w="295782" h="556006" extrusionOk="0">
                  <a:moveTo>
                    <a:pt x="0" y="0"/>
                  </a:moveTo>
                  <a:lnTo>
                    <a:pt x="113538" y="556006"/>
                  </a:lnTo>
                  <a:lnTo>
                    <a:pt x="295783" y="556006"/>
                  </a:lnTo>
                  <a:lnTo>
                    <a:pt x="1890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47"/>
            <p:cNvSpPr/>
            <p:nvPr/>
          </p:nvSpPr>
          <p:spPr>
            <a:xfrm>
              <a:off x="2321115" y="1655254"/>
              <a:ext cx="84518" cy="188023"/>
            </a:xfrm>
            <a:custGeom>
              <a:avLst/>
              <a:gdLst/>
              <a:ahLst/>
              <a:cxnLst/>
              <a:rect l="l" t="t" r="r" b="b"/>
              <a:pathLst>
                <a:path w="84518" h="188023" extrusionOk="0">
                  <a:moveTo>
                    <a:pt x="5017" y="0"/>
                  </a:moveTo>
                  <a:lnTo>
                    <a:pt x="5017" y="0"/>
                  </a:lnTo>
                  <a:cubicBezTo>
                    <a:pt x="29146" y="3238"/>
                    <a:pt x="49784" y="19113"/>
                    <a:pt x="59055" y="41592"/>
                  </a:cubicBezTo>
                  <a:lnTo>
                    <a:pt x="84518" y="103251"/>
                  </a:lnTo>
                  <a:lnTo>
                    <a:pt x="61151" y="141160"/>
                  </a:lnTo>
                  <a:lnTo>
                    <a:pt x="0" y="188023"/>
                  </a:lnTo>
                  <a:lnTo>
                    <a:pt x="50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47"/>
            <p:cNvSpPr/>
            <p:nvPr/>
          </p:nvSpPr>
          <p:spPr>
            <a:xfrm>
              <a:off x="2320925" y="1708404"/>
              <a:ext cx="4614" cy="135000"/>
            </a:xfrm>
            <a:custGeom>
              <a:avLst/>
              <a:gdLst/>
              <a:ahLst/>
              <a:cxnLst/>
              <a:rect l="l" t="t" r="r" b="b"/>
              <a:pathLst>
                <a:path w="4614" h="135000" extrusionOk="0">
                  <a:moveTo>
                    <a:pt x="0" y="134938"/>
                  </a:moveTo>
                  <a:cubicBezTo>
                    <a:pt x="64" y="118110"/>
                    <a:pt x="381" y="84264"/>
                    <a:pt x="635" y="67437"/>
                  </a:cubicBezTo>
                  <a:cubicBezTo>
                    <a:pt x="635" y="44958"/>
                    <a:pt x="1207" y="22352"/>
                    <a:pt x="3620" y="0"/>
                  </a:cubicBezTo>
                  <a:lnTo>
                    <a:pt x="3937" y="0"/>
                  </a:lnTo>
                  <a:cubicBezTo>
                    <a:pt x="4127" y="2794"/>
                    <a:pt x="4191" y="5651"/>
                    <a:pt x="4318" y="8445"/>
                  </a:cubicBezTo>
                  <a:lnTo>
                    <a:pt x="4508" y="16891"/>
                  </a:lnTo>
                  <a:cubicBezTo>
                    <a:pt x="4889" y="33782"/>
                    <a:pt x="4191" y="50673"/>
                    <a:pt x="3302" y="67501"/>
                  </a:cubicBezTo>
                  <a:cubicBezTo>
                    <a:pt x="2667" y="84328"/>
                    <a:pt x="1143" y="118173"/>
                    <a:pt x="317" y="135001"/>
                  </a:cubicBezTo>
                  <a:lnTo>
                    <a:pt x="0" y="134938"/>
                  </a:lnTo>
                  <a:lnTo>
                    <a:pt x="0" y="1349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47"/>
            <p:cNvSpPr/>
            <p:nvPr/>
          </p:nvSpPr>
          <p:spPr>
            <a:xfrm>
              <a:off x="2083308" y="1777047"/>
              <a:ext cx="169290" cy="75437"/>
            </a:xfrm>
            <a:custGeom>
              <a:avLst/>
              <a:gdLst/>
              <a:ahLst/>
              <a:cxnLst/>
              <a:rect l="l" t="t" r="r" b="b"/>
              <a:pathLst>
                <a:path w="169290" h="75437" extrusionOk="0">
                  <a:moveTo>
                    <a:pt x="169291" y="37719"/>
                  </a:moveTo>
                  <a:cubicBezTo>
                    <a:pt x="169291" y="58551"/>
                    <a:pt x="131394" y="75438"/>
                    <a:pt x="84646" y="75438"/>
                  </a:cubicBezTo>
                  <a:cubicBezTo>
                    <a:pt x="37897" y="75438"/>
                    <a:pt x="0" y="58551"/>
                    <a:pt x="0" y="37719"/>
                  </a:cubicBezTo>
                  <a:cubicBezTo>
                    <a:pt x="0" y="16887"/>
                    <a:pt x="37897" y="0"/>
                    <a:pt x="84646" y="0"/>
                  </a:cubicBezTo>
                  <a:cubicBezTo>
                    <a:pt x="131394" y="0"/>
                    <a:pt x="169291" y="16887"/>
                    <a:pt x="169291" y="377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47"/>
            <p:cNvSpPr/>
            <p:nvPr/>
          </p:nvSpPr>
          <p:spPr>
            <a:xfrm>
              <a:off x="2252598" y="2542285"/>
              <a:ext cx="237553" cy="278003"/>
            </a:xfrm>
            <a:custGeom>
              <a:avLst/>
              <a:gdLst/>
              <a:ahLst/>
              <a:cxnLst/>
              <a:rect l="l" t="t" r="r" b="b"/>
              <a:pathLst>
                <a:path w="237553" h="278003" extrusionOk="0">
                  <a:moveTo>
                    <a:pt x="0" y="7239"/>
                  </a:moveTo>
                  <a:lnTo>
                    <a:pt x="55309" y="278003"/>
                  </a:lnTo>
                  <a:lnTo>
                    <a:pt x="237554" y="278003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4" name="Google Shape;1264;p47"/>
            <p:cNvGrpSpPr/>
            <p:nvPr/>
          </p:nvGrpSpPr>
          <p:grpSpPr>
            <a:xfrm>
              <a:off x="2287651" y="2736659"/>
              <a:ext cx="375538" cy="160337"/>
              <a:chOff x="2287651" y="2736659"/>
              <a:chExt cx="375538" cy="160337"/>
            </a:xfrm>
          </p:grpSpPr>
          <p:sp>
            <p:nvSpPr>
              <p:cNvPr id="1265" name="Google Shape;1265;p47"/>
              <p:cNvSpPr/>
              <p:nvPr/>
            </p:nvSpPr>
            <p:spPr>
              <a:xfrm>
                <a:off x="2287651" y="2736659"/>
                <a:ext cx="375538" cy="160337"/>
              </a:xfrm>
              <a:custGeom>
                <a:avLst/>
                <a:gdLst/>
                <a:ahLst/>
                <a:cxnLst/>
                <a:rect l="l" t="t" r="r" b="b"/>
                <a:pathLst>
                  <a:path w="375538" h="160337" extrusionOk="0">
                    <a:moveTo>
                      <a:pt x="148590" y="44767"/>
                    </a:moveTo>
                    <a:lnTo>
                      <a:pt x="36893" y="44767"/>
                    </a:lnTo>
                    <a:cubicBezTo>
                      <a:pt x="36893" y="44767"/>
                      <a:pt x="19748" y="17717"/>
                      <a:pt x="0" y="17717"/>
                    </a:cubicBezTo>
                    <a:lnTo>
                      <a:pt x="32766" y="160338"/>
                    </a:lnTo>
                    <a:lnTo>
                      <a:pt x="375539" y="160338"/>
                    </a:lnTo>
                    <a:lnTo>
                      <a:pt x="357632" y="125984"/>
                    </a:lnTo>
                    <a:cubicBezTo>
                      <a:pt x="345567" y="102807"/>
                      <a:pt x="323088" y="84138"/>
                      <a:pt x="297434" y="75946"/>
                    </a:cubicBezTo>
                    <a:lnTo>
                      <a:pt x="213042" y="48958"/>
                    </a:lnTo>
                    <a:lnTo>
                      <a:pt x="212407" y="26289"/>
                    </a:lnTo>
                    <a:cubicBezTo>
                      <a:pt x="212026" y="12636"/>
                      <a:pt x="198120" y="0"/>
                      <a:pt x="183515" y="0"/>
                    </a:cubicBezTo>
                    <a:lnTo>
                      <a:pt x="156210" y="0"/>
                    </a:lnTo>
                    <a:cubicBezTo>
                      <a:pt x="141033" y="0"/>
                      <a:pt x="133032" y="13589"/>
                      <a:pt x="140017" y="27623"/>
                    </a:cubicBezTo>
                    <a:lnTo>
                      <a:pt x="148590" y="447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47"/>
              <p:cNvSpPr/>
              <p:nvPr/>
            </p:nvSpPr>
            <p:spPr>
              <a:xfrm>
                <a:off x="2314257" y="2869882"/>
                <a:ext cx="348932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348932" h="27050" extrusionOk="0">
                    <a:moveTo>
                      <a:pt x="6223" y="27051"/>
                    </a:moveTo>
                    <a:lnTo>
                      <a:pt x="0" y="0"/>
                    </a:lnTo>
                    <a:lnTo>
                      <a:pt x="334835" y="0"/>
                    </a:lnTo>
                    <a:lnTo>
                      <a:pt x="348932" y="2705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47"/>
              <p:cNvSpPr/>
              <p:nvPr/>
            </p:nvSpPr>
            <p:spPr>
              <a:xfrm>
                <a:off x="2495867" y="2809355"/>
                <a:ext cx="89344" cy="45540"/>
              </a:xfrm>
              <a:custGeom>
                <a:avLst/>
                <a:gdLst/>
                <a:ahLst/>
                <a:cxnLst/>
                <a:rect l="l" t="t" r="r" b="b"/>
                <a:pathLst>
                  <a:path w="89344" h="45540" extrusionOk="0">
                    <a:moveTo>
                      <a:pt x="89218" y="3377"/>
                    </a:moveTo>
                    <a:cubicBezTo>
                      <a:pt x="63246" y="-1386"/>
                      <a:pt x="32576" y="1789"/>
                      <a:pt x="14224" y="22617"/>
                    </a:cubicBezTo>
                    <a:cubicBezTo>
                      <a:pt x="8128" y="29094"/>
                      <a:pt x="3874" y="37095"/>
                      <a:pt x="318" y="45541"/>
                    </a:cubicBezTo>
                    <a:lnTo>
                      <a:pt x="0" y="45477"/>
                    </a:lnTo>
                    <a:cubicBezTo>
                      <a:pt x="1397" y="38619"/>
                      <a:pt x="3874" y="32079"/>
                      <a:pt x="7557" y="26110"/>
                    </a:cubicBezTo>
                    <a:cubicBezTo>
                      <a:pt x="18796" y="7758"/>
                      <a:pt x="41465" y="329"/>
                      <a:pt x="62040" y="11"/>
                    </a:cubicBezTo>
                    <a:cubicBezTo>
                      <a:pt x="71247" y="-116"/>
                      <a:pt x="80455" y="837"/>
                      <a:pt x="89345" y="3059"/>
                    </a:cubicBezTo>
                    <a:lnTo>
                      <a:pt x="89218" y="3377"/>
                    </a:lnTo>
                    <a:lnTo>
                      <a:pt x="89218" y="337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8" name="Google Shape;1268;p47"/>
            <p:cNvSpPr/>
            <p:nvPr/>
          </p:nvSpPr>
          <p:spPr>
            <a:xfrm>
              <a:off x="2100960" y="1789025"/>
              <a:ext cx="134040" cy="51482"/>
            </a:xfrm>
            <a:custGeom>
              <a:avLst/>
              <a:gdLst/>
              <a:ahLst/>
              <a:cxnLst/>
              <a:rect l="l" t="t" r="r" b="b"/>
              <a:pathLst>
                <a:path w="134040" h="51482" extrusionOk="0">
                  <a:moveTo>
                    <a:pt x="318" y="25741"/>
                  </a:moveTo>
                  <a:cubicBezTo>
                    <a:pt x="1334" y="37997"/>
                    <a:pt x="19304" y="43458"/>
                    <a:pt x="29401" y="46188"/>
                  </a:cubicBezTo>
                  <a:cubicBezTo>
                    <a:pt x="53848" y="51586"/>
                    <a:pt x="79947" y="50697"/>
                    <a:pt x="104013" y="44220"/>
                  </a:cubicBezTo>
                  <a:cubicBezTo>
                    <a:pt x="139446" y="34314"/>
                    <a:pt x="139573" y="17232"/>
                    <a:pt x="104013" y="7263"/>
                  </a:cubicBezTo>
                  <a:cubicBezTo>
                    <a:pt x="79947" y="786"/>
                    <a:pt x="53848" y="-103"/>
                    <a:pt x="29401" y="5294"/>
                  </a:cubicBezTo>
                  <a:cubicBezTo>
                    <a:pt x="19304" y="8088"/>
                    <a:pt x="1397" y="13486"/>
                    <a:pt x="318" y="25741"/>
                  </a:cubicBezTo>
                  <a:lnTo>
                    <a:pt x="318" y="25741"/>
                  </a:lnTo>
                  <a:close/>
                  <a:moveTo>
                    <a:pt x="0" y="25741"/>
                  </a:moveTo>
                  <a:cubicBezTo>
                    <a:pt x="826" y="13168"/>
                    <a:pt x="18987" y="7453"/>
                    <a:pt x="29210" y="4532"/>
                  </a:cubicBezTo>
                  <a:cubicBezTo>
                    <a:pt x="53848" y="-1500"/>
                    <a:pt x="80074" y="-1500"/>
                    <a:pt x="104775" y="4469"/>
                  </a:cubicBezTo>
                  <a:cubicBezTo>
                    <a:pt x="143701" y="14438"/>
                    <a:pt x="143891" y="36981"/>
                    <a:pt x="104775" y="47014"/>
                  </a:cubicBezTo>
                  <a:cubicBezTo>
                    <a:pt x="80137" y="52983"/>
                    <a:pt x="53848" y="52983"/>
                    <a:pt x="29210" y="46950"/>
                  </a:cubicBezTo>
                  <a:cubicBezTo>
                    <a:pt x="18923" y="44029"/>
                    <a:pt x="889" y="38378"/>
                    <a:pt x="0" y="25741"/>
                  </a:cubicBezTo>
                  <a:lnTo>
                    <a:pt x="0" y="25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47"/>
            <p:cNvSpPr/>
            <p:nvPr/>
          </p:nvSpPr>
          <p:spPr>
            <a:xfrm>
              <a:off x="2522450" y="1551344"/>
              <a:ext cx="32999" cy="58739"/>
            </a:xfrm>
            <a:custGeom>
              <a:avLst/>
              <a:gdLst/>
              <a:ahLst/>
              <a:cxnLst/>
              <a:rect l="l" t="t" r="r" b="b"/>
              <a:pathLst>
                <a:path w="32999" h="58739" extrusionOk="0">
                  <a:moveTo>
                    <a:pt x="26249" y="1167"/>
                  </a:moveTo>
                  <a:cubicBezTo>
                    <a:pt x="32345" y="4406"/>
                    <a:pt x="34695" y="12153"/>
                    <a:pt x="31710" y="18947"/>
                  </a:cubicBezTo>
                  <a:lnTo>
                    <a:pt x="16089" y="54571"/>
                  </a:lnTo>
                  <a:cubicBezTo>
                    <a:pt x="13994" y="58508"/>
                    <a:pt x="8850" y="59905"/>
                    <a:pt x="4659" y="57682"/>
                  </a:cubicBezTo>
                  <a:lnTo>
                    <a:pt x="4659" y="57682"/>
                  </a:lnTo>
                  <a:cubicBezTo>
                    <a:pt x="1103" y="55777"/>
                    <a:pt x="-738" y="51777"/>
                    <a:pt x="278" y="48094"/>
                  </a:cubicBezTo>
                  <a:lnTo>
                    <a:pt x="10628" y="8787"/>
                  </a:lnTo>
                  <a:cubicBezTo>
                    <a:pt x="12470" y="1739"/>
                    <a:pt x="20217" y="-2071"/>
                    <a:pt x="26249" y="1167"/>
                  </a:cubicBezTo>
                  <a:lnTo>
                    <a:pt x="26249" y="11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47"/>
            <p:cNvSpPr/>
            <p:nvPr/>
          </p:nvSpPr>
          <p:spPr>
            <a:xfrm>
              <a:off x="2500436" y="1548713"/>
              <a:ext cx="35449" cy="64269"/>
            </a:xfrm>
            <a:custGeom>
              <a:avLst/>
              <a:gdLst/>
              <a:ahLst/>
              <a:cxnLst/>
              <a:rect l="l" t="t" r="r" b="b"/>
              <a:pathLst>
                <a:path w="35449" h="64269" extrusionOk="0">
                  <a:moveTo>
                    <a:pt x="29022" y="1068"/>
                  </a:moveTo>
                  <a:cubicBezTo>
                    <a:pt x="35118" y="4306"/>
                    <a:pt x="37214" y="12561"/>
                    <a:pt x="33848" y="20118"/>
                  </a:cubicBezTo>
                  <a:lnTo>
                    <a:pt x="16259" y="59424"/>
                  </a:lnTo>
                  <a:cubicBezTo>
                    <a:pt x="13909" y="63806"/>
                    <a:pt x="8639" y="65520"/>
                    <a:pt x="4448" y="63298"/>
                  </a:cubicBezTo>
                  <a:lnTo>
                    <a:pt x="4448" y="63298"/>
                  </a:lnTo>
                  <a:cubicBezTo>
                    <a:pt x="892" y="61393"/>
                    <a:pt x="-823" y="57201"/>
                    <a:pt x="384" y="53137"/>
                  </a:cubicBezTo>
                  <a:lnTo>
                    <a:pt x="12703" y="10148"/>
                  </a:lnTo>
                  <a:cubicBezTo>
                    <a:pt x="14925" y="2274"/>
                    <a:pt x="22990" y="-2171"/>
                    <a:pt x="29022" y="1068"/>
                  </a:cubicBezTo>
                  <a:lnTo>
                    <a:pt x="29022" y="10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7"/>
            <p:cNvSpPr/>
            <p:nvPr/>
          </p:nvSpPr>
          <p:spPr>
            <a:xfrm>
              <a:off x="2479224" y="1544174"/>
              <a:ext cx="38301" cy="70465"/>
            </a:xfrm>
            <a:custGeom>
              <a:avLst/>
              <a:gdLst/>
              <a:ahLst/>
              <a:cxnLst/>
              <a:rect l="l" t="t" r="r" b="b"/>
              <a:pathLst>
                <a:path w="38301" h="70465" extrusionOk="0">
                  <a:moveTo>
                    <a:pt x="32264" y="971"/>
                  </a:moveTo>
                  <a:cubicBezTo>
                    <a:pt x="38360" y="4210"/>
                    <a:pt x="40074" y="13100"/>
                    <a:pt x="36328" y="21418"/>
                  </a:cubicBezTo>
                  <a:lnTo>
                    <a:pt x="16516" y="64852"/>
                  </a:lnTo>
                  <a:cubicBezTo>
                    <a:pt x="13912" y="69678"/>
                    <a:pt x="8388" y="71837"/>
                    <a:pt x="4197" y="69551"/>
                  </a:cubicBezTo>
                  <a:lnTo>
                    <a:pt x="4197" y="69551"/>
                  </a:lnTo>
                  <a:cubicBezTo>
                    <a:pt x="641" y="67646"/>
                    <a:pt x="-883" y="63138"/>
                    <a:pt x="514" y="58693"/>
                  </a:cubicBezTo>
                  <a:lnTo>
                    <a:pt x="15119" y="11449"/>
                  </a:lnTo>
                  <a:cubicBezTo>
                    <a:pt x="17786" y="2940"/>
                    <a:pt x="26231" y="-2267"/>
                    <a:pt x="32264" y="971"/>
                  </a:cubicBezTo>
                  <a:lnTo>
                    <a:pt x="32264" y="9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47"/>
            <p:cNvSpPr/>
            <p:nvPr/>
          </p:nvSpPr>
          <p:spPr>
            <a:xfrm>
              <a:off x="2462654" y="1544268"/>
              <a:ext cx="35449" cy="64269"/>
            </a:xfrm>
            <a:custGeom>
              <a:avLst/>
              <a:gdLst/>
              <a:ahLst/>
              <a:cxnLst/>
              <a:rect l="l" t="t" r="r" b="b"/>
              <a:pathLst>
                <a:path w="35449" h="64269" extrusionOk="0">
                  <a:moveTo>
                    <a:pt x="29022" y="1068"/>
                  </a:moveTo>
                  <a:cubicBezTo>
                    <a:pt x="35118" y="4306"/>
                    <a:pt x="37214" y="12561"/>
                    <a:pt x="33848" y="20118"/>
                  </a:cubicBezTo>
                  <a:lnTo>
                    <a:pt x="16259" y="59424"/>
                  </a:lnTo>
                  <a:cubicBezTo>
                    <a:pt x="13909" y="63806"/>
                    <a:pt x="8639" y="65520"/>
                    <a:pt x="4448" y="63298"/>
                  </a:cubicBezTo>
                  <a:lnTo>
                    <a:pt x="4448" y="63298"/>
                  </a:lnTo>
                  <a:cubicBezTo>
                    <a:pt x="892" y="61393"/>
                    <a:pt x="-823" y="57201"/>
                    <a:pt x="384" y="53137"/>
                  </a:cubicBezTo>
                  <a:lnTo>
                    <a:pt x="12703" y="10148"/>
                  </a:lnTo>
                  <a:cubicBezTo>
                    <a:pt x="14925" y="2274"/>
                    <a:pt x="22990" y="-2171"/>
                    <a:pt x="29022" y="1068"/>
                  </a:cubicBezTo>
                  <a:lnTo>
                    <a:pt x="29022" y="10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47"/>
            <p:cNvSpPr/>
            <p:nvPr/>
          </p:nvSpPr>
          <p:spPr>
            <a:xfrm>
              <a:off x="2481008" y="1550797"/>
              <a:ext cx="15748" cy="48196"/>
            </a:xfrm>
            <a:custGeom>
              <a:avLst/>
              <a:gdLst/>
              <a:ahLst/>
              <a:cxnLst/>
              <a:rect l="l" t="t" r="r" b="b"/>
              <a:pathLst>
                <a:path w="15748" h="48196" extrusionOk="0">
                  <a:moveTo>
                    <a:pt x="15748" y="0"/>
                  </a:moveTo>
                  <a:cubicBezTo>
                    <a:pt x="12700" y="16701"/>
                    <a:pt x="7430" y="32957"/>
                    <a:pt x="0" y="48196"/>
                  </a:cubicBezTo>
                  <a:cubicBezTo>
                    <a:pt x="3048" y="31496"/>
                    <a:pt x="8318" y="15240"/>
                    <a:pt x="15748" y="0"/>
                  </a:cubicBezTo>
                  <a:lnTo>
                    <a:pt x="157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47"/>
            <p:cNvSpPr/>
            <p:nvPr/>
          </p:nvSpPr>
          <p:spPr>
            <a:xfrm>
              <a:off x="2503233" y="1552384"/>
              <a:ext cx="13716" cy="40894"/>
            </a:xfrm>
            <a:custGeom>
              <a:avLst/>
              <a:gdLst/>
              <a:ahLst/>
              <a:cxnLst/>
              <a:rect l="l" t="t" r="r" b="b"/>
              <a:pathLst>
                <a:path w="13716" h="40894" extrusionOk="0">
                  <a:moveTo>
                    <a:pt x="13716" y="0"/>
                  </a:moveTo>
                  <a:cubicBezTo>
                    <a:pt x="11367" y="14224"/>
                    <a:pt x="6731" y="28067"/>
                    <a:pt x="0" y="40894"/>
                  </a:cubicBezTo>
                  <a:cubicBezTo>
                    <a:pt x="2349" y="26607"/>
                    <a:pt x="7049" y="12763"/>
                    <a:pt x="13716" y="0"/>
                  </a:cubicBezTo>
                  <a:lnTo>
                    <a:pt x="137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47"/>
            <p:cNvSpPr/>
            <p:nvPr/>
          </p:nvSpPr>
          <p:spPr>
            <a:xfrm>
              <a:off x="2525077" y="1556194"/>
              <a:ext cx="9842" cy="34099"/>
            </a:xfrm>
            <a:custGeom>
              <a:avLst/>
              <a:gdLst/>
              <a:ahLst/>
              <a:cxnLst/>
              <a:rect l="l" t="t" r="r" b="b"/>
              <a:pathLst>
                <a:path w="9842" h="34099" extrusionOk="0">
                  <a:moveTo>
                    <a:pt x="9843" y="0"/>
                  </a:moveTo>
                  <a:cubicBezTo>
                    <a:pt x="8827" y="11874"/>
                    <a:pt x="5461" y="23495"/>
                    <a:pt x="0" y="34099"/>
                  </a:cubicBezTo>
                  <a:cubicBezTo>
                    <a:pt x="1016" y="22225"/>
                    <a:pt x="4382" y="10604"/>
                    <a:pt x="9843" y="0"/>
                  </a:cubicBezTo>
                  <a:lnTo>
                    <a:pt x="98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6" name="Google Shape;1276;p47"/>
          <p:cNvGrpSpPr/>
          <p:nvPr/>
        </p:nvGrpSpPr>
        <p:grpSpPr>
          <a:xfrm>
            <a:off x="5221132" y="-2737240"/>
            <a:ext cx="168223" cy="161388"/>
            <a:chOff x="4068878" y="820261"/>
            <a:chExt cx="280558" cy="269160"/>
          </a:xfrm>
        </p:grpSpPr>
        <p:sp>
          <p:nvSpPr>
            <p:cNvPr id="1277" name="Google Shape;1277;p47"/>
            <p:cNvSpPr/>
            <p:nvPr/>
          </p:nvSpPr>
          <p:spPr>
            <a:xfrm>
              <a:off x="4068878" y="820261"/>
              <a:ext cx="280558" cy="269160"/>
            </a:xfrm>
            <a:custGeom>
              <a:avLst/>
              <a:gdLst/>
              <a:ahLst/>
              <a:cxnLst/>
              <a:rect l="l" t="t" r="r" b="b"/>
              <a:pathLst>
                <a:path w="280558" h="269160" extrusionOk="0">
                  <a:moveTo>
                    <a:pt x="118755" y="263303"/>
                  </a:moveTo>
                  <a:cubicBezTo>
                    <a:pt x="132027" y="271113"/>
                    <a:pt x="148600" y="271113"/>
                    <a:pt x="161809" y="263303"/>
                  </a:cubicBezTo>
                  <a:cubicBezTo>
                    <a:pt x="281316" y="192627"/>
                    <a:pt x="317384" y="52546"/>
                    <a:pt x="238834" y="9366"/>
                  </a:cubicBezTo>
                  <a:cubicBezTo>
                    <a:pt x="188288" y="-18447"/>
                    <a:pt x="140218" y="24543"/>
                    <a:pt x="140218" y="24543"/>
                  </a:cubicBezTo>
                  <a:cubicBezTo>
                    <a:pt x="140218" y="24543"/>
                    <a:pt x="92212" y="-18447"/>
                    <a:pt x="41603" y="9366"/>
                  </a:cubicBezTo>
                  <a:cubicBezTo>
                    <a:pt x="-36756" y="52610"/>
                    <a:pt x="-751" y="192627"/>
                    <a:pt x="118755" y="263303"/>
                  </a:cubicBezTo>
                  <a:close/>
                </a:path>
              </a:pathLst>
            </a:custGeom>
            <a:solidFill>
              <a:srgbClr val="3FB58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47"/>
            <p:cNvSpPr/>
            <p:nvPr/>
          </p:nvSpPr>
          <p:spPr>
            <a:xfrm>
              <a:off x="4070730" y="874130"/>
              <a:ext cx="278003" cy="95484"/>
            </a:xfrm>
            <a:custGeom>
              <a:avLst/>
              <a:gdLst/>
              <a:ahLst/>
              <a:cxnLst/>
              <a:rect l="l" t="t" r="r" b="b"/>
              <a:pathLst>
                <a:path w="278003" h="95484" extrusionOk="0">
                  <a:moveTo>
                    <a:pt x="64" y="53731"/>
                  </a:moveTo>
                  <a:cubicBezTo>
                    <a:pt x="42418" y="49921"/>
                    <a:pt x="92011" y="48080"/>
                    <a:pt x="134557" y="47127"/>
                  </a:cubicBezTo>
                  <a:cubicBezTo>
                    <a:pt x="139383" y="47127"/>
                    <a:pt x="144018" y="49794"/>
                    <a:pt x="146431" y="53985"/>
                  </a:cubicBezTo>
                  <a:cubicBezTo>
                    <a:pt x="146748" y="54557"/>
                    <a:pt x="149479" y="59764"/>
                    <a:pt x="149860" y="60462"/>
                  </a:cubicBezTo>
                  <a:cubicBezTo>
                    <a:pt x="150495" y="61732"/>
                    <a:pt x="162433" y="84910"/>
                    <a:pt x="162497" y="85227"/>
                  </a:cubicBezTo>
                  <a:cubicBezTo>
                    <a:pt x="162687" y="85481"/>
                    <a:pt x="163513" y="87323"/>
                    <a:pt x="163640" y="87386"/>
                  </a:cubicBezTo>
                  <a:cubicBezTo>
                    <a:pt x="163322" y="86878"/>
                    <a:pt x="162687" y="86624"/>
                    <a:pt x="162116" y="87196"/>
                  </a:cubicBezTo>
                  <a:cubicBezTo>
                    <a:pt x="161925" y="87323"/>
                    <a:pt x="161925" y="87577"/>
                    <a:pt x="161861" y="87577"/>
                  </a:cubicBezTo>
                  <a:lnTo>
                    <a:pt x="162497" y="84910"/>
                  </a:lnTo>
                  <a:lnTo>
                    <a:pt x="174180" y="36904"/>
                  </a:lnTo>
                  <a:lnTo>
                    <a:pt x="180340" y="12964"/>
                  </a:lnTo>
                  <a:cubicBezTo>
                    <a:pt x="181102" y="10043"/>
                    <a:pt x="181801" y="6805"/>
                    <a:pt x="184023" y="4455"/>
                  </a:cubicBezTo>
                  <a:cubicBezTo>
                    <a:pt x="190310" y="-3101"/>
                    <a:pt x="203327" y="-625"/>
                    <a:pt x="206248" y="8710"/>
                  </a:cubicBezTo>
                  <a:cubicBezTo>
                    <a:pt x="207201" y="11885"/>
                    <a:pt x="211328" y="34491"/>
                    <a:pt x="212090" y="38237"/>
                  </a:cubicBezTo>
                  <a:cubicBezTo>
                    <a:pt x="212471" y="40460"/>
                    <a:pt x="212789" y="41031"/>
                    <a:pt x="214693" y="41095"/>
                  </a:cubicBezTo>
                  <a:cubicBezTo>
                    <a:pt x="235712" y="42047"/>
                    <a:pt x="257048" y="43381"/>
                    <a:pt x="278003" y="45222"/>
                  </a:cubicBezTo>
                  <a:cubicBezTo>
                    <a:pt x="278003" y="45222"/>
                    <a:pt x="278003" y="46111"/>
                    <a:pt x="278003" y="46111"/>
                  </a:cubicBezTo>
                  <a:lnTo>
                    <a:pt x="228600" y="46238"/>
                  </a:lnTo>
                  <a:lnTo>
                    <a:pt x="216217" y="46238"/>
                  </a:lnTo>
                  <a:cubicBezTo>
                    <a:pt x="214249" y="46302"/>
                    <a:pt x="211836" y="46429"/>
                    <a:pt x="209931" y="45032"/>
                  </a:cubicBezTo>
                  <a:cubicBezTo>
                    <a:pt x="208026" y="43825"/>
                    <a:pt x="206883" y="41539"/>
                    <a:pt x="206566" y="39571"/>
                  </a:cubicBezTo>
                  <a:cubicBezTo>
                    <a:pt x="205359" y="35380"/>
                    <a:pt x="200851" y="13282"/>
                    <a:pt x="199136" y="9853"/>
                  </a:cubicBezTo>
                  <a:cubicBezTo>
                    <a:pt x="197104" y="6614"/>
                    <a:pt x="191897" y="6297"/>
                    <a:pt x="189547" y="9281"/>
                  </a:cubicBezTo>
                  <a:cubicBezTo>
                    <a:pt x="188341" y="10615"/>
                    <a:pt x="188087" y="12710"/>
                    <a:pt x="187579" y="14742"/>
                  </a:cubicBezTo>
                  <a:lnTo>
                    <a:pt x="181991" y="38809"/>
                  </a:lnTo>
                  <a:lnTo>
                    <a:pt x="170752" y="86942"/>
                  </a:lnTo>
                  <a:cubicBezTo>
                    <a:pt x="170180" y="94943"/>
                    <a:pt x="161353" y="98816"/>
                    <a:pt x="156401" y="91895"/>
                  </a:cubicBezTo>
                  <a:cubicBezTo>
                    <a:pt x="154432" y="88212"/>
                    <a:pt x="144590" y="68273"/>
                    <a:pt x="142558" y="64209"/>
                  </a:cubicBezTo>
                  <a:cubicBezTo>
                    <a:pt x="140970" y="61415"/>
                    <a:pt x="139446" y="55827"/>
                    <a:pt x="135763" y="55192"/>
                  </a:cubicBezTo>
                  <a:cubicBezTo>
                    <a:pt x="127635" y="54684"/>
                    <a:pt x="107378" y="55128"/>
                    <a:pt x="98870" y="54938"/>
                  </a:cubicBezTo>
                  <a:lnTo>
                    <a:pt x="0" y="54747"/>
                  </a:lnTo>
                  <a:lnTo>
                    <a:pt x="0" y="53731"/>
                  </a:lnTo>
                  <a:lnTo>
                    <a:pt x="64" y="537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9" name="Google Shape;1279;p47"/>
          <p:cNvSpPr/>
          <p:nvPr/>
        </p:nvSpPr>
        <p:spPr>
          <a:xfrm>
            <a:off x="6497819" y="-2135223"/>
            <a:ext cx="79096" cy="114528"/>
          </a:xfrm>
          <a:custGeom>
            <a:avLst/>
            <a:gdLst/>
            <a:ahLst/>
            <a:cxnLst/>
            <a:rect l="l" t="t" r="r" b="b"/>
            <a:pathLst>
              <a:path w="131826" h="190880" extrusionOk="0">
                <a:moveTo>
                  <a:pt x="131826" y="95440"/>
                </a:moveTo>
                <a:cubicBezTo>
                  <a:pt x="72453" y="100648"/>
                  <a:pt x="69533" y="104902"/>
                  <a:pt x="65913" y="190881"/>
                </a:cubicBezTo>
                <a:cubicBezTo>
                  <a:pt x="62293" y="104838"/>
                  <a:pt x="59372" y="100648"/>
                  <a:pt x="0" y="95440"/>
                </a:cubicBezTo>
                <a:cubicBezTo>
                  <a:pt x="59372" y="90233"/>
                  <a:pt x="62293" y="85979"/>
                  <a:pt x="65913" y="0"/>
                </a:cubicBezTo>
                <a:cubicBezTo>
                  <a:pt x="69469" y="86042"/>
                  <a:pt x="72390" y="90233"/>
                  <a:pt x="131826" y="954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7"/>
          <p:cNvSpPr/>
          <p:nvPr/>
        </p:nvSpPr>
        <p:spPr>
          <a:xfrm>
            <a:off x="6574462" y="-2275338"/>
            <a:ext cx="79095" cy="114528"/>
          </a:xfrm>
          <a:custGeom>
            <a:avLst/>
            <a:gdLst/>
            <a:ahLst/>
            <a:cxnLst/>
            <a:rect l="l" t="t" r="r" b="b"/>
            <a:pathLst>
              <a:path w="131825" h="190880" extrusionOk="0">
                <a:moveTo>
                  <a:pt x="131826" y="95440"/>
                </a:moveTo>
                <a:cubicBezTo>
                  <a:pt x="72453" y="100647"/>
                  <a:pt x="69532" y="104902"/>
                  <a:pt x="65913" y="190881"/>
                </a:cubicBezTo>
                <a:cubicBezTo>
                  <a:pt x="62293" y="104838"/>
                  <a:pt x="59372" y="100647"/>
                  <a:pt x="0" y="95440"/>
                </a:cubicBezTo>
                <a:cubicBezTo>
                  <a:pt x="59372" y="90234"/>
                  <a:pt x="62293" y="85979"/>
                  <a:pt x="65913" y="0"/>
                </a:cubicBezTo>
                <a:cubicBezTo>
                  <a:pt x="69532" y="86043"/>
                  <a:pt x="72453" y="90234"/>
                  <a:pt x="131826" y="954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7"/>
          <p:cNvSpPr/>
          <p:nvPr/>
        </p:nvSpPr>
        <p:spPr>
          <a:xfrm>
            <a:off x="5771926" y="-2444351"/>
            <a:ext cx="79096" cy="114528"/>
          </a:xfrm>
          <a:custGeom>
            <a:avLst/>
            <a:gdLst/>
            <a:ahLst/>
            <a:cxnLst/>
            <a:rect l="l" t="t" r="r" b="b"/>
            <a:pathLst>
              <a:path w="131826" h="190880" extrusionOk="0">
                <a:moveTo>
                  <a:pt x="131826" y="95440"/>
                </a:moveTo>
                <a:cubicBezTo>
                  <a:pt x="72454" y="100647"/>
                  <a:pt x="69533" y="104902"/>
                  <a:pt x="65913" y="190881"/>
                </a:cubicBezTo>
                <a:cubicBezTo>
                  <a:pt x="62293" y="104838"/>
                  <a:pt x="59373" y="100647"/>
                  <a:pt x="0" y="95440"/>
                </a:cubicBezTo>
                <a:cubicBezTo>
                  <a:pt x="59373" y="90233"/>
                  <a:pt x="62293" y="85979"/>
                  <a:pt x="65913" y="0"/>
                </a:cubicBezTo>
                <a:cubicBezTo>
                  <a:pt x="69533" y="86042"/>
                  <a:pt x="72390" y="90233"/>
                  <a:pt x="131826" y="954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2" name="Google Shape;1282;p47"/>
          <p:cNvGrpSpPr/>
          <p:nvPr/>
        </p:nvGrpSpPr>
        <p:grpSpPr>
          <a:xfrm>
            <a:off x="9941023" y="-3640338"/>
            <a:ext cx="307681" cy="537499"/>
            <a:chOff x="78398" y="-4015638"/>
            <a:chExt cx="307681" cy="537499"/>
          </a:xfrm>
        </p:grpSpPr>
        <p:sp>
          <p:nvSpPr>
            <p:cNvPr id="1283" name="Google Shape;1283;p47"/>
            <p:cNvSpPr/>
            <p:nvPr/>
          </p:nvSpPr>
          <p:spPr>
            <a:xfrm>
              <a:off x="206259" y="-4015638"/>
              <a:ext cx="51951" cy="361708"/>
            </a:xfrm>
            <a:custGeom>
              <a:avLst/>
              <a:gdLst/>
              <a:ahLst/>
              <a:cxnLst/>
              <a:rect l="l" t="t" r="r" b="b"/>
              <a:pathLst>
                <a:path w="86643" h="603249" extrusionOk="0">
                  <a:moveTo>
                    <a:pt x="56884" y="603250"/>
                  </a:moveTo>
                  <a:lnTo>
                    <a:pt x="18467" y="603250"/>
                  </a:lnTo>
                  <a:cubicBezTo>
                    <a:pt x="18467" y="603250"/>
                    <a:pt x="-33857" y="187325"/>
                    <a:pt x="37644" y="0"/>
                  </a:cubicBezTo>
                  <a:cubicBezTo>
                    <a:pt x="37644" y="0"/>
                    <a:pt x="133656" y="278638"/>
                    <a:pt x="56884" y="6032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47"/>
            <p:cNvSpPr/>
            <p:nvPr/>
          </p:nvSpPr>
          <p:spPr>
            <a:xfrm>
              <a:off x="131745" y="-3672776"/>
              <a:ext cx="200948" cy="194637"/>
            </a:xfrm>
            <a:custGeom>
              <a:avLst/>
              <a:gdLst/>
              <a:ahLst/>
              <a:cxnLst/>
              <a:rect l="l" t="t" r="r" b="b"/>
              <a:pathLst>
                <a:path w="335137" h="324611" extrusionOk="0">
                  <a:moveTo>
                    <a:pt x="330573" y="85534"/>
                  </a:moveTo>
                  <a:cubicBezTo>
                    <a:pt x="305364" y="31432"/>
                    <a:pt x="255008" y="31432"/>
                    <a:pt x="255008" y="31432"/>
                  </a:cubicBezTo>
                  <a:lnTo>
                    <a:pt x="255008" y="0"/>
                  </a:lnTo>
                  <a:lnTo>
                    <a:pt x="167568" y="0"/>
                  </a:lnTo>
                  <a:lnTo>
                    <a:pt x="80129" y="0"/>
                  </a:lnTo>
                  <a:lnTo>
                    <a:pt x="80129" y="31432"/>
                  </a:lnTo>
                  <a:cubicBezTo>
                    <a:pt x="80129" y="31432"/>
                    <a:pt x="29773" y="31432"/>
                    <a:pt x="4564" y="85534"/>
                  </a:cubicBezTo>
                  <a:cubicBezTo>
                    <a:pt x="-20645" y="139636"/>
                    <a:pt x="66794" y="324612"/>
                    <a:pt x="66794" y="324612"/>
                  </a:cubicBezTo>
                  <a:lnTo>
                    <a:pt x="167568" y="324612"/>
                  </a:lnTo>
                  <a:lnTo>
                    <a:pt x="268343" y="324612"/>
                  </a:lnTo>
                  <a:cubicBezTo>
                    <a:pt x="268343" y="324676"/>
                    <a:pt x="355782" y="139636"/>
                    <a:pt x="330573" y="855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47"/>
            <p:cNvSpPr/>
            <p:nvPr/>
          </p:nvSpPr>
          <p:spPr>
            <a:xfrm>
              <a:off x="179791" y="-3654187"/>
              <a:ext cx="104857" cy="2504"/>
            </a:xfrm>
            <a:custGeom>
              <a:avLst/>
              <a:gdLst/>
              <a:ahLst/>
              <a:cxnLst/>
              <a:rect l="l" t="t" r="r" b="b"/>
              <a:pathLst>
                <a:path w="174878" h="4176" extrusionOk="0">
                  <a:moveTo>
                    <a:pt x="174878" y="684"/>
                  </a:moveTo>
                  <a:cubicBezTo>
                    <a:pt x="146240" y="3478"/>
                    <a:pt x="116268" y="4050"/>
                    <a:pt x="87439" y="4177"/>
                  </a:cubicBezTo>
                  <a:cubicBezTo>
                    <a:pt x="58610" y="4050"/>
                    <a:pt x="28639" y="3415"/>
                    <a:pt x="0" y="684"/>
                  </a:cubicBezTo>
                  <a:lnTo>
                    <a:pt x="0" y="303"/>
                  </a:lnTo>
                  <a:cubicBezTo>
                    <a:pt x="43370" y="494"/>
                    <a:pt x="132397" y="-713"/>
                    <a:pt x="174878" y="684"/>
                  </a:cubicBezTo>
                  <a:lnTo>
                    <a:pt x="174878" y="6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47"/>
            <p:cNvSpPr/>
            <p:nvPr/>
          </p:nvSpPr>
          <p:spPr>
            <a:xfrm>
              <a:off x="78398" y="-3937470"/>
              <a:ext cx="142323" cy="264732"/>
            </a:xfrm>
            <a:custGeom>
              <a:avLst/>
              <a:gdLst/>
              <a:ahLst/>
              <a:cxnLst/>
              <a:rect l="l" t="t" r="r" b="b"/>
              <a:pathLst>
                <a:path w="237363" h="441515" extrusionOk="0">
                  <a:moveTo>
                    <a:pt x="237363" y="441515"/>
                  </a:moveTo>
                  <a:cubicBezTo>
                    <a:pt x="237363" y="441515"/>
                    <a:pt x="237363" y="45339"/>
                    <a:pt x="0" y="0"/>
                  </a:cubicBezTo>
                  <a:cubicBezTo>
                    <a:pt x="0" y="0"/>
                    <a:pt x="169101" y="157924"/>
                    <a:pt x="169101" y="441515"/>
                  </a:cubicBezTo>
                  <a:lnTo>
                    <a:pt x="237363" y="4415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47"/>
            <p:cNvSpPr/>
            <p:nvPr/>
          </p:nvSpPr>
          <p:spPr>
            <a:xfrm>
              <a:off x="120927" y="-3882719"/>
              <a:ext cx="71885" cy="209981"/>
            </a:xfrm>
            <a:custGeom>
              <a:avLst/>
              <a:gdLst/>
              <a:ahLst/>
              <a:cxnLst/>
              <a:rect l="l" t="t" r="r" b="b"/>
              <a:pathLst>
                <a:path w="119888" h="350202" extrusionOk="0">
                  <a:moveTo>
                    <a:pt x="119888" y="350202"/>
                  </a:moveTo>
                  <a:lnTo>
                    <a:pt x="98235" y="350202"/>
                  </a:lnTo>
                  <a:cubicBezTo>
                    <a:pt x="98235" y="193040"/>
                    <a:pt x="46292" y="74485"/>
                    <a:pt x="0" y="0"/>
                  </a:cubicBezTo>
                  <a:cubicBezTo>
                    <a:pt x="3620" y="4064"/>
                    <a:pt x="119888" y="135445"/>
                    <a:pt x="119888" y="350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47"/>
            <p:cNvSpPr/>
            <p:nvPr/>
          </p:nvSpPr>
          <p:spPr>
            <a:xfrm>
              <a:off x="114645" y="-3911047"/>
              <a:ext cx="95110" cy="238309"/>
            </a:xfrm>
            <a:custGeom>
              <a:avLst/>
              <a:gdLst/>
              <a:ahLst/>
              <a:cxnLst/>
              <a:rect l="l" t="t" r="r" b="b"/>
              <a:pathLst>
                <a:path w="158622" h="397446" extrusionOk="0">
                  <a:moveTo>
                    <a:pt x="158114" y="397446"/>
                  </a:moveTo>
                  <a:cubicBezTo>
                    <a:pt x="149098" y="273050"/>
                    <a:pt x="112331" y="107950"/>
                    <a:pt x="20574" y="18351"/>
                  </a:cubicBezTo>
                  <a:cubicBezTo>
                    <a:pt x="17843" y="15811"/>
                    <a:pt x="13462" y="11366"/>
                    <a:pt x="10540" y="9080"/>
                  </a:cubicBezTo>
                  <a:lnTo>
                    <a:pt x="0" y="317"/>
                  </a:lnTo>
                  <a:lnTo>
                    <a:pt x="253" y="0"/>
                  </a:lnTo>
                  <a:cubicBezTo>
                    <a:pt x="2667" y="1841"/>
                    <a:pt x="12001" y="8573"/>
                    <a:pt x="14097" y="10223"/>
                  </a:cubicBezTo>
                  <a:cubicBezTo>
                    <a:pt x="19875" y="15240"/>
                    <a:pt x="26670" y="20828"/>
                    <a:pt x="31940" y="26479"/>
                  </a:cubicBezTo>
                  <a:cubicBezTo>
                    <a:pt x="38481" y="32829"/>
                    <a:pt x="44640" y="40005"/>
                    <a:pt x="50546" y="46926"/>
                  </a:cubicBezTo>
                  <a:cubicBezTo>
                    <a:pt x="53467" y="50863"/>
                    <a:pt x="60388" y="59563"/>
                    <a:pt x="62992" y="63500"/>
                  </a:cubicBezTo>
                  <a:cubicBezTo>
                    <a:pt x="77470" y="84010"/>
                    <a:pt x="89852" y="106743"/>
                    <a:pt x="99885" y="129794"/>
                  </a:cubicBezTo>
                  <a:cubicBezTo>
                    <a:pt x="121920" y="180340"/>
                    <a:pt x="136144" y="234061"/>
                    <a:pt x="145986" y="288226"/>
                  </a:cubicBezTo>
                  <a:cubicBezTo>
                    <a:pt x="149225" y="306324"/>
                    <a:pt x="151828" y="324485"/>
                    <a:pt x="153988" y="342646"/>
                  </a:cubicBezTo>
                  <a:cubicBezTo>
                    <a:pt x="156083" y="360870"/>
                    <a:pt x="157797" y="379158"/>
                    <a:pt x="158623" y="397446"/>
                  </a:cubicBezTo>
                  <a:lnTo>
                    <a:pt x="158114" y="397446"/>
                  </a:lnTo>
                  <a:lnTo>
                    <a:pt x="158114" y="3974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47"/>
            <p:cNvSpPr/>
            <p:nvPr/>
          </p:nvSpPr>
          <p:spPr>
            <a:xfrm>
              <a:off x="243756" y="-3937470"/>
              <a:ext cx="142323" cy="264732"/>
            </a:xfrm>
            <a:custGeom>
              <a:avLst/>
              <a:gdLst/>
              <a:ahLst/>
              <a:cxnLst/>
              <a:rect l="l" t="t" r="r" b="b"/>
              <a:pathLst>
                <a:path w="237363" h="441515" extrusionOk="0">
                  <a:moveTo>
                    <a:pt x="0" y="441515"/>
                  </a:moveTo>
                  <a:cubicBezTo>
                    <a:pt x="0" y="441515"/>
                    <a:pt x="0" y="45339"/>
                    <a:pt x="237363" y="0"/>
                  </a:cubicBezTo>
                  <a:cubicBezTo>
                    <a:pt x="237363" y="0"/>
                    <a:pt x="68263" y="157924"/>
                    <a:pt x="68263" y="441515"/>
                  </a:cubicBezTo>
                  <a:lnTo>
                    <a:pt x="0" y="4415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47"/>
            <p:cNvSpPr/>
            <p:nvPr/>
          </p:nvSpPr>
          <p:spPr>
            <a:xfrm>
              <a:off x="271665" y="-3882719"/>
              <a:ext cx="71885" cy="209981"/>
            </a:xfrm>
            <a:custGeom>
              <a:avLst/>
              <a:gdLst/>
              <a:ahLst/>
              <a:cxnLst/>
              <a:rect l="l" t="t" r="r" b="b"/>
              <a:pathLst>
                <a:path w="119888" h="350202" extrusionOk="0">
                  <a:moveTo>
                    <a:pt x="0" y="350202"/>
                  </a:moveTo>
                  <a:lnTo>
                    <a:pt x="21653" y="350202"/>
                  </a:lnTo>
                  <a:cubicBezTo>
                    <a:pt x="21653" y="193040"/>
                    <a:pt x="73596" y="74485"/>
                    <a:pt x="119888" y="0"/>
                  </a:cubicBezTo>
                  <a:cubicBezTo>
                    <a:pt x="116205" y="4064"/>
                    <a:pt x="0" y="135445"/>
                    <a:pt x="0" y="350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47"/>
            <p:cNvSpPr/>
            <p:nvPr/>
          </p:nvSpPr>
          <p:spPr>
            <a:xfrm>
              <a:off x="254797" y="-3911123"/>
              <a:ext cx="95072" cy="238347"/>
            </a:xfrm>
            <a:custGeom>
              <a:avLst/>
              <a:gdLst/>
              <a:ahLst/>
              <a:cxnLst/>
              <a:rect l="l" t="t" r="r" b="b"/>
              <a:pathLst>
                <a:path w="158559" h="397510" extrusionOk="0">
                  <a:moveTo>
                    <a:pt x="0" y="397510"/>
                  </a:moveTo>
                  <a:cubicBezTo>
                    <a:pt x="6477" y="279527"/>
                    <a:pt x="40195" y="111760"/>
                    <a:pt x="126619" y="26543"/>
                  </a:cubicBezTo>
                  <a:cubicBezTo>
                    <a:pt x="131890" y="20955"/>
                    <a:pt x="138684" y="15304"/>
                    <a:pt x="144463" y="10287"/>
                  </a:cubicBezTo>
                  <a:cubicBezTo>
                    <a:pt x="146939" y="8318"/>
                    <a:pt x="155766" y="1905"/>
                    <a:pt x="158306" y="0"/>
                  </a:cubicBezTo>
                  <a:cubicBezTo>
                    <a:pt x="158306" y="0"/>
                    <a:pt x="158559" y="318"/>
                    <a:pt x="158559" y="318"/>
                  </a:cubicBezTo>
                  <a:lnTo>
                    <a:pt x="148019" y="9081"/>
                  </a:lnTo>
                  <a:cubicBezTo>
                    <a:pt x="145034" y="11430"/>
                    <a:pt x="140780" y="15748"/>
                    <a:pt x="137985" y="18415"/>
                  </a:cubicBezTo>
                  <a:cubicBezTo>
                    <a:pt x="104966" y="50038"/>
                    <a:pt x="81344" y="90170"/>
                    <a:pt x="62484" y="131509"/>
                  </a:cubicBezTo>
                  <a:cubicBezTo>
                    <a:pt x="24829" y="214884"/>
                    <a:pt x="7874" y="307658"/>
                    <a:pt x="0" y="397510"/>
                  </a:cubicBezTo>
                  <a:lnTo>
                    <a:pt x="0" y="3975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47"/>
            <p:cNvSpPr/>
            <p:nvPr/>
          </p:nvSpPr>
          <p:spPr>
            <a:xfrm>
              <a:off x="230033" y="-3923802"/>
              <a:ext cx="2529" cy="251063"/>
            </a:xfrm>
            <a:custGeom>
              <a:avLst/>
              <a:gdLst/>
              <a:ahLst/>
              <a:cxnLst/>
              <a:rect l="l" t="t" r="r" b="b"/>
              <a:pathLst>
                <a:path w="4217" h="418718" extrusionOk="0">
                  <a:moveTo>
                    <a:pt x="3456" y="418719"/>
                  </a:moveTo>
                  <a:cubicBezTo>
                    <a:pt x="-989" y="298069"/>
                    <a:pt x="-671" y="173101"/>
                    <a:pt x="1742" y="52324"/>
                  </a:cubicBezTo>
                  <a:cubicBezTo>
                    <a:pt x="2313" y="34861"/>
                    <a:pt x="2631" y="17463"/>
                    <a:pt x="3456" y="0"/>
                  </a:cubicBezTo>
                  <a:cubicBezTo>
                    <a:pt x="4472" y="102997"/>
                    <a:pt x="4472" y="315722"/>
                    <a:pt x="3456" y="418719"/>
                  </a:cubicBezTo>
                  <a:lnTo>
                    <a:pt x="3456" y="4187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47"/>
            <p:cNvSpPr/>
            <p:nvPr/>
          </p:nvSpPr>
          <p:spPr>
            <a:xfrm>
              <a:off x="206786" y="-3779766"/>
              <a:ext cx="14049" cy="107027"/>
            </a:xfrm>
            <a:custGeom>
              <a:avLst/>
              <a:gdLst/>
              <a:ahLst/>
              <a:cxnLst/>
              <a:rect l="l" t="t" r="r" b="b"/>
              <a:pathLst>
                <a:path w="23431" h="178498" extrusionOk="0">
                  <a:moveTo>
                    <a:pt x="23051" y="178498"/>
                  </a:moveTo>
                  <a:cubicBezTo>
                    <a:pt x="17590" y="126365"/>
                    <a:pt x="11493" y="74295"/>
                    <a:pt x="3302" y="22479"/>
                  </a:cubicBezTo>
                  <a:cubicBezTo>
                    <a:pt x="2413" y="14986"/>
                    <a:pt x="889" y="7684"/>
                    <a:pt x="0" y="127"/>
                  </a:cubicBezTo>
                  <a:lnTo>
                    <a:pt x="381" y="0"/>
                  </a:lnTo>
                  <a:cubicBezTo>
                    <a:pt x="10985" y="43815"/>
                    <a:pt x="17970" y="88456"/>
                    <a:pt x="21336" y="133414"/>
                  </a:cubicBezTo>
                  <a:cubicBezTo>
                    <a:pt x="22479" y="148400"/>
                    <a:pt x="23241" y="163386"/>
                    <a:pt x="23431" y="178435"/>
                  </a:cubicBezTo>
                  <a:lnTo>
                    <a:pt x="23051" y="178435"/>
                  </a:lnTo>
                  <a:lnTo>
                    <a:pt x="23051" y="1784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47"/>
            <p:cNvSpPr/>
            <p:nvPr/>
          </p:nvSpPr>
          <p:spPr>
            <a:xfrm>
              <a:off x="243055" y="-3779728"/>
              <a:ext cx="14636" cy="106989"/>
            </a:xfrm>
            <a:custGeom>
              <a:avLst/>
              <a:gdLst/>
              <a:ahLst/>
              <a:cxnLst/>
              <a:rect l="l" t="t" r="r" b="b"/>
              <a:pathLst>
                <a:path w="24409" h="178434" extrusionOk="0">
                  <a:moveTo>
                    <a:pt x="977" y="178435"/>
                  </a:moveTo>
                  <a:cubicBezTo>
                    <a:pt x="-1308" y="148336"/>
                    <a:pt x="660" y="118046"/>
                    <a:pt x="4343" y="88202"/>
                  </a:cubicBezTo>
                  <a:cubicBezTo>
                    <a:pt x="7772" y="62039"/>
                    <a:pt x="12915" y="36068"/>
                    <a:pt x="20600" y="10795"/>
                  </a:cubicBezTo>
                  <a:cubicBezTo>
                    <a:pt x="21679" y="7176"/>
                    <a:pt x="22822" y="3620"/>
                    <a:pt x="24028" y="0"/>
                  </a:cubicBezTo>
                  <a:lnTo>
                    <a:pt x="24409" y="127"/>
                  </a:lnTo>
                  <a:cubicBezTo>
                    <a:pt x="10313" y="58293"/>
                    <a:pt x="3518" y="119443"/>
                    <a:pt x="977" y="178435"/>
                  </a:cubicBezTo>
                  <a:lnTo>
                    <a:pt x="977" y="178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47"/>
            <p:cNvSpPr/>
            <p:nvPr/>
          </p:nvSpPr>
          <p:spPr>
            <a:xfrm>
              <a:off x="138822" y="-3672776"/>
              <a:ext cx="184545" cy="194637"/>
            </a:xfrm>
            <a:custGeom>
              <a:avLst/>
              <a:gdLst/>
              <a:ahLst/>
              <a:cxnLst/>
              <a:rect l="l" t="t" r="r" b="b"/>
              <a:pathLst>
                <a:path w="307780" h="324612" extrusionOk="0">
                  <a:moveTo>
                    <a:pt x="121730" y="174530"/>
                  </a:moveTo>
                  <a:cubicBezTo>
                    <a:pt x="127731" y="175704"/>
                    <a:pt x="132970" y="179546"/>
                    <a:pt x="135764" y="186563"/>
                  </a:cubicBezTo>
                  <a:cubicBezTo>
                    <a:pt x="142685" y="202057"/>
                    <a:pt x="134430" y="220027"/>
                    <a:pt x="140336" y="235394"/>
                  </a:cubicBezTo>
                  <a:cubicBezTo>
                    <a:pt x="140463" y="235458"/>
                    <a:pt x="140590" y="235712"/>
                    <a:pt x="140653" y="235712"/>
                  </a:cubicBezTo>
                  <a:cubicBezTo>
                    <a:pt x="140780" y="235839"/>
                    <a:pt x="140780" y="235776"/>
                    <a:pt x="141034" y="235776"/>
                  </a:cubicBezTo>
                  <a:cubicBezTo>
                    <a:pt x="142939" y="235077"/>
                    <a:pt x="144844" y="232283"/>
                    <a:pt x="146051" y="230441"/>
                  </a:cubicBezTo>
                  <a:cubicBezTo>
                    <a:pt x="149099" y="225679"/>
                    <a:pt x="151575" y="220282"/>
                    <a:pt x="153670" y="214884"/>
                  </a:cubicBezTo>
                  <a:cubicBezTo>
                    <a:pt x="154941" y="210566"/>
                    <a:pt x="159322" y="203708"/>
                    <a:pt x="165228" y="206057"/>
                  </a:cubicBezTo>
                  <a:cubicBezTo>
                    <a:pt x="179134" y="212725"/>
                    <a:pt x="181039" y="247777"/>
                    <a:pt x="181991" y="261683"/>
                  </a:cubicBezTo>
                  <a:cubicBezTo>
                    <a:pt x="182563" y="273621"/>
                    <a:pt x="182372" y="285559"/>
                    <a:pt x="181801" y="297434"/>
                  </a:cubicBezTo>
                  <a:cubicBezTo>
                    <a:pt x="181674" y="303276"/>
                    <a:pt x="181738" y="309118"/>
                    <a:pt x="182817" y="314833"/>
                  </a:cubicBezTo>
                  <a:lnTo>
                    <a:pt x="186755" y="324612"/>
                  </a:lnTo>
                  <a:lnTo>
                    <a:pt x="183835" y="324612"/>
                  </a:lnTo>
                  <a:lnTo>
                    <a:pt x="179896" y="315277"/>
                  </a:lnTo>
                  <a:cubicBezTo>
                    <a:pt x="178690" y="309308"/>
                    <a:pt x="178563" y="303276"/>
                    <a:pt x="178563" y="297244"/>
                  </a:cubicBezTo>
                  <a:cubicBezTo>
                    <a:pt x="178880" y="285369"/>
                    <a:pt x="178943" y="273558"/>
                    <a:pt x="178372" y="261810"/>
                  </a:cubicBezTo>
                  <a:cubicBezTo>
                    <a:pt x="177674" y="250063"/>
                    <a:pt x="176530" y="238252"/>
                    <a:pt x="173546" y="227013"/>
                  </a:cubicBezTo>
                  <a:cubicBezTo>
                    <a:pt x="172086" y="221678"/>
                    <a:pt x="170180" y="215900"/>
                    <a:pt x="166625" y="211709"/>
                  </a:cubicBezTo>
                  <a:cubicBezTo>
                    <a:pt x="162243" y="206438"/>
                    <a:pt x="158751" y="211582"/>
                    <a:pt x="157290" y="216218"/>
                  </a:cubicBezTo>
                  <a:cubicBezTo>
                    <a:pt x="155004" y="221869"/>
                    <a:pt x="146686" y="243967"/>
                    <a:pt x="138240" y="239141"/>
                  </a:cubicBezTo>
                  <a:cubicBezTo>
                    <a:pt x="135891" y="237553"/>
                    <a:pt x="135192" y="234315"/>
                    <a:pt x="134747" y="231838"/>
                  </a:cubicBezTo>
                  <a:cubicBezTo>
                    <a:pt x="132017" y="217170"/>
                    <a:pt x="137668" y="202057"/>
                    <a:pt x="132080" y="188151"/>
                  </a:cubicBezTo>
                  <a:cubicBezTo>
                    <a:pt x="127572" y="176339"/>
                    <a:pt x="114681" y="175641"/>
                    <a:pt x="104839" y="181801"/>
                  </a:cubicBezTo>
                  <a:cubicBezTo>
                    <a:pt x="97346" y="186119"/>
                    <a:pt x="91314" y="192532"/>
                    <a:pt x="86233" y="199581"/>
                  </a:cubicBezTo>
                  <a:cubicBezTo>
                    <a:pt x="72962" y="218821"/>
                    <a:pt x="65405" y="242126"/>
                    <a:pt x="65025" y="265494"/>
                  </a:cubicBezTo>
                  <a:cubicBezTo>
                    <a:pt x="64993" y="283179"/>
                    <a:pt x="68359" y="300704"/>
                    <a:pt x="74193" y="317460"/>
                  </a:cubicBezTo>
                  <a:lnTo>
                    <a:pt x="77815" y="324612"/>
                  </a:lnTo>
                  <a:lnTo>
                    <a:pt x="76354" y="324612"/>
                  </a:lnTo>
                  <a:lnTo>
                    <a:pt x="72645" y="317778"/>
                  </a:lnTo>
                  <a:cubicBezTo>
                    <a:pt x="66390" y="300990"/>
                    <a:pt x="62707" y="283305"/>
                    <a:pt x="62548" y="265366"/>
                  </a:cubicBezTo>
                  <a:cubicBezTo>
                    <a:pt x="62548" y="241363"/>
                    <a:pt x="69851" y="217297"/>
                    <a:pt x="83440" y="197421"/>
                  </a:cubicBezTo>
                  <a:cubicBezTo>
                    <a:pt x="88710" y="189992"/>
                    <a:pt x="95124" y="183134"/>
                    <a:pt x="103125" y="178499"/>
                  </a:cubicBezTo>
                  <a:cubicBezTo>
                    <a:pt x="108967" y="174848"/>
                    <a:pt x="115729" y="173355"/>
                    <a:pt x="121730" y="174530"/>
                  </a:cubicBezTo>
                  <a:close/>
                  <a:moveTo>
                    <a:pt x="136065" y="110950"/>
                  </a:moveTo>
                  <a:cubicBezTo>
                    <a:pt x="143951" y="110470"/>
                    <a:pt x="152068" y="111633"/>
                    <a:pt x="160148" y="114808"/>
                  </a:cubicBezTo>
                  <a:cubicBezTo>
                    <a:pt x="183262" y="123698"/>
                    <a:pt x="195898" y="148145"/>
                    <a:pt x="192342" y="172276"/>
                  </a:cubicBezTo>
                  <a:cubicBezTo>
                    <a:pt x="192278" y="173355"/>
                    <a:pt x="191961" y="175514"/>
                    <a:pt x="191707" y="176594"/>
                  </a:cubicBezTo>
                  <a:cubicBezTo>
                    <a:pt x="189612" y="186245"/>
                    <a:pt x="187579" y="196025"/>
                    <a:pt x="186945" y="205930"/>
                  </a:cubicBezTo>
                  <a:cubicBezTo>
                    <a:pt x="184278" y="240220"/>
                    <a:pt x="196216" y="277432"/>
                    <a:pt x="235268" y="281178"/>
                  </a:cubicBezTo>
                  <a:lnTo>
                    <a:pt x="278073" y="274889"/>
                  </a:lnTo>
                  <a:lnTo>
                    <a:pt x="277370" y="276591"/>
                  </a:lnTo>
                  <a:lnTo>
                    <a:pt x="243714" y="284099"/>
                  </a:lnTo>
                  <a:cubicBezTo>
                    <a:pt x="197168" y="285178"/>
                    <a:pt x="180404" y="246697"/>
                    <a:pt x="183262" y="205676"/>
                  </a:cubicBezTo>
                  <a:cubicBezTo>
                    <a:pt x="183833" y="195644"/>
                    <a:pt x="185866" y="185738"/>
                    <a:pt x="187897" y="175895"/>
                  </a:cubicBezTo>
                  <a:cubicBezTo>
                    <a:pt x="188151" y="174879"/>
                    <a:pt x="188405" y="172783"/>
                    <a:pt x="188469" y="171767"/>
                  </a:cubicBezTo>
                  <a:cubicBezTo>
                    <a:pt x="191644" y="149606"/>
                    <a:pt x="179896" y="126682"/>
                    <a:pt x="158687" y="118427"/>
                  </a:cubicBezTo>
                  <a:cubicBezTo>
                    <a:pt x="135002" y="108521"/>
                    <a:pt x="107442" y="119126"/>
                    <a:pt x="91378" y="137922"/>
                  </a:cubicBezTo>
                  <a:cubicBezTo>
                    <a:pt x="85790" y="143827"/>
                    <a:pt x="81027" y="151765"/>
                    <a:pt x="76518" y="158559"/>
                  </a:cubicBezTo>
                  <a:cubicBezTo>
                    <a:pt x="63311" y="178308"/>
                    <a:pt x="44404" y="192310"/>
                    <a:pt x="23076" y="200517"/>
                  </a:cubicBezTo>
                  <a:lnTo>
                    <a:pt x="8375" y="204020"/>
                  </a:lnTo>
                  <a:lnTo>
                    <a:pt x="7910" y="202377"/>
                  </a:lnTo>
                  <a:lnTo>
                    <a:pt x="25869" y="197215"/>
                  </a:lnTo>
                  <a:cubicBezTo>
                    <a:pt x="47419" y="187579"/>
                    <a:pt x="65946" y="171767"/>
                    <a:pt x="78487" y="149669"/>
                  </a:cubicBezTo>
                  <a:cubicBezTo>
                    <a:pt x="90822" y="128619"/>
                    <a:pt x="112408" y="112391"/>
                    <a:pt x="136065" y="110950"/>
                  </a:cubicBezTo>
                  <a:close/>
                  <a:moveTo>
                    <a:pt x="218696" y="0"/>
                  </a:moveTo>
                  <a:lnTo>
                    <a:pt x="221933" y="0"/>
                  </a:lnTo>
                  <a:lnTo>
                    <a:pt x="247270" y="71754"/>
                  </a:lnTo>
                  <a:cubicBezTo>
                    <a:pt x="249810" y="88328"/>
                    <a:pt x="250572" y="105600"/>
                    <a:pt x="246698" y="122174"/>
                  </a:cubicBezTo>
                  <a:cubicBezTo>
                    <a:pt x="239650" y="146684"/>
                    <a:pt x="215710" y="205231"/>
                    <a:pt x="236539" y="225425"/>
                  </a:cubicBezTo>
                  <a:cubicBezTo>
                    <a:pt x="243778" y="231775"/>
                    <a:pt x="254445" y="231647"/>
                    <a:pt x="263462" y="230124"/>
                  </a:cubicBezTo>
                  <a:cubicBezTo>
                    <a:pt x="279274" y="225869"/>
                    <a:pt x="290386" y="211963"/>
                    <a:pt x="300419" y="199707"/>
                  </a:cubicBezTo>
                  <a:lnTo>
                    <a:pt x="307780" y="187729"/>
                  </a:lnTo>
                  <a:lnTo>
                    <a:pt x="304598" y="198957"/>
                  </a:lnTo>
                  <a:lnTo>
                    <a:pt x="303023" y="201612"/>
                  </a:lnTo>
                  <a:cubicBezTo>
                    <a:pt x="292736" y="214693"/>
                    <a:pt x="281178" y="229171"/>
                    <a:pt x="264288" y="233616"/>
                  </a:cubicBezTo>
                  <a:cubicBezTo>
                    <a:pt x="254065" y="235457"/>
                    <a:pt x="242444" y="235394"/>
                    <a:pt x="234126" y="228219"/>
                  </a:cubicBezTo>
                  <a:cubicBezTo>
                    <a:pt x="215774" y="211010"/>
                    <a:pt x="227966" y="170814"/>
                    <a:pt x="233744" y="149669"/>
                  </a:cubicBezTo>
                  <a:cubicBezTo>
                    <a:pt x="237237" y="136906"/>
                    <a:pt x="243142" y="124777"/>
                    <a:pt x="244666" y="111632"/>
                  </a:cubicBezTo>
                  <a:cubicBezTo>
                    <a:pt x="246460" y="93249"/>
                    <a:pt x="244765" y="73636"/>
                    <a:pt x="240098" y="54154"/>
                  </a:cubicBezTo>
                  <a:close/>
                  <a:moveTo>
                    <a:pt x="173344" y="0"/>
                  </a:moveTo>
                  <a:lnTo>
                    <a:pt x="175546" y="0"/>
                  </a:lnTo>
                  <a:lnTo>
                    <a:pt x="196279" y="24828"/>
                  </a:lnTo>
                  <a:cubicBezTo>
                    <a:pt x="207455" y="46862"/>
                    <a:pt x="225616" y="92011"/>
                    <a:pt x="208344" y="113855"/>
                  </a:cubicBezTo>
                  <a:cubicBezTo>
                    <a:pt x="193866" y="127190"/>
                    <a:pt x="176403" y="101917"/>
                    <a:pt x="168022" y="92011"/>
                  </a:cubicBezTo>
                  <a:cubicBezTo>
                    <a:pt x="160719" y="84518"/>
                    <a:pt x="150750" y="80454"/>
                    <a:pt x="140590" y="78231"/>
                  </a:cubicBezTo>
                  <a:cubicBezTo>
                    <a:pt x="126874" y="75310"/>
                    <a:pt x="112395" y="75501"/>
                    <a:pt x="98489" y="77850"/>
                  </a:cubicBezTo>
                  <a:cubicBezTo>
                    <a:pt x="89853" y="79057"/>
                    <a:pt x="57151" y="87693"/>
                    <a:pt x="68136" y="100393"/>
                  </a:cubicBezTo>
                  <a:cubicBezTo>
                    <a:pt x="92266" y="120522"/>
                    <a:pt x="73851" y="134365"/>
                    <a:pt x="56007" y="148843"/>
                  </a:cubicBezTo>
                  <a:cubicBezTo>
                    <a:pt x="50483" y="153415"/>
                    <a:pt x="44959" y="157987"/>
                    <a:pt x="39878" y="162940"/>
                  </a:cubicBezTo>
                  <a:cubicBezTo>
                    <a:pt x="34481" y="168147"/>
                    <a:pt x="27496" y="171068"/>
                    <a:pt x="20448" y="173100"/>
                  </a:cubicBezTo>
                  <a:lnTo>
                    <a:pt x="518" y="176297"/>
                  </a:lnTo>
                  <a:lnTo>
                    <a:pt x="0" y="174468"/>
                  </a:lnTo>
                  <a:lnTo>
                    <a:pt x="19940" y="170941"/>
                  </a:lnTo>
                  <a:cubicBezTo>
                    <a:pt x="26607" y="168909"/>
                    <a:pt x="33211" y="166052"/>
                    <a:pt x="38228" y="161162"/>
                  </a:cubicBezTo>
                  <a:cubicBezTo>
                    <a:pt x="43307" y="156019"/>
                    <a:pt x="48832" y="151320"/>
                    <a:pt x="54356" y="146684"/>
                  </a:cubicBezTo>
                  <a:cubicBezTo>
                    <a:pt x="62612" y="139001"/>
                    <a:pt x="80836" y="127634"/>
                    <a:pt x="75502" y="114680"/>
                  </a:cubicBezTo>
                  <a:cubicBezTo>
                    <a:pt x="73534" y="109854"/>
                    <a:pt x="69533" y="106489"/>
                    <a:pt x="65660" y="102806"/>
                  </a:cubicBezTo>
                  <a:cubicBezTo>
                    <a:pt x="56579" y="93281"/>
                    <a:pt x="68200" y="83946"/>
                    <a:pt x="76899" y="80390"/>
                  </a:cubicBezTo>
                  <a:cubicBezTo>
                    <a:pt x="103950" y="68960"/>
                    <a:pt x="148781" y="67309"/>
                    <a:pt x="171006" y="89217"/>
                  </a:cubicBezTo>
                  <a:cubicBezTo>
                    <a:pt x="178245" y="97091"/>
                    <a:pt x="189739" y="115633"/>
                    <a:pt x="201867" y="113410"/>
                  </a:cubicBezTo>
                  <a:cubicBezTo>
                    <a:pt x="207963" y="111442"/>
                    <a:pt x="209995" y="103441"/>
                    <a:pt x="210948" y="97535"/>
                  </a:cubicBezTo>
                  <a:cubicBezTo>
                    <a:pt x="212535" y="87058"/>
                    <a:pt x="210948" y="76580"/>
                    <a:pt x="208280" y="66293"/>
                  </a:cubicBezTo>
                  <a:cubicBezTo>
                    <a:pt x="203184" y="47354"/>
                    <a:pt x="195946" y="30003"/>
                    <a:pt x="186680" y="149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8" name="Google Shape;1308;p47"/>
          <p:cNvGrpSpPr/>
          <p:nvPr/>
        </p:nvGrpSpPr>
        <p:grpSpPr>
          <a:xfrm>
            <a:off x="8233701" y="1193551"/>
            <a:ext cx="332061" cy="332061"/>
            <a:chOff x="4252475" y="1680725"/>
            <a:chExt cx="467100" cy="467100"/>
          </a:xfrm>
        </p:grpSpPr>
        <p:sp>
          <p:nvSpPr>
            <p:cNvPr id="1309" name="Google Shape;1309;p47"/>
            <p:cNvSpPr/>
            <p:nvPr/>
          </p:nvSpPr>
          <p:spPr>
            <a:xfrm>
              <a:off x="4252475" y="1680725"/>
              <a:ext cx="467100" cy="467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10" name="Google Shape;1310;p47"/>
            <p:cNvSpPr/>
            <p:nvPr/>
          </p:nvSpPr>
          <p:spPr>
            <a:xfrm>
              <a:off x="4381925" y="1810175"/>
              <a:ext cx="208200" cy="2082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11" name="Google Shape;1311;p47"/>
            <p:cNvSpPr/>
            <p:nvPr/>
          </p:nvSpPr>
          <p:spPr>
            <a:xfrm>
              <a:off x="4450925" y="1879175"/>
              <a:ext cx="70200" cy="702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312" name="Google Shape;1312;p47"/>
          <p:cNvGrpSpPr/>
          <p:nvPr/>
        </p:nvGrpSpPr>
        <p:grpSpPr>
          <a:xfrm>
            <a:off x="-976418" y="-1"/>
            <a:ext cx="4494307" cy="4985885"/>
            <a:chOff x="-976418" y="-1"/>
            <a:chExt cx="4494307" cy="4985885"/>
          </a:xfrm>
        </p:grpSpPr>
        <p:grpSp>
          <p:nvGrpSpPr>
            <p:cNvPr id="1313" name="Google Shape;1313;p47"/>
            <p:cNvGrpSpPr/>
            <p:nvPr/>
          </p:nvGrpSpPr>
          <p:grpSpPr>
            <a:xfrm>
              <a:off x="2039219" y="-1"/>
              <a:ext cx="589264" cy="2447124"/>
              <a:chOff x="10171303" y="3110293"/>
              <a:chExt cx="296291" cy="1230638"/>
            </a:xfrm>
          </p:grpSpPr>
          <p:sp>
            <p:nvSpPr>
              <p:cNvPr id="1314" name="Google Shape;1314;p47"/>
              <p:cNvSpPr/>
              <p:nvPr/>
            </p:nvSpPr>
            <p:spPr>
              <a:xfrm>
                <a:off x="10171303" y="3653853"/>
                <a:ext cx="296290" cy="660273"/>
              </a:xfrm>
              <a:custGeom>
                <a:avLst/>
                <a:gdLst/>
                <a:ahLst/>
                <a:cxnLst/>
                <a:rect l="l" t="t" r="r" b="b"/>
                <a:pathLst>
                  <a:path w="296290" h="660273" extrusionOk="0">
                    <a:moveTo>
                      <a:pt x="0" y="0"/>
                    </a:moveTo>
                    <a:lnTo>
                      <a:pt x="296290" y="0"/>
                    </a:lnTo>
                    <a:lnTo>
                      <a:pt x="296290" y="512128"/>
                    </a:lnTo>
                    <a:cubicBezTo>
                      <a:pt x="296290" y="593916"/>
                      <a:pt x="229997" y="660273"/>
                      <a:pt x="148145" y="660273"/>
                    </a:cubicBezTo>
                    <a:lnTo>
                      <a:pt x="148145" y="660273"/>
                    </a:lnTo>
                    <a:cubicBezTo>
                      <a:pt x="66357" y="660273"/>
                      <a:pt x="0" y="593916"/>
                      <a:pt x="0" y="51212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47"/>
              <p:cNvSpPr/>
              <p:nvPr/>
            </p:nvSpPr>
            <p:spPr>
              <a:xfrm>
                <a:off x="10171303" y="3653853"/>
                <a:ext cx="29629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96291" h="50800" extrusionOk="0">
                    <a:moveTo>
                      <a:pt x="0" y="0"/>
                    </a:moveTo>
                    <a:lnTo>
                      <a:pt x="296291" y="0"/>
                    </a:lnTo>
                    <a:lnTo>
                      <a:pt x="296291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47"/>
              <p:cNvSpPr/>
              <p:nvPr/>
            </p:nvSpPr>
            <p:spPr>
              <a:xfrm>
                <a:off x="10306740" y="3795809"/>
                <a:ext cx="104974" cy="304996"/>
              </a:xfrm>
              <a:custGeom>
                <a:avLst/>
                <a:gdLst/>
                <a:ahLst/>
                <a:cxnLst/>
                <a:rect l="l" t="t" r="r" b="b"/>
                <a:pathLst>
                  <a:path w="104974" h="304996" extrusionOk="0">
                    <a:moveTo>
                      <a:pt x="104974" y="152747"/>
                    </a:moveTo>
                    <a:cubicBezTo>
                      <a:pt x="104466" y="194784"/>
                      <a:pt x="101736" y="238345"/>
                      <a:pt x="84019" y="277144"/>
                    </a:cubicBezTo>
                    <a:cubicBezTo>
                      <a:pt x="66366" y="314164"/>
                      <a:pt x="39759" y="314482"/>
                      <a:pt x="22297" y="276890"/>
                    </a:cubicBezTo>
                    <a:cubicBezTo>
                      <a:pt x="5089" y="238091"/>
                      <a:pt x="1088" y="194784"/>
                      <a:pt x="8" y="152747"/>
                    </a:cubicBezTo>
                    <a:cubicBezTo>
                      <a:pt x="-246" y="110266"/>
                      <a:pt x="5152" y="43527"/>
                      <a:pt x="33282" y="10126"/>
                    </a:cubicBezTo>
                    <a:cubicBezTo>
                      <a:pt x="53920" y="-12353"/>
                      <a:pt x="74367" y="6570"/>
                      <a:pt x="84146" y="28287"/>
                    </a:cubicBezTo>
                    <a:cubicBezTo>
                      <a:pt x="101672" y="67150"/>
                      <a:pt x="104466" y="110710"/>
                      <a:pt x="104974" y="152747"/>
                    </a:cubicBezTo>
                    <a:lnTo>
                      <a:pt x="104974" y="152747"/>
                    </a:lnTo>
                    <a:close/>
                    <a:moveTo>
                      <a:pt x="104593" y="152747"/>
                    </a:moveTo>
                    <a:cubicBezTo>
                      <a:pt x="104403" y="111600"/>
                      <a:pt x="96719" y="44670"/>
                      <a:pt x="69668" y="12794"/>
                    </a:cubicBezTo>
                    <a:cubicBezTo>
                      <a:pt x="38108" y="-19719"/>
                      <a:pt x="16645" y="45877"/>
                      <a:pt x="11502" y="69372"/>
                    </a:cubicBezTo>
                    <a:cubicBezTo>
                      <a:pt x="-372" y="123919"/>
                      <a:pt x="-1706" y="181703"/>
                      <a:pt x="10422" y="236377"/>
                    </a:cubicBezTo>
                    <a:cubicBezTo>
                      <a:pt x="15439" y="256443"/>
                      <a:pt x="21853" y="277398"/>
                      <a:pt x="35695" y="293146"/>
                    </a:cubicBezTo>
                    <a:cubicBezTo>
                      <a:pt x="54872" y="313530"/>
                      <a:pt x="71891" y="294797"/>
                      <a:pt x="81098" y="275683"/>
                    </a:cubicBezTo>
                    <a:cubicBezTo>
                      <a:pt x="98878" y="237583"/>
                      <a:pt x="104021" y="194467"/>
                      <a:pt x="104593" y="152747"/>
                    </a:cubicBezTo>
                    <a:lnTo>
                      <a:pt x="104593" y="1527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47"/>
              <p:cNvSpPr/>
              <p:nvPr/>
            </p:nvSpPr>
            <p:spPr>
              <a:xfrm>
                <a:off x="10305766" y="4312156"/>
                <a:ext cx="26465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26465" h="28775" extrusionOk="0">
                    <a:moveTo>
                      <a:pt x="26446" y="14607"/>
                    </a:moveTo>
                    <a:cubicBezTo>
                      <a:pt x="26700" y="27560"/>
                      <a:pt x="13301" y="33784"/>
                      <a:pt x="4284" y="23941"/>
                    </a:cubicBezTo>
                    <a:cubicBezTo>
                      <a:pt x="-4352" y="15115"/>
                      <a:pt x="728" y="128"/>
                      <a:pt x="13618" y="2"/>
                    </a:cubicBezTo>
                    <a:cubicBezTo>
                      <a:pt x="21620" y="-126"/>
                      <a:pt x="26827" y="7431"/>
                      <a:pt x="26446" y="14607"/>
                    </a:cubicBezTo>
                    <a:lnTo>
                      <a:pt x="26446" y="14607"/>
                    </a:lnTo>
                    <a:close/>
                    <a:moveTo>
                      <a:pt x="26065" y="14607"/>
                    </a:moveTo>
                    <a:cubicBezTo>
                      <a:pt x="26065" y="8129"/>
                      <a:pt x="19397" y="3875"/>
                      <a:pt x="13618" y="4002"/>
                    </a:cubicBezTo>
                    <a:cubicBezTo>
                      <a:pt x="7713" y="3939"/>
                      <a:pt x="2697" y="8701"/>
                      <a:pt x="2062" y="14607"/>
                    </a:cubicBezTo>
                    <a:cubicBezTo>
                      <a:pt x="1109" y="21210"/>
                      <a:pt x="7332" y="26608"/>
                      <a:pt x="13618" y="25655"/>
                    </a:cubicBezTo>
                    <a:cubicBezTo>
                      <a:pt x="19461" y="25147"/>
                      <a:pt x="26128" y="21210"/>
                      <a:pt x="26065" y="14607"/>
                    </a:cubicBezTo>
                    <a:lnTo>
                      <a:pt x="26065" y="1460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47"/>
              <p:cNvSpPr/>
              <p:nvPr/>
            </p:nvSpPr>
            <p:spPr>
              <a:xfrm>
                <a:off x="10171423" y="3524250"/>
                <a:ext cx="296048" cy="129730"/>
              </a:xfrm>
              <a:custGeom>
                <a:avLst/>
                <a:gdLst/>
                <a:ahLst/>
                <a:cxnLst/>
                <a:rect l="l" t="t" r="r" b="b"/>
                <a:pathLst>
                  <a:path w="296048" h="129730" extrusionOk="0">
                    <a:moveTo>
                      <a:pt x="296044" y="129730"/>
                    </a:moveTo>
                    <a:cubicBezTo>
                      <a:pt x="246578" y="89916"/>
                      <a:pt x="193936" y="44577"/>
                      <a:pt x="145803" y="3048"/>
                    </a:cubicBezTo>
                    <a:lnTo>
                      <a:pt x="150248" y="3048"/>
                    </a:lnTo>
                    <a:cubicBezTo>
                      <a:pt x="115641" y="32957"/>
                      <a:pt x="73222" y="69342"/>
                      <a:pt x="38044" y="98616"/>
                    </a:cubicBezTo>
                    <a:cubicBezTo>
                      <a:pt x="25344" y="108966"/>
                      <a:pt x="12834" y="119507"/>
                      <a:pt x="7" y="129730"/>
                    </a:cubicBezTo>
                    <a:cubicBezTo>
                      <a:pt x="-1200" y="129349"/>
                      <a:pt x="148153" y="381"/>
                      <a:pt x="148025" y="0"/>
                    </a:cubicBezTo>
                    <a:cubicBezTo>
                      <a:pt x="148025" y="508"/>
                      <a:pt x="296996" y="129222"/>
                      <a:pt x="296044" y="129730"/>
                    </a:cubicBezTo>
                    <a:lnTo>
                      <a:pt x="296044" y="12973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47"/>
              <p:cNvSpPr/>
              <p:nvPr/>
            </p:nvSpPr>
            <p:spPr>
              <a:xfrm>
                <a:off x="10299890" y="3505200"/>
                <a:ext cx="39115" cy="39115"/>
              </a:xfrm>
              <a:custGeom>
                <a:avLst/>
                <a:gdLst/>
                <a:ahLst/>
                <a:cxnLst/>
                <a:rect l="l" t="t" r="r" b="b"/>
                <a:pathLst>
                  <a:path w="39115" h="39115" extrusionOk="0">
                    <a:moveTo>
                      <a:pt x="39115" y="19558"/>
                    </a:moveTo>
                    <a:cubicBezTo>
                      <a:pt x="39115" y="30353"/>
                      <a:pt x="30353" y="39116"/>
                      <a:pt x="19558" y="39116"/>
                    </a:cubicBezTo>
                    <a:cubicBezTo>
                      <a:pt x="8763" y="39116"/>
                      <a:pt x="0" y="30353"/>
                      <a:pt x="0" y="19558"/>
                    </a:cubicBezTo>
                    <a:cubicBezTo>
                      <a:pt x="0" y="8763"/>
                      <a:pt x="8763" y="0"/>
                      <a:pt x="19558" y="0"/>
                    </a:cubicBezTo>
                    <a:cubicBezTo>
                      <a:pt x="30353" y="0"/>
                      <a:pt x="39115" y="8763"/>
                      <a:pt x="39115" y="195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47"/>
              <p:cNvSpPr/>
              <p:nvPr/>
            </p:nvSpPr>
            <p:spPr>
              <a:xfrm>
                <a:off x="10307256" y="3493007"/>
                <a:ext cx="24384" cy="24384"/>
              </a:xfrm>
              <a:custGeom>
                <a:avLst/>
                <a:gdLst/>
                <a:ahLst/>
                <a:cxnLst/>
                <a:rect l="l" t="t" r="r" b="b"/>
                <a:pathLst>
                  <a:path w="24384" h="24384" extrusionOk="0">
                    <a:moveTo>
                      <a:pt x="24385" y="12192"/>
                    </a:moveTo>
                    <a:cubicBezTo>
                      <a:pt x="24385" y="18923"/>
                      <a:pt x="18924" y="24384"/>
                      <a:pt x="12192" y="24384"/>
                    </a:cubicBezTo>
                    <a:cubicBezTo>
                      <a:pt x="5462" y="24384"/>
                      <a:pt x="0" y="18923"/>
                      <a:pt x="0" y="12192"/>
                    </a:cubicBezTo>
                    <a:cubicBezTo>
                      <a:pt x="0" y="5461"/>
                      <a:pt x="5462" y="1"/>
                      <a:pt x="12192" y="1"/>
                    </a:cubicBezTo>
                    <a:cubicBezTo>
                      <a:pt x="18924" y="-63"/>
                      <a:pt x="24385" y="5461"/>
                      <a:pt x="24385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47"/>
              <p:cNvSpPr/>
              <p:nvPr/>
            </p:nvSpPr>
            <p:spPr>
              <a:xfrm>
                <a:off x="10317543" y="3110293"/>
                <a:ext cx="3746" cy="382651"/>
              </a:xfrm>
              <a:custGeom>
                <a:avLst/>
                <a:gdLst/>
                <a:ahLst/>
                <a:cxnLst/>
                <a:rect l="l" t="t" r="r" b="b"/>
                <a:pathLst>
                  <a:path w="3746" h="382651" extrusionOk="0">
                    <a:moveTo>
                      <a:pt x="0" y="0"/>
                    </a:moveTo>
                    <a:lnTo>
                      <a:pt x="3747" y="0"/>
                    </a:lnTo>
                    <a:lnTo>
                      <a:pt x="3747" y="382651"/>
                    </a:lnTo>
                    <a:lnTo>
                      <a:pt x="0" y="38265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2" name="Google Shape;1322;p47"/>
            <p:cNvGrpSpPr/>
            <p:nvPr/>
          </p:nvGrpSpPr>
          <p:grpSpPr>
            <a:xfrm>
              <a:off x="2172893" y="2899431"/>
              <a:ext cx="1344997" cy="1706295"/>
              <a:chOff x="3437763" y="3146869"/>
              <a:chExt cx="590740" cy="749427"/>
            </a:xfrm>
          </p:grpSpPr>
          <p:sp>
            <p:nvSpPr>
              <p:cNvPr id="1323" name="Google Shape;1323;p47"/>
              <p:cNvSpPr/>
              <p:nvPr/>
            </p:nvSpPr>
            <p:spPr>
              <a:xfrm>
                <a:off x="3544951" y="3146869"/>
                <a:ext cx="376301" cy="749427"/>
              </a:xfrm>
              <a:custGeom>
                <a:avLst/>
                <a:gdLst/>
                <a:ahLst/>
                <a:cxnLst/>
                <a:rect l="l" t="t" r="r" b="b"/>
                <a:pathLst>
                  <a:path w="376301" h="749427" extrusionOk="0">
                    <a:moveTo>
                      <a:pt x="282194" y="0"/>
                    </a:moveTo>
                    <a:lnTo>
                      <a:pt x="188151" y="0"/>
                    </a:lnTo>
                    <a:lnTo>
                      <a:pt x="94107" y="0"/>
                    </a:lnTo>
                    <a:lnTo>
                      <a:pt x="0" y="749427"/>
                    </a:lnTo>
                    <a:lnTo>
                      <a:pt x="188151" y="749427"/>
                    </a:lnTo>
                    <a:lnTo>
                      <a:pt x="376301" y="74942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24" name="Google Shape;1324;p47"/>
              <p:cNvGrpSpPr/>
              <p:nvPr/>
            </p:nvGrpSpPr>
            <p:grpSpPr>
              <a:xfrm>
                <a:off x="3495675" y="3188906"/>
                <a:ext cx="474789" cy="197802"/>
                <a:chOff x="3495675" y="3188906"/>
                <a:chExt cx="474789" cy="197802"/>
              </a:xfrm>
            </p:grpSpPr>
            <p:sp>
              <p:nvSpPr>
                <p:cNvPr id="1325" name="Google Shape;1325;p47"/>
                <p:cNvSpPr/>
                <p:nvPr/>
              </p:nvSpPr>
              <p:spPr>
                <a:xfrm>
                  <a:off x="3495675" y="3269932"/>
                  <a:ext cx="474789" cy="35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789" h="35687" extrusionOk="0">
                      <a:moveTo>
                        <a:pt x="0" y="0"/>
                      </a:moveTo>
                      <a:lnTo>
                        <a:pt x="474790" y="0"/>
                      </a:lnTo>
                      <a:lnTo>
                        <a:pt x="474790" y="35687"/>
                      </a:lnTo>
                      <a:lnTo>
                        <a:pt x="0" y="356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6" name="Google Shape;1326;p47"/>
                <p:cNvSpPr/>
                <p:nvPr/>
              </p:nvSpPr>
              <p:spPr>
                <a:xfrm>
                  <a:off x="3539680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197803"/>
                      </a:move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7" name="Google Shape;1327;p47"/>
                <p:cNvSpPr/>
                <p:nvPr/>
              </p:nvSpPr>
              <p:spPr>
                <a:xfrm>
                  <a:off x="3568954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Google Shape;1328;p47"/>
                <p:cNvSpPr/>
                <p:nvPr/>
              </p:nvSpPr>
              <p:spPr>
                <a:xfrm>
                  <a:off x="3515169" y="3245802"/>
                  <a:ext cx="24510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0" h="84010" extrusionOk="0">
                      <a:moveTo>
                        <a:pt x="12255" y="84011"/>
                      </a:moveTo>
                      <a:lnTo>
                        <a:pt x="12255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461" y="0"/>
                        <a:pt x="12255" y="0"/>
                      </a:cubicBezTo>
                      <a:lnTo>
                        <a:pt x="12255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8986" y="84011"/>
                        <a:pt x="12255" y="840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9" name="Google Shape;1329;p47"/>
                <p:cNvSpPr/>
                <p:nvPr/>
              </p:nvSpPr>
              <p:spPr>
                <a:xfrm>
                  <a:off x="3862704" y="3188906"/>
                  <a:ext cx="63627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" h="197802" extrusionOk="0">
                      <a:moveTo>
                        <a:pt x="31814" y="0"/>
                      </a:moveTo>
                      <a:lnTo>
                        <a:pt x="31814" y="0"/>
                      </a:lnTo>
                      <a:cubicBezTo>
                        <a:pt x="49403" y="0"/>
                        <a:pt x="63627" y="14224"/>
                        <a:pt x="63627" y="31814"/>
                      </a:cubicBezTo>
                      <a:lnTo>
                        <a:pt x="63627" y="165989"/>
                      </a:lnTo>
                      <a:cubicBezTo>
                        <a:pt x="63627" y="183578"/>
                        <a:pt x="49403" y="197803"/>
                        <a:pt x="31814" y="197803"/>
                      </a:cubicBezTo>
                      <a:lnTo>
                        <a:pt x="31814" y="197803"/>
                      </a:lnTo>
                      <a:cubicBezTo>
                        <a:pt x="14224" y="197803"/>
                        <a:pt x="0" y="183578"/>
                        <a:pt x="0" y="165989"/>
                      </a:cubicBezTo>
                      <a:lnTo>
                        <a:pt x="0" y="31814"/>
                      </a:lnTo>
                      <a:cubicBezTo>
                        <a:pt x="0" y="14224"/>
                        <a:pt x="14224" y="0"/>
                        <a:pt x="318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Google Shape;1330;p47"/>
                <p:cNvSpPr/>
                <p:nvPr/>
              </p:nvSpPr>
              <p:spPr>
                <a:xfrm>
                  <a:off x="3892041" y="3188906"/>
                  <a:ext cx="5016" cy="19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19780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197803"/>
                      </a:lnTo>
                      <a:lnTo>
                        <a:pt x="0" y="19780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Google Shape;1331;p47"/>
                <p:cNvSpPr/>
                <p:nvPr/>
              </p:nvSpPr>
              <p:spPr>
                <a:xfrm>
                  <a:off x="3926522" y="3245802"/>
                  <a:ext cx="24511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1" h="84010" extrusionOk="0">
                      <a:moveTo>
                        <a:pt x="12256" y="0"/>
                      </a:moveTo>
                      <a:lnTo>
                        <a:pt x="12256" y="0"/>
                      </a:lnTo>
                      <a:cubicBezTo>
                        <a:pt x="19050" y="0"/>
                        <a:pt x="24511" y="5461"/>
                        <a:pt x="24511" y="12256"/>
                      </a:cubicBezTo>
                      <a:lnTo>
                        <a:pt x="24511" y="71755"/>
                      </a:lnTo>
                      <a:cubicBezTo>
                        <a:pt x="24511" y="78550"/>
                        <a:pt x="19050" y="84011"/>
                        <a:pt x="12256" y="84011"/>
                      </a:cubicBezTo>
                      <a:lnTo>
                        <a:pt x="12256" y="84011"/>
                      </a:lnTo>
                      <a:cubicBezTo>
                        <a:pt x="5461" y="84011"/>
                        <a:pt x="0" y="78550"/>
                        <a:pt x="0" y="71755"/>
                      </a:cubicBezTo>
                      <a:lnTo>
                        <a:pt x="0" y="12256"/>
                      </a:lnTo>
                      <a:cubicBezTo>
                        <a:pt x="0" y="5461"/>
                        <a:pt x="5524" y="0"/>
                        <a:pt x="1225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2" name="Google Shape;1332;p47"/>
              <p:cNvGrpSpPr/>
              <p:nvPr/>
            </p:nvGrpSpPr>
            <p:grpSpPr>
              <a:xfrm>
                <a:off x="3437763" y="3410902"/>
                <a:ext cx="590740" cy="246125"/>
                <a:chOff x="3437763" y="3410902"/>
                <a:chExt cx="590740" cy="246125"/>
              </a:xfrm>
            </p:grpSpPr>
            <p:sp>
              <p:nvSpPr>
                <p:cNvPr id="1333" name="Google Shape;1333;p47"/>
                <p:cNvSpPr/>
                <p:nvPr/>
              </p:nvSpPr>
              <p:spPr>
                <a:xfrm>
                  <a:off x="3437763" y="3511740"/>
                  <a:ext cx="590740" cy="44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740" h="44386" extrusionOk="0">
                      <a:moveTo>
                        <a:pt x="0" y="0"/>
                      </a:moveTo>
                      <a:lnTo>
                        <a:pt x="590741" y="0"/>
                      </a:lnTo>
                      <a:lnTo>
                        <a:pt x="590741" y="44387"/>
                      </a:lnTo>
                      <a:lnTo>
                        <a:pt x="0" y="4438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4" name="Google Shape;1334;p47"/>
                <p:cNvSpPr/>
                <p:nvPr/>
              </p:nvSpPr>
              <p:spPr>
                <a:xfrm>
                  <a:off x="3492436" y="3410965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0" y="246063"/>
                      </a:moveTo>
                      <a:lnTo>
                        <a:pt x="39560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1"/>
                      </a:lnTo>
                      <a:cubicBezTo>
                        <a:pt x="0" y="17717"/>
                        <a:pt x="17717" y="0"/>
                        <a:pt x="39560" y="0"/>
                      </a:cubicBezTo>
                      <a:lnTo>
                        <a:pt x="39560" y="0"/>
                      </a:lnTo>
                      <a:cubicBezTo>
                        <a:pt x="61404" y="0"/>
                        <a:pt x="79121" y="17717"/>
                        <a:pt x="79121" y="39561"/>
                      </a:cubicBezTo>
                      <a:lnTo>
                        <a:pt x="79121" y="206502"/>
                      </a:lnTo>
                      <a:cubicBezTo>
                        <a:pt x="79185" y="228346"/>
                        <a:pt x="61468" y="246063"/>
                        <a:pt x="39560" y="2460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5" name="Google Shape;1335;p47"/>
                <p:cNvSpPr/>
                <p:nvPr/>
              </p:nvSpPr>
              <p:spPr>
                <a:xfrm>
                  <a:off x="3529520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6" name="Google Shape;1336;p47"/>
                <p:cNvSpPr/>
                <p:nvPr/>
              </p:nvSpPr>
              <p:spPr>
                <a:xfrm>
                  <a:off x="3461956" y="3481704"/>
                  <a:ext cx="30479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9" h="104521" extrusionOk="0">
                      <a:moveTo>
                        <a:pt x="15240" y="104521"/>
                      </a:move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795"/>
                        <a:pt x="6795" y="0"/>
                        <a:pt x="15240" y="0"/>
                      </a:cubicBezTo>
                      <a:lnTo>
                        <a:pt x="15240" y="0"/>
                      </a:lnTo>
                      <a:cubicBezTo>
                        <a:pt x="23685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5" y="104521"/>
                        <a:pt x="15240" y="104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7" name="Google Shape;1337;p47"/>
                <p:cNvSpPr/>
                <p:nvPr/>
              </p:nvSpPr>
              <p:spPr>
                <a:xfrm>
                  <a:off x="3894391" y="3410902"/>
                  <a:ext cx="79121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21" h="246062" extrusionOk="0">
                      <a:moveTo>
                        <a:pt x="39561" y="0"/>
                      </a:moveTo>
                      <a:lnTo>
                        <a:pt x="39561" y="0"/>
                      </a:lnTo>
                      <a:cubicBezTo>
                        <a:pt x="61405" y="0"/>
                        <a:pt x="79121" y="17716"/>
                        <a:pt x="79121" y="39560"/>
                      </a:cubicBezTo>
                      <a:lnTo>
                        <a:pt x="79121" y="206502"/>
                      </a:lnTo>
                      <a:cubicBezTo>
                        <a:pt x="79121" y="228346"/>
                        <a:pt x="61405" y="246063"/>
                        <a:pt x="39561" y="246063"/>
                      </a:cubicBezTo>
                      <a:lnTo>
                        <a:pt x="39561" y="246063"/>
                      </a:lnTo>
                      <a:cubicBezTo>
                        <a:pt x="17717" y="246063"/>
                        <a:pt x="0" y="228346"/>
                        <a:pt x="0" y="206502"/>
                      </a:cubicBezTo>
                      <a:lnTo>
                        <a:pt x="0" y="39560"/>
                      </a:lnTo>
                      <a:cubicBezTo>
                        <a:pt x="-63" y="17780"/>
                        <a:pt x="17653" y="0"/>
                        <a:pt x="3956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8" name="Google Shape;1338;p47"/>
                <p:cNvSpPr/>
                <p:nvPr/>
              </p:nvSpPr>
              <p:spPr>
                <a:xfrm>
                  <a:off x="3931412" y="3410902"/>
                  <a:ext cx="5016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6" h="246062" extrusionOk="0">
                      <a:moveTo>
                        <a:pt x="0" y="0"/>
                      </a:moveTo>
                      <a:lnTo>
                        <a:pt x="5016" y="0"/>
                      </a:lnTo>
                      <a:lnTo>
                        <a:pt x="5016" y="246063"/>
                      </a:lnTo>
                      <a:lnTo>
                        <a:pt x="0" y="2460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9" name="Google Shape;1339;p47"/>
                <p:cNvSpPr/>
                <p:nvPr/>
              </p:nvSpPr>
              <p:spPr>
                <a:xfrm>
                  <a:off x="3973766" y="3481704"/>
                  <a:ext cx="30480" cy="104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" h="104521" extrusionOk="0">
                      <a:moveTo>
                        <a:pt x="15240" y="0"/>
                      </a:moveTo>
                      <a:lnTo>
                        <a:pt x="15240" y="0"/>
                      </a:lnTo>
                      <a:cubicBezTo>
                        <a:pt x="23686" y="0"/>
                        <a:pt x="30480" y="6858"/>
                        <a:pt x="30480" y="15240"/>
                      </a:cubicBezTo>
                      <a:lnTo>
                        <a:pt x="30480" y="89281"/>
                      </a:lnTo>
                      <a:cubicBezTo>
                        <a:pt x="30480" y="97727"/>
                        <a:pt x="23686" y="104521"/>
                        <a:pt x="15240" y="104521"/>
                      </a:cubicBezTo>
                      <a:lnTo>
                        <a:pt x="15240" y="104521"/>
                      </a:lnTo>
                      <a:cubicBezTo>
                        <a:pt x="6795" y="104521"/>
                        <a:pt x="0" y="97727"/>
                        <a:pt x="0" y="89281"/>
                      </a:cubicBezTo>
                      <a:lnTo>
                        <a:pt x="0" y="15240"/>
                      </a:lnTo>
                      <a:cubicBezTo>
                        <a:pt x="0" y="6858"/>
                        <a:pt x="6858" y="0"/>
                        <a:pt x="1524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40" name="Google Shape;1340;p47"/>
              <p:cNvSpPr/>
              <p:nvPr/>
            </p:nvSpPr>
            <p:spPr>
              <a:xfrm>
                <a:off x="3461956" y="3778948"/>
                <a:ext cx="542290" cy="117348"/>
              </a:xfrm>
              <a:custGeom>
                <a:avLst/>
                <a:gdLst/>
                <a:ahLst/>
                <a:cxnLst/>
                <a:rect l="l" t="t" r="r" b="b"/>
                <a:pathLst>
                  <a:path w="542290" h="117348" extrusionOk="0">
                    <a:moveTo>
                      <a:pt x="521653" y="0"/>
                    </a:moveTo>
                    <a:lnTo>
                      <a:pt x="271145" y="0"/>
                    </a:lnTo>
                    <a:lnTo>
                      <a:pt x="20701" y="0"/>
                    </a:lnTo>
                    <a:lnTo>
                      <a:pt x="0" y="117348"/>
                    </a:lnTo>
                    <a:lnTo>
                      <a:pt x="271145" y="117348"/>
                    </a:lnTo>
                    <a:lnTo>
                      <a:pt x="542290" y="1173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47"/>
              <p:cNvSpPr/>
              <p:nvPr/>
            </p:nvSpPr>
            <p:spPr>
              <a:xfrm>
                <a:off x="3559683" y="3751135"/>
                <a:ext cx="346836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346836" h="27813" extrusionOk="0">
                    <a:moveTo>
                      <a:pt x="0" y="27813"/>
                    </a:moveTo>
                    <a:lnTo>
                      <a:pt x="343345" y="0"/>
                    </a:lnTo>
                    <a:lnTo>
                      <a:pt x="346837" y="278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47"/>
              <p:cNvSpPr/>
              <p:nvPr/>
            </p:nvSpPr>
            <p:spPr>
              <a:xfrm>
                <a:off x="3477133" y="3809142"/>
                <a:ext cx="511873" cy="5057"/>
              </a:xfrm>
              <a:custGeom>
                <a:avLst/>
                <a:gdLst/>
                <a:ahLst/>
                <a:cxnLst/>
                <a:rect l="l" t="t" r="r" b="b"/>
                <a:pathLst>
                  <a:path w="511873" h="5057" extrusionOk="0">
                    <a:moveTo>
                      <a:pt x="511873" y="857"/>
                    </a:moveTo>
                    <a:cubicBezTo>
                      <a:pt x="364363" y="6255"/>
                      <a:pt x="211645" y="5874"/>
                      <a:pt x="64008" y="2953"/>
                    </a:cubicBezTo>
                    <a:cubicBezTo>
                      <a:pt x="42672" y="2254"/>
                      <a:pt x="21336" y="1810"/>
                      <a:pt x="0" y="857"/>
                    </a:cubicBezTo>
                    <a:cubicBezTo>
                      <a:pt x="125984" y="-286"/>
                      <a:pt x="386016" y="-286"/>
                      <a:pt x="511873" y="857"/>
                    </a:cubicBezTo>
                    <a:lnTo>
                      <a:pt x="511873" y="8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47"/>
              <p:cNvSpPr/>
              <p:nvPr/>
            </p:nvSpPr>
            <p:spPr>
              <a:xfrm>
                <a:off x="3469132" y="3854942"/>
                <a:ext cx="527939" cy="5105"/>
              </a:xfrm>
              <a:custGeom>
                <a:avLst/>
                <a:gdLst/>
                <a:ahLst/>
                <a:cxnLst/>
                <a:rect l="l" t="t" r="r" b="b"/>
                <a:pathLst>
                  <a:path w="527939" h="5105" extrusionOk="0">
                    <a:moveTo>
                      <a:pt x="527939" y="905"/>
                    </a:moveTo>
                    <a:cubicBezTo>
                      <a:pt x="375793" y="6302"/>
                      <a:pt x="218249" y="5921"/>
                      <a:pt x="65977" y="3000"/>
                    </a:cubicBezTo>
                    <a:cubicBezTo>
                      <a:pt x="44005" y="2302"/>
                      <a:pt x="21971" y="1857"/>
                      <a:pt x="0" y="905"/>
                    </a:cubicBezTo>
                    <a:cubicBezTo>
                      <a:pt x="129921" y="-302"/>
                      <a:pt x="398082" y="-302"/>
                      <a:pt x="527939" y="905"/>
                    </a:cubicBezTo>
                    <a:lnTo>
                      <a:pt x="527939" y="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4" name="Google Shape;1344;p47"/>
            <p:cNvGrpSpPr/>
            <p:nvPr/>
          </p:nvGrpSpPr>
          <p:grpSpPr>
            <a:xfrm flipH="1">
              <a:off x="-976418" y="1945636"/>
              <a:ext cx="3096267" cy="2660077"/>
              <a:chOff x="6809994" y="3974465"/>
              <a:chExt cx="1171320" cy="1006347"/>
            </a:xfrm>
          </p:grpSpPr>
          <p:sp>
            <p:nvSpPr>
              <p:cNvPr id="1345" name="Google Shape;1345;p47"/>
              <p:cNvSpPr/>
              <p:nvPr/>
            </p:nvSpPr>
            <p:spPr>
              <a:xfrm>
                <a:off x="7544276" y="4085050"/>
                <a:ext cx="136969" cy="136969"/>
              </a:xfrm>
              <a:custGeom>
                <a:avLst/>
                <a:gdLst/>
                <a:ahLst/>
                <a:cxnLst/>
                <a:rect l="l" t="t" r="r" b="b"/>
                <a:pathLst>
                  <a:path w="136969" h="136969" extrusionOk="0">
                    <a:moveTo>
                      <a:pt x="20923" y="126778"/>
                    </a:moveTo>
                    <a:lnTo>
                      <a:pt x="10192" y="116046"/>
                    </a:lnTo>
                    <a:cubicBezTo>
                      <a:pt x="-3397" y="102457"/>
                      <a:pt x="-3397" y="80359"/>
                      <a:pt x="10192" y="66770"/>
                    </a:cubicBezTo>
                    <a:lnTo>
                      <a:pt x="66770" y="10192"/>
                    </a:lnTo>
                    <a:cubicBezTo>
                      <a:pt x="80359" y="-3397"/>
                      <a:pt x="102457" y="-3397"/>
                      <a:pt x="116046" y="10192"/>
                    </a:cubicBezTo>
                    <a:lnTo>
                      <a:pt x="126778" y="20923"/>
                    </a:lnTo>
                    <a:cubicBezTo>
                      <a:pt x="140367" y="34512"/>
                      <a:pt x="140367" y="56610"/>
                      <a:pt x="126778" y="70199"/>
                    </a:cubicBezTo>
                    <a:lnTo>
                      <a:pt x="70199" y="126778"/>
                    </a:lnTo>
                    <a:cubicBezTo>
                      <a:pt x="56610" y="140367"/>
                      <a:pt x="34512" y="140367"/>
                      <a:pt x="20923" y="1267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47"/>
              <p:cNvSpPr/>
              <p:nvPr/>
            </p:nvSpPr>
            <p:spPr>
              <a:xfrm>
                <a:off x="7246873" y="4221162"/>
                <a:ext cx="382396" cy="332803"/>
              </a:xfrm>
              <a:custGeom>
                <a:avLst/>
                <a:gdLst/>
                <a:ahLst/>
                <a:cxnLst/>
                <a:rect l="l" t="t" r="r" b="b"/>
                <a:pathLst>
                  <a:path w="382396" h="332803" extrusionOk="0">
                    <a:moveTo>
                      <a:pt x="124905" y="321056"/>
                    </a:moveTo>
                    <a:lnTo>
                      <a:pt x="382397" y="66358"/>
                    </a:lnTo>
                    <a:lnTo>
                      <a:pt x="360870" y="0"/>
                    </a:lnTo>
                    <a:lnTo>
                      <a:pt x="0" y="3328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47"/>
              <p:cNvSpPr/>
              <p:nvPr/>
            </p:nvSpPr>
            <p:spPr>
              <a:xfrm>
                <a:off x="7043864" y="4297870"/>
                <a:ext cx="160401" cy="300608"/>
              </a:xfrm>
              <a:custGeom>
                <a:avLst/>
                <a:gdLst/>
                <a:ahLst/>
                <a:cxnLst/>
                <a:rect l="l" t="t" r="r" b="b"/>
                <a:pathLst>
                  <a:path w="160401" h="300608" extrusionOk="0">
                    <a:moveTo>
                      <a:pt x="160401" y="284289"/>
                    </a:moveTo>
                    <a:lnTo>
                      <a:pt x="160401" y="0"/>
                    </a:lnTo>
                    <a:lnTo>
                      <a:pt x="0" y="0"/>
                    </a:lnTo>
                    <a:lnTo>
                      <a:pt x="0" y="30035"/>
                    </a:lnTo>
                    <a:lnTo>
                      <a:pt x="104394" y="30035"/>
                    </a:lnTo>
                    <a:lnTo>
                      <a:pt x="104394" y="3006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47"/>
              <p:cNvSpPr/>
              <p:nvPr/>
            </p:nvSpPr>
            <p:spPr>
              <a:xfrm>
                <a:off x="7626032" y="4397184"/>
                <a:ext cx="261302" cy="542988"/>
              </a:xfrm>
              <a:custGeom>
                <a:avLst/>
                <a:gdLst/>
                <a:ahLst/>
                <a:cxnLst/>
                <a:rect l="l" t="t" r="r" b="b"/>
                <a:pathLst>
                  <a:path w="261302" h="542988" extrusionOk="0">
                    <a:moveTo>
                      <a:pt x="0" y="0"/>
                    </a:moveTo>
                    <a:lnTo>
                      <a:pt x="84899" y="0"/>
                    </a:lnTo>
                    <a:lnTo>
                      <a:pt x="261303" y="542989"/>
                    </a:lnTo>
                    <a:lnTo>
                      <a:pt x="176403" y="5429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47"/>
              <p:cNvSpPr/>
              <p:nvPr/>
            </p:nvSpPr>
            <p:spPr>
              <a:xfrm>
                <a:off x="7600378" y="4198492"/>
                <a:ext cx="95186" cy="198691"/>
              </a:xfrm>
              <a:custGeom>
                <a:avLst/>
                <a:gdLst/>
                <a:ahLst/>
                <a:cxnLst/>
                <a:rect l="l" t="t" r="r" b="b"/>
                <a:pathLst>
                  <a:path w="95186" h="198691" extrusionOk="0">
                    <a:moveTo>
                      <a:pt x="95186" y="198691"/>
                    </a:moveTo>
                    <a:lnTo>
                      <a:pt x="30670" y="0"/>
                    </a:lnTo>
                    <a:lnTo>
                      <a:pt x="0" y="0"/>
                    </a:lnTo>
                    <a:lnTo>
                      <a:pt x="64579" y="19869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47"/>
              <p:cNvSpPr/>
              <p:nvPr/>
            </p:nvSpPr>
            <p:spPr>
              <a:xfrm>
                <a:off x="7879905" y="4917185"/>
                <a:ext cx="58927" cy="22986"/>
              </a:xfrm>
              <a:custGeom>
                <a:avLst/>
                <a:gdLst/>
                <a:ahLst/>
                <a:cxnLst/>
                <a:rect l="l" t="t" r="r" b="b"/>
                <a:pathLst>
                  <a:path w="58927" h="22986" extrusionOk="0">
                    <a:moveTo>
                      <a:pt x="7429" y="22987"/>
                    </a:moveTo>
                    <a:lnTo>
                      <a:pt x="58927" y="22987"/>
                    </a:lnTo>
                    <a:lnTo>
                      <a:pt x="589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47"/>
              <p:cNvSpPr/>
              <p:nvPr/>
            </p:nvSpPr>
            <p:spPr>
              <a:xfrm>
                <a:off x="7938896" y="4876609"/>
                <a:ext cx="42418" cy="104140"/>
              </a:xfrm>
              <a:custGeom>
                <a:avLst/>
                <a:gdLst/>
                <a:ahLst/>
                <a:cxnLst/>
                <a:rect l="l" t="t" r="r" b="b"/>
                <a:pathLst>
                  <a:path w="42418" h="104140" extrusionOk="0">
                    <a:moveTo>
                      <a:pt x="25019" y="0"/>
                    </a:moveTo>
                    <a:lnTo>
                      <a:pt x="17399" y="0"/>
                    </a:lnTo>
                    <a:cubicBezTo>
                      <a:pt x="7747" y="0"/>
                      <a:pt x="0" y="7811"/>
                      <a:pt x="0" y="17399"/>
                    </a:cubicBezTo>
                    <a:lnTo>
                      <a:pt x="0" y="86741"/>
                    </a:lnTo>
                    <a:cubicBezTo>
                      <a:pt x="0" y="96393"/>
                      <a:pt x="7810" y="104140"/>
                      <a:pt x="17399" y="104140"/>
                    </a:cubicBezTo>
                    <a:lnTo>
                      <a:pt x="25019" y="104140"/>
                    </a:lnTo>
                    <a:cubicBezTo>
                      <a:pt x="34672" y="104140"/>
                      <a:pt x="42418" y="96330"/>
                      <a:pt x="42418" y="86741"/>
                    </a:cubicBezTo>
                    <a:lnTo>
                      <a:pt x="42418" y="17399"/>
                    </a:lnTo>
                    <a:cubicBezTo>
                      <a:pt x="42418" y="7811"/>
                      <a:pt x="34608" y="0"/>
                      <a:pt x="25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47"/>
              <p:cNvSpPr/>
              <p:nvPr/>
            </p:nvSpPr>
            <p:spPr>
              <a:xfrm>
                <a:off x="6911213" y="4859528"/>
                <a:ext cx="876109" cy="34162"/>
              </a:xfrm>
              <a:custGeom>
                <a:avLst/>
                <a:gdLst/>
                <a:ahLst/>
                <a:cxnLst/>
                <a:rect l="l" t="t" r="r" b="b"/>
                <a:pathLst>
                  <a:path w="876109" h="34162" extrusionOk="0">
                    <a:moveTo>
                      <a:pt x="876109" y="34163"/>
                    </a:moveTo>
                    <a:lnTo>
                      <a:pt x="0" y="34163"/>
                    </a:lnTo>
                    <a:lnTo>
                      <a:pt x="0" y="0"/>
                    </a:lnTo>
                    <a:lnTo>
                      <a:pt x="8649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47"/>
              <p:cNvSpPr/>
              <p:nvPr/>
            </p:nvSpPr>
            <p:spPr>
              <a:xfrm>
                <a:off x="6809994" y="4893691"/>
                <a:ext cx="202438" cy="87058"/>
              </a:xfrm>
              <a:custGeom>
                <a:avLst/>
                <a:gdLst/>
                <a:ahLst/>
                <a:cxnLst/>
                <a:rect l="l" t="t" r="r" b="b"/>
                <a:pathLst>
                  <a:path w="202438" h="87058" extrusionOk="0">
                    <a:moveTo>
                      <a:pt x="0" y="0"/>
                    </a:moveTo>
                    <a:lnTo>
                      <a:pt x="202438" y="0"/>
                    </a:lnTo>
                    <a:lnTo>
                      <a:pt x="202438" y="87058"/>
                    </a:lnTo>
                    <a:lnTo>
                      <a:pt x="0" y="870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47"/>
              <p:cNvSpPr/>
              <p:nvPr/>
            </p:nvSpPr>
            <p:spPr>
              <a:xfrm>
                <a:off x="6939533" y="4691743"/>
                <a:ext cx="185737" cy="167784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7784" extrusionOk="0">
                    <a:moveTo>
                      <a:pt x="90805" y="167784"/>
                    </a:moveTo>
                    <a:cubicBezTo>
                      <a:pt x="90805" y="167784"/>
                      <a:pt x="85090" y="66311"/>
                      <a:pt x="185738" y="66311"/>
                    </a:cubicBezTo>
                    <a:lnTo>
                      <a:pt x="168847" y="970"/>
                    </a:lnTo>
                    <a:cubicBezTo>
                      <a:pt x="168847" y="970"/>
                      <a:pt x="0" y="-23033"/>
                      <a:pt x="0" y="167784"/>
                    </a:cubicBezTo>
                    <a:lnTo>
                      <a:pt x="90805" y="1677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47"/>
              <p:cNvSpPr/>
              <p:nvPr/>
            </p:nvSpPr>
            <p:spPr>
              <a:xfrm>
                <a:off x="7015884" y="4542089"/>
                <a:ext cx="711811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711811" h="301228" extrusionOk="0">
                    <a:moveTo>
                      <a:pt x="670982" y="42293"/>
                    </a:moveTo>
                    <a:lnTo>
                      <a:pt x="711812" y="167896"/>
                    </a:lnTo>
                    <a:lnTo>
                      <a:pt x="153964" y="297944"/>
                    </a:lnTo>
                    <a:cubicBezTo>
                      <a:pt x="103609" y="309691"/>
                      <a:pt x="51222" y="289308"/>
                      <a:pt x="22011" y="246699"/>
                    </a:cubicBezTo>
                    <a:lnTo>
                      <a:pt x="22011" y="246699"/>
                    </a:lnTo>
                    <a:cubicBezTo>
                      <a:pt x="-20915" y="184025"/>
                      <a:pt x="1120" y="97474"/>
                      <a:pt x="69192" y="63820"/>
                    </a:cubicBezTo>
                    <a:cubicBezTo>
                      <a:pt x="178348" y="9845"/>
                      <a:pt x="370753" y="-37019"/>
                      <a:pt x="670982" y="422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47"/>
              <p:cNvSpPr/>
              <p:nvPr/>
            </p:nvSpPr>
            <p:spPr>
              <a:xfrm>
                <a:off x="6939533" y="4842636"/>
                <a:ext cx="90805" cy="16827"/>
              </a:xfrm>
              <a:custGeom>
                <a:avLst/>
                <a:gdLst/>
                <a:ahLst/>
                <a:cxnLst/>
                <a:rect l="l" t="t" r="r" b="b"/>
                <a:pathLst>
                  <a:path w="90805" h="16827" extrusionOk="0">
                    <a:moveTo>
                      <a:pt x="90805" y="16828"/>
                    </a:moveTo>
                    <a:lnTo>
                      <a:pt x="0" y="16828"/>
                    </a:lnTo>
                    <a:cubicBezTo>
                      <a:pt x="0" y="10985"/>
                      <a:pt x="127" y="5397"/>
                      <a:pt x="445" y="0"/>
                    </a:cubicBezTo>
                    <a:lnTo>
                      <a:pt x="90805" y="1682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47"/>
              <p:cNvSpPr/>
              <p:nvPr/>
            </p:nvSpPr>
            <p:spPr>
              <a:xfrm>
                <a:off x="7125271" y="4613719"/>
                <a:ext cx="157988" cy="157988"/>
              </a:xfrm>
              <a:custGeom>
                <a:avLst/>
                <a:gdLst/>
                <a:ahLst/>
                <a:cxnLst/>
                <a:rect l="l" t="t" r="r" b="b"/>
                <a:pathLst>
                  <a:path w="157988" h="157988" extrusionOk="0">
                    <a:moveTo>
                      <a:pt x="157988" y="78994"/>
                    </a:moveTo>
                    <a:cubicBezTo>
                      <a:pt x="157988" y="122621"/>
                      <a:pt x="122621" y="157988"/>
                      <a:pt x="78994" y="157988"/>
                    </a:cubicBezTo>
                    <a:cubicBezTo>
                      <a:pt x="35367" y="157988"/>
                      <a:pt x="1" y="122621"/>
                      <a:pt x="1" y="78994"/>
                    </a:cubicBezTo>
                    <a:cubicBezTo>
                      <a:pt x="1" y="35367"/>
                      <a:pt x="35367" y="0"/>
                      <a:pt x="78994" y="0"/>
                    </a:cubicBezTo>
                    <a:cubicBezTo>
                      <a:pt x="122621" y="0"/>
                      <a:pt x="157988" y="35367"/>
                      <a:pt x="157988" y="789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47"/>
              <p:cNvSpPr/>
              <p:nvPr/>
            </p:nvSpPr>
            <p:spPr>
              <a:xfrm>
                <a:off x="7769034" y="4859528"/>
                <a:ext cx="18288" cy="34162"/>
              </a:xfrm>
              <a:custGeom>
                <a:avLst/>
                <a:gdLst/>
                <a:ahLst/>
                <a:cxnLst/>
                <a:rect l="l" t="t" r="r" b="b"/>
                <a:pathLst>
                  <a:path w="18288" h="34162" extrusionOk="0">
                    <a:moveTo>
                      <a:pt x="7176" y="0"/>
                    </a:moveTo>
                    <a:lnTo>
                      <a:pt x="18288" y="34163"/>
                    </a:lnTo>
                    <a:lnTo>
                      <a:pt x="0" y="341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47"/>
              <p:cNvSpPr/>
              <p:nvPr/>
            </p:nvSpPr>
            <p:spPr>
              <a:xfrm>
                <a:off x="7958439" y="4876609"/>
                <a:ext cx="3334" cy="104203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104203" extrusionOk="0">
                    <a:moveTo>
                      <a:pt x="1667" y="0"/>
                    </a:moveTo>
                    <a:cubicBezTo>
                      <a:pt x="3890" y="34671"/>
                      <a:pt x="3890" y="69533"/>
                      <a:pt x="1667" y="104204"/>
                    </a:cubicBezTo>
                    <a:cubicBezTo>
                      <a:pt x="-556" y="69469"/>
                      <a:pt x="-556" y="34671"/>
                      <a:pt x="1667" y="0"/>
                    </a:cubicBezTo>
                    <a:lnTo>
                      <a:pt x="16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47"/>
              <p:cNvSpPr/>
              <p:nvPr/>
            </p:nvSpPr>
            <p:spPr>
              <a:xfrm>
                <a:off x="7112571" y="4221035"/>
                <a:ext cx="118554" cy="105029"/>
              </a:xfrm>
              <a:custGeom>
                <a:avLst/>
                <a:gdLst/>
                <a:ahLst/>
                <a:cxnLst/>
                <a:rect l="l" t="t" r="r" b="b"/>
                <a:pathLst>
                  <a:path w="118554" h="105029" extrusionOk="0">
                    <a:moveTo>
                      <a:pt x="91694" y="105029"/>
                    </a:moveTo>
                    <a:lnTo>
                      <a:pt x="91694" y="93790"/>
                    </a:lnTo>
                    <a:cubicBezTo>
                      <a:pt x="100330" y="93790"/>
                      <a:pt x="107315" y="86805"/>
                      <a:pt x="107315" y="78168"/>
                    </a:cubicBezTo>
                    <a:lnTo>
                      <a:pt x="107315" y="58992"/>
                    </a:lnTo>
                    <a:cubicBezTo>
                      <a:pt x="107315" y="50355"/>
                      <a:pt x="100330" y="43371"/>
                      <a:pt x="91694" y="43371"/>
                    </a:cubicBezTo>
                    <a:lnTo>
                      <a:pt x="26860" y="43371"/>
                    </a:lnTo>
                    <a:cubicBezTo>
                      <a:pt x="12065" y="43371"/>
                      <a:pt x="0" y="31305"/>
                      <a:pt x="0" y="16510"/>
                    </a:cubicBezTo>
                    <a:lnTo>
                      <a:pt x="0" y="0"/>
                    </a:lnTo>
                    <a:lnTo>
                      <a:pt x="11240" y="0"/>
                    </a:lnTo>
                    <a:lnTo>
                      <a:pt x="11240" y="16510"/>
                    </a:lnTo>
                    <a:cubicBezTo>
                      <a:pt x="11240" y="25146"/>
                      <a:pt x="18224" y="32131"/>
                      <a:pt x="26860" y="32131"/>
                    </a:cubicBezTo>
                    <a:lnTo>
                      <a:pt x="91694" y="32131"/>
                    </a:lnTo>
                    <a:cubicBezTo>
                      <a:pt x="106490" y="32131"/>
                      <a:pt x="118555" y="44196"/>
                      <a:pt x="118555" y="58992"/>
                    </a:cubicBezTo>
                    <a:lnTo>
                      <a:pt x="118555" y="78168"/>
                    </a:lnTo>
                    <a:cubicBezTo>
                      <a:pt x="118491" y="93028"/>
                      <a:pt x="106490" y="105029"/>
                      <a:pt x="91694" y="105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47"/>
              <p:cNvSpPr/>
              <p:nvPr/>
            </p:nvSpPr>
            <p:spPr>
              <a:xfrm>
                <a:off x="7140626" y="4628239"/>
                <a:ext cx="126507" cy="128551"/>
              </a:xfrm>
              <a:custGeom>
                <a:avLst/>
                <a:gdLst/>
                <a:ahLst/>
                <a:cxnLst/>
                <a:rect l="l" t="t" r="r" b="b"/>
                <a:pathLst>
                  <a:path w="126507" h="128551" extrusionOk="0">
                    <a:moveTo>
                      <a:pt x="126505" y="64474"/>
                    </a:moveTo>
                    <a:cubicBezTo>
                      <a:pt x="126631" y="109813"/>
                      <a:pt x="81610" y="141690"/>
                      <a:pt x="39255" y="123211"/>
                    </a:cubicBezTo>
                    <a:cubicBezTo>
                      <a:pt x="16205" y="113305"/>
                      <a:pt x="203" y="89556"/>
                      <a:pt x="12" y="64474"/>
                    </a:cubicBezTo>
                    <a:cubicBezTo>
                      <a:pt x="-877" y="18944"/>
                      <a:pt x="46304" y="-12869"/>
                      <a:pt x="88214" y="5101"/>
                    </a:cubicBezTo>
                    <a:cubicBezTo>
                      <a:pt x="111582" y="14753"/>
                      <a:pt x="126758" y="39455"/>
                      <a:pt x="126505" y="64474"/>
                    </a:cubicBezTo>
                    <a:lnTo>
                      <a:pt x="126505" y="64474"/>
                    </a:lnTo>
                    <a:close/>
                    <a:moveTo>
                      <a:pt x="126187" y="64474"/>
                    </a:moveTo>
                    <a:cubicBezTo>
                      <a:pt x="125679" y="10181"/>
                      <a:pt x="58813" y="-16679"/>
                      <a:pt x="20332" y="21167"/>
                    </a:cubicBezTo>
                    <a:cubicBezTo>
                      <a:pt x="-18720" y="60346"/>
                      <a:pt x="7759" y="126386"/>
                      <a:pt x="63640" y="125815"/>
                    </a:cubicBezTo>
                    <a:cubicBezTo>
                      <a:pt x="96723" y="125815"/>
                      <a:pt x="126567" y="98129"/>
                      <a:pt x="126187" y="64474"/>
                    </a:cubicBezTo>
                    <a:lnTo>
                      <a:pt x="126187" y="6447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47"/>
              <p:cNvSpPr/>
              <p:nvPr/>
            </p:nvSpPr>
            <p:spPr>
              <a:xfrm>
                <a:off x="7156940" y="4685520"/>
                <a:ext cx="54518" cy="144670"/>
              </a:xfrm>
              <a:custGeom>
                <a:avLst/>
                <a:gdLst/>
                <a:ahLst/>
                <a:cxnLst/>
                <a:rect l="l" t="t" r="r" b="b"/>
                <a:pathLst>
                  <a:path w="54518" h="144670" extrusionOk="0">
                    <a:moveTo>
                      <a:pt x="7193" y="144670"/>
                    </a:moveTo>
                    <a:cubicBezTo>
                      <a:pt x="6494" y="144670"/>
                      <a:pt x="5796" y="144544"/>
                      <a:pt x="5098" y="144353"/>
                    </a:cubicBezTo>
                    <a:cubicBezTo>
                      <a:pt x="1288" y="143210"/>
                      <a:pt x="-872" y="139146"/>
                      <a:pt x="335" y="135336"/>
                    </a:cubicBezTo>
                    <a:lnTo>
                      <a:pt x="40403" y="5098"/>
                    </a:lnTo>
                    <a:cubicBezTo>
                      <a:pt x="41547" y="1288"/>
                      <a:pt x="45611" y="-872"/>
                      <a:pt x="49421" y="335"/>
                    </a:cubicBezTo>
                    <a:cubicBezTo>
                      <a:pt x="53230" y="1478"/>
                      <a:pt x="55390" y="5542"/>
                      <a:pt x="54183" y="9352"/>
                    </a:cubicBezTo>
                    <a:lnTo>
                      <a:pt x="14115" y="139590"/>
                    </a:lnTo>
                    <a:cubicBezTo>
                      <a:pt x="13162" y="142639"/>
                      <a:pt x="10304" y="144670"/>
                      <a:pt x="7193" y="1446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47"/>
              <p:cNvSpPr/>
              <p:nvPr/>
            </p:nvSpPr>
            <p:spPr>
              <a:xfrm>
                <a:off x="7098792" y="4794821"/>
                <a:ext cx="130682" cy="56197"/>
              </a:xfrm>
              <a:custGeom>
                <a:avLst/>
                <a:gdLst/>
                <a:ahLst/>
                <a:cxnLst/>
                <a:rect l="l" t="t" r="r" b="b"/>
                <a:pathLst>
                  <a:path w="130682" h="56197" extrusionOk="0">
                    <a:moveTo>
                      <a:pt x="0" y="0"/>
                    </a:moveTo>
                    <a:lnTo>
                      <a:pt x="130683" y="0"/>
                    </a:lnTo>
                    <a:lnTo>
                      <a:pt x="130683" y="56198"/>
                    </a:lnTo>
                    <a:lnTo>
                      <a:pt x="0" y="5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47"/>
              <p:cNvSpPr/>
              <p:nvPr/>
            </p:nvSpPr>
            <p:spPr>
              <a:xfrm>
                <a:off x="7015860" y="4166679"/>
                <a:ext cx="251098" cy="69786"/>
              </a:xfrm>
              <a:custGeom>
                <a:avLst/>
                <a:gdLst/>
                <a:ahLst/>
                <a:cxnLst/>
                <a:rect l="l" t="t" r="r" b="b"/>
                <a:pathLst>
                  <a:path w="251098" h="69786" extrusionOk="0">
                    <a:moveTo>
                      <a:pt x="238061" y="0"/>
                    </a:moveTo>
                    <a:lnTo>
                      <a:pt x="20828" y="0"/>
                    </a:lnTo>
                    <a:cubicBezTo>
                      <a:pt x="9334" y="0"/>
                      <a:pt x="0" y="9335"/>
                      <a:pt x="0" y="20828"/>
                    </a:cubicBezTo>
                    <a:lnTo>
                      <a:pt x="0" y="20828"/>
                    </a:lnTo>
                    <a:cubicBezTo>
                      <a:pt x="0" y="29401"/>
                      <a:pt x="3493" y="37529"/>
                      <a:pt x="9716" y="43434"/>
                    </a:cubicBezTo>
                    <a:lnTo>
                      <a:pt x="14160" y="47625"/>
                    </a:lnTo>
                    <a:cubicBezTo>
                      <a:pt x="29146" y="61849"/>
                      <a:pt x="48958" y="69786"/>
                      <a:pt x="69596" y="69786"/>
                    </a:cubicBezTo>
                    <a:lnTo>
                      <a:pt x="98425" y="69786"/>
                    </a:lnTo>
                    <a:cubicBezTo>
                      <a:pt x="118110" y="69786"/>
                      <a:pt x="137096" y="62548"/>
                      <a:pt x="151829" y="49530"/>
                    </a:cubicBezTo>
                    <a:lnTo>
                      <a:pt x="168339" y="34925"/>
                    </a:lnTo>
                    <a:lnTo>
                      <a:pt x="227774" y="34925"/>
                    </a:lnTo>
                    <a:cubicBezTo>
                      <a:pt x="236792" y="34925"/>
                      <a:pt x="244920" y="29591"/>
                      <a:pt x="248603" y="21336"/>
                    </a:cubicBezTo>
                    <a:lnTo>
                      <a:pt x="249999" y="18224"/>
                    </a:lnTo>
                    <a:cubicBezTo>
                      <a:pt x="253746" y="9589"/>
                      <a:pt x="247459" y="0"/>
                      <a:pt x="2380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47"/>
              <p:cNvSpPr/>
              <p:nvPr/>
            </p:nvSpPr>
            <p:spPr>
              <a:xfrm>
                <a:off x="7686865" y="4584382"/>
                <a:ext cx="40766" cy="133032"/>
              </a:xfrm>
              <a:custGeom>
                <a:avLst/>
                <a:gdLst/>
                <a:ahLst/>
                <a:cxnLst/>
                <a:rect l="l" t="t" r="r" b="b"/>
                <a:pathLst>
                  <a:path w="40766" h="133032" extrusionOk="0">
                    <a:moveTo>
                      <a:pt x="0" y="0"/>
                    </a:moveTo>
                    <a:lnTo>
                      <a:pt x="40767" y="125603"/>
                    </a:lnTo>
                    <a:lnTo>
                      <a:pt x="8699" y="1330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47"/>
              <p:cNvSpPr/>
              <p:nvPr/>
            </p:nvSpPr>
            <p:spPr>
              <a:xfrm>
                <a:off x="7589837" y="4166679"/>
                <a:ext cx="220471" cy="31813"/>
              </a:xfrm>
              <a:custGeom>
                <a:avLst/>
                <a:gdLst/>
                <a:ahLst/>
                <a:cxnLst/>
                <a:rect l="l" t="t" r="r" b="b"/>
                <a:pathLst>
                  <a:path w="220471" h="31813" extrusionOk="0">
                    <a:moveTo>
                      <a:pt x="10541" y="31814"/>
                    </a:moveTo>
                    <a:lnTo>
                      <a:pt x="220472" y="31814"/>
                    </a:lnTo>
                    <a:lnTo>
                      <a:pt x="19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47"/>
              <p:cNvSpPr/>
              <p:nvPr/>
            </p:nvSpPr>
            <p:spPr>
              <a:xfrm>
                <a:off x="7786751" y="3974465"/>
                <a:ext cx="163893" cy="224027"/>
              </a:xfrm>
              <a:custGeom>
                <a:avLst/>
                <a:gdLst/>
                <a:ahLst/>
                <a:cxnLst/>
                <a:rect l="l" t="t" r="r" b="b"/>
                <a:pathLst>
                  <a:path w="163893" h="224027" extrusionOk="0">
                    <a:moveTo>
                      <a:pt x="23558" y="224028"/>
                    </a:moveTo>
                    <a:lnTo>
                      <a:pt x="163893" y="0"/>
                    </a:lnTo>
                    <a:lnTo>
                      <a:pt x="123825" y="0"/>
                    </a:lnTo>
                    <a:lnTo>
                      <a:pt x="0" y="19221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8" name="Google Shape;1368;p47"/>
            <p:cNvGrpSpPr/>
            <p:nvPr/>
          </p:nvGrpSpPr>
          <p:grpSpPr>
            <a:xfrm flipH="1">
              <a:off x="907377" y="354151"/>
              <a:ext cx="831229" cy="839398"/>
              <a:chOff x="8947918" y="1166943"/>
              <a:chExt cx="498967" cy="503870"/>
            </a:xfrm>
          </p:grpSpPr>
          <p:sp>
            <p:nvSpPr>
              <p:cNvPr id="1369" name="Google Shape;1369;p47"/>
              <p:cNvSpPr/>
              <p:nvPr/>
            </p:nvSpPr>
            <p:spPr>
              <a:xfrm>
                <a:off x="9077049" y="1302982"/>
                <a:ext cx="242477" cy="232591"/>
              </a:xfrm>
              <a:custGeom>
                <a:avLst/>
                <a:gdLst/>
                <a:ahLst/>
                <a:cxnLst/>
                <a:rect l="l" t="t" r="r" b="b"/>
                <a:pathLst>
                  <a:path w="301214" h="288933" extrusionOk="0">
                    <a:moveTo>
                      <a:pt x="127501" y="282624"/>
                    </a:moveTo>
                    <a:cubicBezTo>
                      <a:pt x="141725" y="291006"/>
                      <a:pt x="159505" y="291069"/>
                      <a:pt x="173729" y="282624"/>
                    </a:cubicBezTo>
                    <a:cubicBezTo>
                      <a:pt x="301999" y="206741"/>
                      <a:pt x="340734" y="56373"/>
                      <a:pt x="256470" y="10082"/>
                    </a:cubicBezTo>
                    <a:cubicBezTo>
                      <a:pt x="202177" y="-19763"/>
                      <a:pt x="150615" y="26338"/>
                      <a:pt x="150615" y="26338"/>
                    </a:cubicBezTo>
                    <a:cubicBezTo>
                      <a:pt x="150615" y="26338"/>
                      <a:pt x="99053" y="-19827"/>
                      <a:pt x="44761" y="10082"/>
                    </a:cubicBezTo>
                    <a:cubicBezTo>
                      <a:pt x="-39504" y="56437"/>
                      <a:pt x="-833" y="206741"/>
                      <a:pt x="127501" y="2826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47"/>
              <p:cNvSpPr/>
              <p:nvPr/>
            </p:nvSpPr>
            <p:spPr>
              <a:xfrm>
                <a:off x="8982525" y="1204690"/>
                <a:ext cx="432286" cy="427454"/>
              </a:xfrm>
              <a:custGeom>
                <a:avLst/>
                <a:gdLst/>
                <a:ahLst/>
                <a:cxnLst/>
                <a:rect l="l" t="t" r="r" b="b"/>
                <a:pathLst>
                  <a:path w="537001" h="530999" extrusionOk="0">
                    <a:moveTo>
                      <a:pt x="267992" y="530996"/>
                    </a:moveTo>
                    <a:cubicBezTo>
                      <a:pt x="78382" y="532012"/>
                      <a:pt x="-54143" y="340623"/>
                      <a:pt x="21740" y="164537"/>
                    </a:cubicBezTo>
                    <a:cubicBezTo>
                      <a:pt x="62507" y="67573"/>
                      <a:pt x="162710" y="199"/>
                      <a:pt x="267992" y="72"/>
                    </a:cubicBezTo>
                    <a:cubicBezTo>
                      <a:pt x="374101" y="-2531"/>
                      <a:pt x="476400" y="65414"/>
                      <a:pt x="516342" y="163712"/>
                    </a:cubicBezTo>
                    <a:cubicBezTo>
                      <a:pt x="589747" y="340750"/>
                      <a:pt x="458303" y="531885"/>
                      <a:pt x="267992" y="530996"/>
                    </a:cubicBezTo>
                    <a:lnTo>
                      <a:pt x="267992" y="530996"/>
                    </a:lnTo>
                    <a:close/>
                    <a:moveTo>
                      <a:pt x="267992" y="530107"/>
                    </a:moveTo>
                    <a:cubicBezTo>
                      <a:pt x="410550" y="530996"/>
                      <a:pt x="528470" y="407933"/>
                      <a:pt x="527200" y="266582"/>
                    </a:cubicBezTo>
                    <a:cubicBezTo>
                      <a:pt x="527771" y="82876"/>
                      <a:pt x="337780" y="-45648"/>
                      <a:pt x="167536" y="24139"/>
                    </a:cubicBezTo>
                    <a:cubicBezTo>
                      <a:pt x="70825" y="62112"/>
                      <a:pt x="5230" y="163458"/>
                      <a:pt x="7770" y="266582"/>
                    </a:cubicBezTo>
                    <a:cubicBezTo>
                      <a:pt x="6944" y="407107"/>
                      <a:pt x="125880" y="531567"/>
                      <a:pt x="267992" y="530107"/>
                    </a:cubicBezTo>
                    <a:lnTo>
                      <a:pt x="267992" y="5301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47"/>
              <p:cNvSpPr/>
              <p:nvPr/>
            </p:nvSpPr>
            <p:spPr>
              <a:xfrm>
                <a:off x="8947918" y="1166943"/>
                <a:ext cx="498967" cy="503870"/>
              </a:xfrm>
              <a:custGeom>
                <a:avLst/>
                <a:gdLst/>
                <a:ahLst/>
                <a:cxnLst/>
                <a:rect l="l" t="t" r="r" b="b"/>
                <a:pathLst>
                  <a:path w="619835" h="625926" extrusionOk="0">
                    <a:moveTo>
                      <a:pt x="619831" y="313461"/>
                    </a:moveTo>
                    <a:cubicBezTo>
                      <a:pt x="620911" y="534568"/>
                      <a:pt x="397137" y="688746"/>
                      <a:pt x="191968" y="600798"/>
                    </a:cubicBezTo>
                    <a:cubicBezTo>
                      <a:pt x="78748" y="553491"/>
                      <a:pt x="8" y="436397"/>
                      <a:pt x="72" y="313461"/>
                    </a:cubicBezTo>
                    <a:cubicBezTo>
                      <a:pt x="-2722" y="189699"/>
                      <a:pt x="76526" y="70573"/>
                      <a:pt x="191143" y="24091"/>
                    </a:cubicBezTo>
                    <a:cubicBezTo>
                      <a:pt x="397264" y="-61443"/>
                      <a:pt x="620721" y="91528"/>
                      <a:pt x="619831" y="313461"/>
                    </a:cubicBezTo>
                    <a:lnTo>
                      <a:pt x="619831" y="313461"/>
                    </a:lnTo>
                    <a:close/>
                    <a:moveTo>
                      <a:pt x="618880" y="313461"/>
                    </a:moveTo>
                    <a:cubicBezTo>
                      <a:pt x="620022" y="146710"/>
                      <a:pt x="476449" y="8343"/>
                      <a:pt x="310967" y="9804"/>
                    </a:cubicBezTo>
                    <a:cubicBezTo>
                      <a:pt x="144915" y="8851"/>
                      <a:pt x="5532" y="147408"/>
                      <a:pt x="5088" y="313461"/>
                    </a:cubicBezTo>
                    <a:cubicBezTo>
                      <a:pt x="2930" y="507390"/>
                      <a:pt x="181428" y="650519"/>
                      <a:pt x="370340" y="611974"/>
                    </a:cubicBezTo>
                    <a:cubicBezTo>
                      <a:pt x="510675" y="585177"/>
                      <a:pt x="620213" y="457415"/>
                      <a:pt x="618880" y="313461"/>
                    </a:cubicBezTo>
                    <a:lnTo>
                      <a:pt x="618880" y="31346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2" name="Google Shape;1372;p47"/>
            <p:cNvGrpSpPr/>
            <p:nvPr/>
          </p:nvGrpSpPr>
          <p:grpSpPr>
            <a:xfrm flipH="1">
              <a:off x="537542" y="1550300"/>
              <a:ext cx="467100" cy="467100"/>
              <a:chOff x="4123025" y="735300"/>
              <a:chExt cx="467100" cy="467100"/>
            </a:xfrm>
          </p:grpSpPr>
          <p:sp>
            <p:nvSpPr>
              <p:cNvPr id="1373" name="Google Shape;1373;p47"/>
              <p:cNvSpPr/>
              <p:nvPr/>
            </p:nvSpPr>
            <p:spPr>
              <a:xfrm>
                <a:off x="4123025" y="735300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74" name="Google Shape;1374;p47"/>
              <p:cNvSpPr/>
              <p:nvPr/>
            </p:nvSpPr>
            <p:spPr>
              <a:xfrm>
                <a:off x="4252475" y="864750"/>
                <a:ext cx="208200" cy="208200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375" name="Google Shape;1375;p47"/>
            <p:cNvGrpSpPr/>
            <p:nvPr/>
          </p:nvGrpSpPr>
          <p:grpSpPr>
            <a:xfrm>
              <a:off x="3050993" y="1945615"/>
              <a:ext cx="332061" cy="332015"/>
              <a:chOff x="4280525" y="2688025"/>
              <a:chExt cx="467100" cy="467100"/>
            </a:xfrm>
          </p:grpSpPr>
          <p:sp>
            <p:nvSpPr>
              <p:cNvPr id="1376" name="Google Shape;1376;p47"/>
              <p:cNvSpPr/>
              <p:nvPr/>
            </p:nvSpPr>
            <p:spPr>
              <a:xfrm>
                <a:off x="4280525" y="2688025"/>
                <a:ext cx="467100" cy="4671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77" name="Google Shape;1377;p47"/>
              <p:cNvSpPr/>
              <p:nvPr/>
            </p:nvSpPr>
            <p:spPr>
              <a:xfrm>
                <a:off x="4409975" y="2817475"/>
                <a:ext cx="208200" cy="208200"/>
              </a:xfrm>
              <a:prstGeom prst="ellipse">
                <a:avLst/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378" name="Google Shape;1378;p47"/>
            <p:cNvGrpSpPr/>
            <p:nvPr/>
          </p:nvGrpSpPr>
          <p:grpSpPr>
            <a:xfrm flipH="1">
              <a:off x="713229" y="4510094"/>
              <a:ext cx="2088880" cy="475790"/>
              <a:chOff x="6160325" y="5213222"/>
              <a:chExt cx="982725" cy="223838"/>
            </a:xfrm>
          </p:grpSpPr>
          <p:sp>
            <p:nvSpPr>
              <p:cNvPr id="1379" name="Google Shape;1379;p47"/>
              <p:cNvSpPr/>
              <p:nvPr/>
            </p:nvSpPr>
            <p:spPr>
              <a:xfrm>
                <a:off x="6160325" y="5213540"/>
                <a:ext cx="77597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7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8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8" y="0"/>
                    </a:cubicBezTo>
                    <a:cubicBezTo>
                      <a:pt x="60226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47"/>
              <p:cNvSpPr/>
              <p:nvPr/>
            </p:nvSpPr>
            <p:spPr>
              <a:xfrm>
                <a:off x="6199124" y="5213540"/>
                <a:ext cx="905128" cy="223456"/>
              </a:xfrm>
              <a:custGeom>
                <a:avLst/>
                <a:gdLst/>
                <a:ahLst/>
                <a:cxnLst/>
                <a:rect l="l" t="t" r="r" b="b"/>
                <a:pathLst>
                  <a:path w="905128" h="223456" extrusionOk="0">
                    <a:moveTo>
                      <a:pt x="0" y="0"/>
                    </a:moveTo>
                    <a:lnTo>
                      <a:pt x="905129" y="0"/>
                    </a:lnTo>
                    <a:lnTo>
                      <a:pt x="905129" y="223457"/>
                    </a:lnTo>
                    <a:lnTo>
                      <a:pt x="0" y="22345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47"/>
              <p:cNvSpPr/>
              <p:nvPr/>
            </p:nvSpPr>
            <p:spPr>
              <a:xfrm>
                <a:off x="7065454" y="5213540"/>
                <a:ext cx="77596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77596" h="223520" extrusionOk="0">
                    <a:moveTo>
                      <a:pt x="77597" y="111760"/>
                    </a:moveTo>
                    <a:cubicBezTo>
                      <a:pt x="77597" y="173483"/>
                      <a:pt x="60226" y="223520"/>
                      <a:pt x="38799" y="223520"/>
                    </a:cubicBezTo>
                    <a:cubicBezTo>
                      <a:pt x="17371" y="223520"/>
                      <a:pt x="0" y="173483"/>
                      <a:pt x="0" y="111760"/>
                    </a:cubicBezTo>
                    <a:cubicBezTo>
                      <a:pt x="0" y="50037"/>
                      <a:pt x="17371" y="0"/>
                      <a:pt x="38799" y="0"/>
                    </a:cubicBezTo>
                    <a:cubicBezTo>
                      <a:pt x="60227" y="0"/>
                      <a:pt x="77597" y="50037"/>
                      <a:pt x="77597" y="1117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47"/>
              <p:cNvSpPr/>
              <p:nvPr/>
            </p:nvSpPr>
            <p:spPr>
              <a:xfrm>
                <a:off x="7073895" y="5213222"/>
                <a:ext cx="60984" cy="199176"/>
              </a:xfrm>
              <a:custGeom>
                <a:avLst/>
                <a:gdLst/>
                <a:ahLst/>
                <a:cxnLst/>
                <a:rect l="l" t="t" r="r" b="b"/>
                <a:pathLst>
                  <a:path w="60984" h="199176" extrusionOk="0">
                    <a:moveTo>
                      <a:pt x="30358" y="572"/>
                    </a:moveTo>
                    <a:cubicBezTo>
                      <a:pt x="18420" y="1778"/>
                      <a:pt x="13086" y="20574"/>
                      <a:pt x="10037" y="30353"/>
                    </a:cubicBezTo>
                    <a:cubicBezTo>
                      <a:pt x="830" y="67501"/>
                      <a:pt x="830" y="106871"/>
                      <a:pt x="6672" y="144526"/>
                    </a:cubicBezTo>
                    <a:cubicBezTo>
                      <a:pt x="8324" y="156274"/>
                      <a:pt x="20896" y="212979"/>
                      <a:pt x="38612" y="189484"/>
                    </a:cubicBezTo>
                    <a:cubicBezTo>
                      <a:pt x="56773" y="163386"/>
                      <a:pt x="60584" y="91630"/>
                      <a:pt x="52646" y="60833"/>
                    </a:cubicBezTo>
                    <a:cubicBezTo>
                      <a:pt x="46677" y="37465"/>
                      <a:pt x="33088" y="34036"/>
                      <a:pt x="22547" y="57150"/>
                    </a:cubicBezTo>
                    <a:cubicBezTo>
                      <a:pt x="17849" y="68390"/>
                      <a:pt x="15943" y="81090"/>
                      <a:pt x="15436" y="93663"/>
                    </a:cubicBezTo>
                    <a:cubicBezTo>
                      <a:pt x="15054" y="109284"/>
                      <a:pt x="16134" y="125476"/>
                      <a:pt x="21848" y="140081"/>
                    </a:cubicBezTo>
                    <a:cubicBezTo>
                      <a:pt x="32390" y="164084"/>
                      <a:pt x="41534" y="139827"/>
                      <a:pt x="43438" y="126302"/>
                    </a:cubicBezTo>
                    <a:cubicBezTo>
                      <a:pt x="45534" y="112522"/>
                      <a:pt x="47439" y="86551"/>
                      <a:pt x="38612" y="75184"/>
                    </a:cubicBezTo>
                    <a:cubicBezTo>
                      <a:pt x="37533" y="74041"/>
                      <a:pt x="36136" y="73279"/>
                      <a:pt x="34548" y="73216"/>
                    </a:cubicBezTo>
                    <a:lnTo>
                      <a:pt x="34548" y="72771"/>
                    </a:lnTo>
                    <a:cubicBezTo>
                      <a:pt x="49090" y="74486"/>
                      <a:pt x="47186" y="115634"/>
                      <a:pt x="45280" y="126555"/>
                    </a:cubicBezTo>
                    <a:cubicBezTo>
                      <a:pt x="44264" y="132905"/>
                      <a:pt x="42931" y="139319"/>
                      <a:pt x="40010" y="145161"/>
                    </a:cubicBezTo>
                    <a:cubicBezTo>
                      <a:pt x="38549" y="147955"/>
                      <a:pt x="36644" y="150940"/>
                      <a:pt x="33469" y="152210"/>
                    </a:cubicBezTo>
                    <a:cubicBezTo>
                      <a:pt x="23182" y="155067"/>
                      <a:pt x="18483" y="139383"/>
                      <a:pt x="16261" y="131953"/>
                    </a:cubicBezTo>
                    <a:cubicBezTo>
                      <a:pt x="10355" y="107315"/>
                      <a:pt x="9847" y="79502"/>
                      <a:pt x="19118" y="55626"/>
                    </a:cubicBezTo>
                    <a:cubicBezTo>
                      <a:pt x="23436" y="44133"/>
                      <a:pt x="36961" y="29528"/>
                      <a:pt x="48328" y="42291"/>
                    </a:cubicBezTo>
                    <a:cubicBezTo>
                      <a:pt x="56711" y="52451"/>
                      <a:pt x="58551" y="66167"/>
                      <a:pt x="60075" y="78804"/>
                    </a:cubicBezTo>
                    <a:cubicBezTo>
                      <a:pt x="62743" y="110871"/>
                      <a:pt x="60330" y="164973"/>
                      <a:pt x="42042" y="191897"/>
                    </a:cubicBezTo>
                    <a:cubicBezTo>
                      <a:pt x="30675" y="207264"/>
                      <a:pt x="18928" y="195517"/>
                      <a:pt x="13403" y="182309"/>
                    </a:cubicBezTo>
                    <a:cubicBezTo>
                      <a:pt x="3307" y="158433"/>
                      <a:pt x="894" y="132143"/>
                      <a:pt x="68" y="106490"/>
                    </a:cubicBezTo>
                    <a:cubicBezTo>
                      <a:pt x="-186" y="93599"/>
                      <a:pt x="259" y="80709"/>
                      <a:pt x="1592" y="67818"/>
                    </a:cubicBezTo>
                    <a:cubicBezTo>
                      <a:pt x="3815" y="48705"/>
                      <a:pt x="6862" y="29083"/>
                      <a:pt x="16007" y="11874"/>
                    </a:cubicBezTo>
                    <a:cubicBezTo>
                      <a:pt x="19118" y="6477"/>
                      <a:pt x="23563" y="191"/>
                      <a:pt x="30485" y="0"/>
                    </a:cubicBezTo>
                    <a:cubicBezTo>
                      <a:pt x="30358" y="127"/>
                      <a:pt x="30358" y="572"/>
                      <a:pt x="30358" y="572"/>
                    </a:cubicBezTo>
                    <a:lnTo>
                      <a:pt x="30358" y="5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47"/>
              <p:cNvSpPr/>
              <p:nvPr/>
            </p:nvSpPr>
            <p:spPr>
              <a:xfrm>
                <a:off x="6174740" y="5236250"/>
                <a:ext cx="499491" cy="4388"/>
              </a:xfrm>
              <a:custGeom>
                <a:avLst/>
                <a:gdLst/>
                <a:ahLst/>
                <a:cxnLst/>
                <a:rect l="l" t="t" r="r" b="b"/>
                <a:pathLst>
                  <a:path w="499491" h="4388" extrusionOk="0">
                    <a:moveTo>
                      <a:pt x="0" y="1992"/>
                    </a:moveTo>
                    <a:cubicBezTo>
                      <a:pt x="147447" y="1674"/>
                      <a:pt x="354203" y="-2326"/>
                      <a:pt x="499491" y="1992"/>
                    </a:cubicBezTo>
                    <a:cubicBezTo>
                      <a:pt x="499491" y="1992"/>
                      <a:pt x="499491" y="2436"/>
                      <a:pt x="499491" y="2436"/>
                    </a:cubicBezTo>
                    <a:cubicBezTo>
                      <a:pt x="355282" y="6246"/>
                      <a:pt x="145351" y="3579"/>
                      <a:pt x="0" y="1992"/>
                    </a:cubicBezTo>
                    <a:lnTo>
                      <a:pt x="0" y="19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Gym Business Plan by Slidesgo">
  <a:themeElements>
    <a:clrScheme name="Simple Light">
      <a:dk1>
        <a:srgbClr val="2C2A26"/>
      </a:dk1>
      <a:lt1>
        <a:srgbClr val="EAE9E8"/>
      </a:lt1>
      <a:dk2>
        <a:srgbClr val="CA5436"/>
      </a:dk2>
      <a:lt2>
        <a:srgbClr val="457CBD"/>
      </a:lt2>
      <a:accent1>
        <a:srgbClr val="3EB690"/>
      </a:accent1>
      <a:accent2>
        <a:srgbClr val="ECB654"/>
      </a:accent2>
      <a:accent3>
        <a:srgbClr val="F2BEAB"/>
      </a:accent3>
      <a:accent4>
        <a:srgbClr val="FFFFFF"/>
      </a:accent4>
      <a:accent5>
        <a:srgbClr val="8B3520"/>
      </a:accent5>
      <a:accent6>
        <a:srgbClr val="FFFFFF"/>
      </a:accent6>
      <a:hlink>
        <a:srgbClr val="2C2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Gym Business Plan by Slidesgo</vt:lpstr>
      <vt:lpstr>AI Fitness App</vt:lpstr>
      <vt:lpstr>Introduction</vt:lpstr>
      <vt:lpstr>Purpose</vt:lpstr>
      <vt:lpstr>Scope</vt:lpstr>
      <vt:lpstr>System overview</vt:lpstr>
      <vt:lpstr>References</vt:lpstr>
      <vt:lpstr>Definitions</vt:lpstr>
      <vt:lpstr>Definitions</vt:lpstr>
      <vt:lpstr>Definitions</vt:lpstr>
      <vt:lpstr>Use Cases</vt:lpstr>
      <vt:lpstr>Use Cases</vt:lpstr>
      <vt:lpstr>Use Cases</vt:lpstr>
      <vt:lpstr>Use Cases</vt:lpstr>
      <vt:lpstr>Functional Requirements</vt:lpstr>
      <vt:lpstr>Functional requirements</vt:lpstr>
      <vt:lpstr>Nonfunctional Requirements</vt:lpstr>
      <vt:lpstr>Nonfunctional requirements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2026-02-03T22:11:11Z</dcterms:modified>
</cp:coreProperties>
</file>