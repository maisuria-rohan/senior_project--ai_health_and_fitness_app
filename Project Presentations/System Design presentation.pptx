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2" r:id="rId1"/>
  </p:sldMasterIdLst>
  <p:notesMasterIdLst>
    <p:notesMasterId r:id="rId12"/>
  </p:notesMasterIdLst>
  <p:sldIdLst>
    <p:sldId id="256" r:id="rId2"/>
    <p:sldId id="257" r:id="rId3"/>
    <p:sldId id="258" r:id="rId4"/>
    <p:sldId id="259" r:id="rId5"/>
    <p:sldId id="265" r:id="rId6"/>
    <p:sldId id="266" r:id="rId7"/>
    <p:sldId id="260" r:id="rId8"/>
    <p:sldId id="263" r:id="rId9"/>
    <p:sldId id="264"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FF8"/>
    <a:srgbClr val="EAF4F4"/>
    <a:srgbClr val="CCE3DE"/>
    <a:srgbClr val="0078AE"/>
    <a:srgbClr val="4AA9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95B91-D3CD-E153-0ADA-30BE17F48178}" v="34" dt="2026-02-24T21:57:05.293"/>
    <p1510:client id="{62C70533-98AC-E505-90AE-E7EBAC65D057}" v="410" dt="2026-02-24T06:34:16.585"/>
    <p1510:client id="{7A6BB0C8-0EE4-BFE2-1751-4B25730504EA}" v="159" dt="2026-02-24T20:47:45.098"/>
    <p1510:client id="{C2EF588B-25C7-89B9-D4B3-BC219E49AAAA}" v="403" dt="2026-02-24T22:05:52.469"/>
    <p1510:client id="{F3937561-13FD-BDCC-690B-27ACB79D2A21}" v="16" dt="2026-02-24T05:40:34.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suria, Rohan N" userId="S::maisuriar4725@uhcl.edu::3ba683bb-df3e-4b87-bf69-1e34f6a55894" providerId="AD" clId="Web-{C2EF588B-25C7-89B9-D4B3-BC219E49AAAA}"/>
    <pc:docChg chg="modSld">
      <pc:chgData name="Maisuria, Rohan N" userId="S::maisuriar4725@uhcl.edu::3ba683bb-df3e-4b87-bf69-1e34f6a55894" providerId="AD" clId="Web-{C2EF588B-25C7-89B9-D4B3-BC219E49AAAA}" dt="2026-02-24T22:05:52.469" v="448" actId="20577"/>
      <pc:docMkLst>
        <pc:docMk/>
      </pc:docMkLst>
      <pc:sldChg chg="addSp modSp">
        <pc:chgData name="Maisuria, Rohan N" userId="S::maisuriar4725@uhcl.edu::3ba683bb-df3e-4b87-bf69-1e34f6a55894" providerId="AD" clId="Web-{C2EF588B-25C7-89B9-D4B3-BC219E49AAAA}" dt="2026-02-24T21:58:11.980" v="432" actId="1076"/>
        <pc:sldMkLst>
          <pc:docMk/>
          <pc:sldMk cId="109857222" sldId="256"/>
        </pc:sldMkLst>
        <pc:picChg chg="add mod">
          <ac:chgData name="Maisuria, Rohan N" userId="S::maisuriar4725@uhcl.edu::3ba683bb-df3e-4b87-bf69-1e34f6a55894" providerId="AD" clId="Web-{C2EF588B-25C7-89B9-D4B3-BC219E49AAAA}" dt="2026-02-24T21:58:11.980" v="432" actId="1076"/>
          <ac:picMkLst>
            <pc:docMk/>
            <pc:sldMk cId="109857222" sldId="256"/>
            <ac:picMk id="5" creationId="{D05ECC80-295F-9B94-EF8B-32CE28492806}"/>
          </ac:picMkLst>
        </pc:picChg>
      </pc:sldChg>
      <pc:sldChg chg="modSp">
        <pc:chgData name="Maisuria, Rohan N" userId="S::maisuriar4725@uhcl.edu::3ba683bb-df3e-4b87-bf69-1e34f6a55894" providerId="AD" clId="Web-{C2EF588B-25C7-89B9-D4B3-BC219E49AAAA}" dt="2026-02-24T16:51:56.469" v="15" actId="20577"/>
        <pc:sldMkLst>
          <pc:docMk/>
          <pc:sldMk cId="765195278" sldId="257"/>
        </pc:sldMkLst>
        <pc:spChg chg="mod">
          <ac:chgData name="Maisuria, Rohan N" userId="S::maisuriar4725@uhcl.edu::3ba683bb-df3e-4b87-bf69-1e34f6a55894" providerId="AD" clId="Web-{C2EF588B-25C7-89B9-D4B3-BC219E49AAAA}" dt="2026-02-24T16:51:56.469" v="15" actId="20577"/>
          <ac:spMkLst>
            <pc:docMk/>
            <pc:sldMk cId="765195278" sldId="257"/>
            <ac:spMk id="2" creationId="{69E42AA8-638D-036B-849B-4E5E5E603AE9}"/>
          </ac:spMkLst>
        </pc:spChg>
      </pc:sldChg>
      <pc:sldChg chg="modSp">
        <pc:chgData name="Maisuria, Rohan N" userId="S::maisuriar4725@uhcl.edu::3ba683bb-df3e-4b87-bf69-1e34f6a55894" providerId="AD" clId="Web-{C2EF588B-25C7-89B9-D4B3-BC219E49AAAA}" dt="2026-02-24T16:52:01.032" v="16" actId="20577"/>
        <pc:sldMkLst>
          <pc:docMk/>
          <pc:sldMk cId="559776714" sldId="258"/>
        </pc:sldMkLst>
        <pc:spChg chg="mod">
          <ac:chgData name="Maisuria, Rohan N" userId="S::maisuriar4725@uhcl.edu::3ba683bb-df3e-4b87-bf69-1e34f6a55894" providerId="AD" clId="Web-{C2EF588B-25C7-89B9-D4B3-BC219E49AAAA}" dt="2026-02-24T16:52:01.032" v="16" actId="20577"/>
          <ac:spMkLst>
            <pc:docMk/>
            <pc:sldMk cId="559776714" sldId="258"/>
            <ac:spMk id="2" creationId="{F74FBA82-2D92-83DE-BF41-71863ACB3FD8}"/>
          </ac:spMkLst>
        </pc:spChg>
      </pc:sldChg>
      <pc:sldChg chg="modSp">
        <pc:chgData name="Maisuria, Rohan N" userId="S::maisuriar4725@uhcl.edu::3ba683bb-df3e-4b87-bf69-1e34f6a55894" providerId="AD" clId="Web-{C2EF588B-25C7-89B9-D4B3-BC219E49AAAA}" dt="2026-02-24T16:51:51.797" v="14" actId="20577"/>
        <pc:sldMkLst>
          <pc:docMk/>
          <pc:sldMk cId="725296726" sldId="259"/>
        </pc:sldMkLst>
        <pc:spChg chg="mod">
          <ac:chgData name="Maisuria, Rohan N" userId="S::maisuriar4725@uhcl.edu::3ba683bb-df3e-4b87-bf69-1e34f6a55894" providerId="AD" clId="Web-{C2EF588B-25C7-89B9-D4B3-BC219E49AAAA}" dt="2026-02-24T16:51:51.797" v="14" actId="20577"/>
          <ac:spMkLst>
            <pc:docMk/>
            <pc:sldMk cId="725296726" sldId="259"/>
            <ac:spMk id="2" creationId="{F3ADEC2E-ADB9-DA67-840A-D73A406D7854}"/>
          </ac:spMkLst>
        </pc:spChg>
      </pc:sldChg>
      <pc:sldChg chg="addSp delSp modSp">
        <pc:chgData name="Maisuria, Rohan N" userId="S::maisuriar4725@uhcl.edu::3ba683bb-df3e-4b87-bf69-1e34f6a55894" providerId="AD" clId="Web-{C2EF588B-25C7-89B9-D4B3-BC219E49AAAA}" dt="2026-02-24T22:05:52.469" v="448" actId="20577"/>
        <pc:sldMkLst>
          <pc:docMk/>
          <pc:sldMk cId="3738950342" sldId="260"/>
        </pc:sldMkLst>
        <pc:spChg chg="mod">
          <ac:chgData name="Maisuria, Rohan N" userId="S::maisuriar4725@uhcl.edu::3ba683bb-df3e-4b87-bf69-1e34f6a55894" providerId="AD" clId="Web-{C2EF588B-25C7-89B9-D4B3-BC219E49AAAA}" dt="2026-02-24T17:17:34.517" v="318" actId="14100"/>
          <ac:spMkLst>
            <pc:docMk/>
            <pc:sldMk cId="3738950342" sldId="260"/>
            <ac:spMk id="2" creationId="{E76A9C3C-08AA-6B9E-087D-8D1C47F4B824}"/>
          </ac:spMkLst>
        </pc:spChg>
        <pc:spChg chg="add del mod">
          <ac:chgData name="Maisuria, Rohan N" userId="S::maisuriar4725@uhcl.edu::3ba683bb-df3e-4b87-bf69-1e34f6a55894" providerId="AD" clId="Web-{C2EF588B-25C7-89B9-D4B3-BC219E49AAAA}" dt="2026-02-24T22:05:52.469" v="448" actId="20577"/>
          <ac:spMkLst>
            <pc:docMk/>
            <pc:sldMk cId="3738950342" sldId="260"/>
            <ac:spMk id="3" creationId="{414C0BEF-74F6-DBF7-0930-61477D7546A8}"/>
          </ac:spMkLst>
        </pc:spChg>
        <pc:spChg chg="add del mod">
          <ac:chgData name="Maisuria, Rohan N" userId="S::maisuriar4725@uhcl.edu::3ba683bb-df3e-4b87-bf69-1e34f6a55894" providerId="AD" clId="Web-{C2EF588B-25C7-89B9-D4B3-BC219E49AAAA}" dt="2026-02-24T17:16:30.251" v="307"/>
          <ac:spMkLst>
            <pc:docMk/>
            <pc:sldMk cId="3738950342" sldId="260"/>
            <ac:spMk id="6" creationId="{05641DE5-28A0-6061-B2F9-CBB04D2946E9}"/>
          </ac:spMkLst>
        </pc:spChg>
        <pc:picChg chg="mod modCrop">
          <ac:chgData name="Maisuria, Rohan N" userId="S::maisuriar4725@uhcl.edu::3ba683bb-df3e-4b87-bf69-1e34f6a55894" providerId="AD" clId="Web-{C2EF588B-25C7-89B9-D4B3-BC219E49AAAA}" dt="2026-02-24T17:21:25.443" v="344" actId="1076"/>
          <ac:picMkLst>
            <pc:docMk/>
            <pc:sldMk cId="3738950342" sldId="260"/>
            <ac:picMk id="4" creationId="{8F9322B9-1C3A-9CA5-0D77-2A6DFFD67A53}"/>
          </ac:picMkLst>
        </pc:picChg>
      </pc:sldChg>
      <pc:sldChg chg="modSp">
        <pc:chgData name="Maisuria, Rohan N" userId="S::maisuriar4725@uhcl.edu::3ba683bb-df3e-4b87-bf69-1e34f6a55894" providerId="AD" clId="Web-{C2EF588B-25C7-89B9-D4B3-BC219E49AAAA}" dt="2026-02-24T16:52:15.923" v="18" actId="20577"/>
        <pc:sldMkLst>
          <pc:docMk/>
          <pc:sldMk cId="990714295" sldId="261"/>
        </pc:sldMkLst>
        <pc:spChg chg="mod">
          <ac:chgData name="Maisuria, Rohan N" userId="S::maisuriar4725@uhcl.edu::3ba683bb-df3e-4b87-bf69-1e34f6a55894" providerId="AD" clId="Web-{C2EF588B-25C7-89B9-D4B3-BC219E49AAAA}" dt="2026-02-24T16:52:15.923" v="18" actId="20577"/>
          <ac:spMkLst>
            <pc:docMk/>
            <pc:sldMk cId="990714295" sldId="261"/>
            <ac:spMk id="2" creationId="{66AAD7FD-7819-F097-C28F-DDAF28E0AAAF}"/>
          </ac:spMkLst>
        </pc:spChg>
      </pc:sldChg>
      <pc:sldChg chg="modSp">
        <pc:chgData name="Maisuria, Rohan N" userId="S::maisuriar4725@uhcl.edu::3ba683bb-df3e-4b87-bf69-1e34f6a55894" providerId="AD" clId="Web-{C2EF588B-25C7-89B9-D4B3-BC219E49AAAA}" dt="2026-02-24T16:51:40.016" v="11" actId="20577"/>
        <pc:sldMkLst>
          <pc:docMk/>
          <pc:sldMk cId="2020600787" sldId="263"/>
        </pc:sldMkLst>
        <pc:spChg chg="mod">
          <ac:chgData name="Maisuria, Rohan N" userId="S::maisuriar4725@uhcl.edu::3ba683bb-df3e-4b87-bf69-1e34f6a55894" providerId="AD" clId="Web-{C2EF588B-25C7-89B9-D4B3-BC219E49AAAA}" dt="2026-02-24T16:51:40.016" v="11" actId="20577"/>
          <ac:spMkLst>
            <pc:docMk/>
            <pc:sldMk cId="2020600787" sldId="263"/>
            <ac:spMk id="2" creationId="{8B090120-16F9-CD9D-ABE0-1CA480232B19}"/>
          </ac:spMkLst>
        </pc:spChg>
      </pc:sldChg>
      <pc:sldChg chg="modSp">
        <pc:chgData name="Maisuria, Rohan N" userId="S::maisuriar4725@uhcl.edu::3ba683bb-df3e-4b87-bf69-1e34f6a55894" providerId="AD" clId="Web-{C2EF588B-25C7-89B9-D4B3-BC219E49AAAA}" dt="2026-02-24T16:52:11.298" v="17" actId="20577"/>
        <pc:sldMkLst>
          <pc:docMk/>
          <pc:sldMk cId="2735811824" sldId="264"/>
        </pc:sldMkLst>
        <pc:spChg chg="mod">
          <ac:chgData name="Maisuria, Rohan N" userId="S::maisuriar4725@uhcl.edu::3ba683bb-df3e-4b87-bf69-1e34f6a55894" providerId="AD" clId="Web-{C2EF588B-25C7-89B9-D4B3-BC219E49AAAA}" dt="2026-02-24T16:52:11.298" v="17" actId="20577"/>
          <ac:spMkLst>
            <pc:docMk/>
            <pc:sldMk cId="2735811824" sldId="264"/>
            <ac:spMk id="2" creationId="{FDD7FE93-9524-7042-ECA6-E4BC3C575F2C}"/>
          </ac:spMkLst>
        </pc:spChg>
      </pc:sldChg>
      <pc:sldChg chg="modSp">
        <pc:chgData name="Maisuria, Rohan N" userId="S::maisuriar4725@uhcl.edu::3ba683bb-df3e-4b87-bf69-1e34f6a55894" providerId="AD" clId="Web-{C2EF588B-25C7-89B9-D4B3-BC219E49AAAA}" dt="2026-02-24T16:51:48.391" v="13" actId="20577"/>
        <pc:sldMkLst>
          <pc:docMk/>
          <pc:sldMk cId="864878225" sldId="265"/>
        </pc:sldMkLst>
        <pc:spChg chg="mod">
          <ac:chgData name="Maisuria, Rohan N" userId="S::maisuriar4725@uhcl.edu::3ba683bb-df3e-4b87-bf69-1e34f6a55894" providerId="AD" clId="Web-{C2EF588B-25C7-89B9-D4B3-BC219E49AAAA}" dt="2026-02-24T16:51:48.391" v="13" actId="20577"/>
          <ac:spMkLst>
            <pc:docMk/>
            <pc:sldMk cId="864878225" sldId="265"/>
            <ac:spMk id="2" creationId="{0B7774FF-6701-C135-B39F-4DA231CB6DB0}"/>
          </ac:spMkLst>
        </pc:spChg>
      </pc:sldChg>
      <pc:sldChg chg="modSp">
        <pc:chgData name="Maisuria, Rohan N" userId="S::maisuriar4725@uhcl.edu::3ba683bb-df3e-4b87-bf69-1e34f6a55894" providerId="AD" clId="Web-{C2EF588B-25C7-89B9-D4B3-BC219E49AAAA}" dt="2026-02-24T16:51:45.641" v="12" actId="20577"/>
        <pc:sldMkLst>
          <pc:docMk/>
          <pc:sldMk cId="1272380511" sldId="266"/>
        </pc:sldMkLst>
        <pc:spChg chg="mod">
          <ac:chgData name="Maisuria, Rohan N" userId="S::maisuriar4725@uhcl.edu::3ba683bb-df3e-4b87-bf69-1e34f6a55894" providerId="AD" clId="Web-{C2EF588B-25C7-89B9-D4B3-BC219E49AAAA}" dt="2026-02-24T16:51:45.641" v="12" actId="20577"/>
          <ac:spMkLst>
            <pc:docMk/>
            <pc:sldMk cId="1272380511" sldId="266"/>
            <ac:spMk id="2" creationId="{7F171FBF-4189-88BF-E9F5-4A2E9C826530}"/>
          </ac:spMkLst>
        </pc:spChg>
      </pc:sldChg>
    </pc:docChg>
  </pc:docChgLst>
  <pc:docChgLst>
    <pc:chgData clId="Web-{89A09A85-FA5E-EC64-43A2-04B4C1663A6E}"/>
    <pc:docChg chg="modSld">
      <pc:chgData name="" userId="" providerId="" clId="Web-{89A09A85-FA5E-EC64-43A2-04B4C1663A6E}" dt="2026-02-15T23:49:24.742" v="3" actId="20577"/>
      <pc:docMkLst>
        <pc:docMk/>
      </pc:docMkLst>
      <pc:sldChg chg="modSp">
        <pc:chgData name="" userId="" providerId="" clId="Web-{89A09A85-FA5E-EC64-43A2-04B4C1663A6E}" dt="2026-02-15T23:49:24.742" v="3" actId="20577"/>
        <pc:sldMkLst>
          <pc:docMk/>
          <pc:sldMk cId="109857222" sldId="256"/>
        </pc:sldMkLst>
        <pc:spChg chg="mod">
          <ac:chgData name="" userId="" providerId="" clId="Web-{89A09A85-FA5E-EC64-43A2-04B4C1663A6E}" dt="2026-02-15T23:49:24.742" v="3" actId="20577"/>
          <ac:spMkLst>
            <pc:docMk/>
            <pc:sldMk cId="109857222" sldId="256"/>
            <ac:spMk id="2" creationId="{00000000-0000-0000-0000-000000000000}"/>
          </ac:spMkLst>
        </pc:spChg>
      </pc:sldChg>
    </pc:docChg>
  </pc:docChgLst>
  <pc:docChgLst>
    <pc:chgData name="Zapata, Edsson Romario" userId="S::zapatae9574@uhcl.edu::5199caf6-7db2-42f0-91d5-2c028ed5d3d9" providerId="AD" clId="Web-{7A6BB0C8-0EE4-BFE2-1751-4B25730504EA}"/>
    <pc:docChg chg="modSld">
      <pc:chgData name="Zapata, Edsson Romario" userId="S::zapatae9574@uhcl.edu::5199caf6-7db2-42f0-91d5-2c028ed5d3d9" providerId="AD" clId="Web-{7A6BB0C8-0EE4-BFE2-1751-4B25730504EA}" dt="2026-02-24T20:47:45.098" v="158" actId="20577"/>
      <pc:docMkLst>
        <pc:docMk/>
      </pc:docMkLst>
      <pc:sldChg chg="modSp">
        <pc:chgData name="Zapata, Edsson Romario" userId="S::zapatae9574@uhcl.edu::5199caf6-7db2-42f0-91d5-2c028ed5d3d9" providerId="AD" clId="Web-{7A6BB0C8-0EE4-BFE2-1751-4B25730504EA}" dt="2026-02-24T20:47:45.098" v="158" actId="20577"/>
        <pc:sldMkLst>
          <pc:docMk/>
          <pc:sldMk cId="990714295" sldId="261"/>
        </pc:sldMkLst>
        <pc:spChg chg="mod">
          <ac:chgData name="Zapata, Edsson Romario" userId="S::zapatae9574@uhcl.edu::5199caf6-7db2-42f0-91d5-2c028ed5d3d9" providerId="AD" clId="Web-{7A6BB0C8-0EE4-BFE2-1751-4B25730504EA}" dt="2026-02-24T20:47:45.098" v="158" actId="20577"/>
          <ac:spMkLst>
            <pc:docMk/>
            <pc:sldMk cId="990714295" sldId="261"/>
            <ac:spMk id="3" creationId="{537C3317-6855-C065-7D87-B32803EBF4ED}"/>
          </ac:spMkLst>
        </pc:spChg>
      </pc:sldChg>
    </pc:docChg>
  </pc:docChgLst>
  <pc:docChgLst>
    <pc:chgData name="Saragadam, Charan Sai" userId="S::saragadamc0904@uhcl.edu::3d7ac467-ea13-4f3a-9396-799bf767b280" providerId="AD" clId="Web-{F3937561-13FD-BDCC-690B-27ACB79D2A21}"/>
    <pc:docChg chg="modSld">
      <pc:chgData name="Saragadam, Charan Sai" userId="S::saragadamc0904@uhcl.edu::3d7ac467-ea13-4f3a-9396-799bf767b280" providerId="AD" clId="Web-{F3937561-13FD-BDCC-690B-27ACB79D2A21}" dt="2026-02-24T05:40:34.738" v="13" actId="1076"/>
      <pc:docMkLst>
        <pc:docMk/>
      </pc:docMkLst>
      <pc:sldChg chg="modSp">
        <pc:chgData name="Saragadam, Charan Sai" userId="S::saragadamc0904@uhcl.edu::3d7ac467-ea13-4f3a-9396-799bf767b280" providerId="AD" clId="Web-{F3937561-13FD-BDCC-690B-27ACB79D2A21}" dt="2026-02-24T05:40:34.738" v="13" actId="1076"/>
        <pc:sldMkLst>
          <pc:docMk/>
          <pc:sldMk cId="109857222" sldId="256"/>
        </pc:sldMkLst>
        <pc:spChg chg="mod">
          <ac:chgData name="Saragadam, Charan Sai" userId="S::saragadamc0904@uhcl.edu::3d7ac467-ea13-4f3a-9396-799bf767b280" providerId="AD" clId="Web-{F3937561-13FD-BDCC-690B-27ACB79D2A21}" dt="2026-02-24T05:36:46.547" v="8" actId="20577"/>
          <ac:spMkLst>
            <pc:docMk/>
            <pc:sldMk cId="109857222" sldId="256"/>
            <ac:spMk id="2" creationId="{00000000-0000-0000-0000-000000000000}"/>
          </ac:spMkLst>
        </pc:spChg>
        <pc:spChg chg="mod">
          <ac:chgData name="Saragadam, Charan Sai" userId="S::saragadamc0904@uhcl.edu::3d7ac467-ea13-4f3a-9396-799bf767b280" providerId="AD" clId="Web-{F3937561-13FD-BDCC-690B-27ACB79D2A21}" dt="2026-02-24T05:40:34.738" v="13" actId="1076"/>
          <ac:spMkLst>
            <pc:docMk/>
            <pc:sldMk cId="109857222" sldId="256"/>
            <ac:spMk id="3" creationId="{00000000-0000-0000-0000-000000000000}"/>
          </ac:spMkLst>
        </pc:spChg>
        <pc:spChg chg="mod">
          <ac:chgData name="Saragadam, Charan Sai" userId="S::saragadamc0904@uhcl.edu::3d7ac467-ea13-4f3a-9396-799bf767b280" providerId="AD" clId="Web-{F3937561-13FD-BDCC-690B-27ACB79D2A21}" dt="2026-02-24T05:40:21.753" v="10" actId="20577"/>
          <ac:spMkLst>
            <pc:docMk/>
            <pc:sldMk cId="109857222" sldId="256"/>
            <ac:spMk id="4" creationId="{A1037399-8173-B8E0-1CAB-02E4155F2A7F}"/>
          </ac:spMkLst>
        </pc:spChg>
      </pc:sldChg>
    </pc:docChg>
  </pc:docChgLst>
  <pc:docChgLst>
    <pc:chgData name="Varela, Trinity A" userId="S::varelat1472@uhcl.edu::8e774b34-1373-4562-a2c8-7841e1a65b4d" providerId="AD" clId="Web-{B784BEEC-3272-625D-18B4-B7134211D3AB}"/>
    <pc:docChg chg="modSld">
      <pc:chgData name="Varela, Trinity A" userId="S::varelat1472@uhcl.edu::8e774b34-1373-4562-a2c8-7841e1a65b4d" providerId="AD" clId="Web-{B784BEEC-3272-625D-18B4-B7134211D3AB}" dt="2026-02-24T23:24:51.713" v="31"/>
      <pc:docMkLst>
        <pc:docMk/>
      </pc:docMkLst>
      <pc:sldChg chg="modNotes">
        <pc:chgData name="Varela, Trinity A" userId="S::varelat1472@uhcl.edu::8e774b34-1373-4562-a2c8-7841e1a65b4d" providerId="AD" clId="Web-{B784BEEC-3272-625D-18B4-B7134211D3AB}" dt="2026-02-24T23:24:51.713" v="31"/>
        <pc:sldMkLst>
          <pc:docMk/>
          <pc:sldMk cId="2020600787" sldId="263"/>
        </pc:sldMkLst>
      </pc:sldChg>
    </pc:docChg>
  </pc:docChgLst>
  <pc:docChgLst>
    <pc:chgData name="Saragadam, Charan Sai" userId="S::saragadamc0904@uhcl.edu::3d7ac467-ea13-4f3a-9396-799bf767b280" providerId="AD" clId="Web-{62C70533-98AC-E505-90AE-E7EBAC65D057}"/>
    <pc:docChg chg="mod addSld delSld modSld addMainMaster delMainMaster">
      <pc:chgData name="Saragadam, Charan Sai" userId="S::saragadamc0904@uhcl.edu::3d7ac467-ea13-4f3a-9396-799bf767b280" providerId="AD" clId="Web-{62C70533-98AC-E505-90AE-E7EBAC65D057}" dt="2026-02-24T06:34:16.585" v="397" actId="20577"/>
      <pc:docMkLst>
        <pc:docMk/>
      </pc:docMkLst>
      <pc:sldChg chg="modSp mod modClrScheme chgLayout">
        <pc:chgData name="Saragadam, Charan Sai" userId="S::saragadamc0904@uhcl.edu::3d7ac467-ea13-4f3a-9396-799bf767b280" providerId="AD" clId="Web-{62C70533-98AC-E505-90AE-E7EBAC65D057}" dt="2026-02-24T05:59:28.661" v="46"/>
        <pc:sldMkLst>
          <pc:docMk/>
          <pc:sldMk cId="109857222" sldId="256"/>
        </pc:sldMkLst>
        <pc:spChg chg="mod ord">
          <ac:chgData name="Saragadam, Charan Sai" userId="S::saragadamc0904@uhcl.edu::3d7ac467-ea13-4f3a-9396-799bf767b280" providerId="AD" clId="Web-{62C70533-98AC-E505-90AE-E7EBAC65D057}" dt="2026-02-24T05:59:28.661" v="46"/>
          <ac:spMkLst>
            <pc:docMk/>
            <pc:sldMk cId="109857222" sldId="256"/>
            <ac:spMk id="2" creationId="{00000000-0000-0000-0000-000000000000}"/>
          </ac:spMkLst>
        </pc:spChg>
        <pc:spChg chg="mod ord">
          <ac:chgData name="Saragadam, Charan Sai" userId="S::saragadamc0904@uhcl.edu::3d7ac467-ea13-4f3a-9396-799bf767b280" providerId="AD" clId="Web-{62C70533-98AC-E505-90AE-E7EBAC65D057}" dt="2026-02-24T05:59:28.661" v="46"/>
          <ac:spMkLst>
            <pc:docMk/>
            <pc:sldMk cId="109857222" sldId="256"/>
            <ac:spMk id="3" creationId="{00000000-0000-0000-0000-000000000000}"/>
          </ac:spMkLst>
        </pc:spChg>
      </pc:sldChg>
      <pc:sldChg chg="modSp mod modClrScheme chgLayout">
        <pc:chgData name="Saragadam, Charan Sai" userId="S::saragadamc0904@uhcl.edu::3d7ac467-ea13-4f3a-9396-799bf767b280" providerId="AD" clId="Web-{62C70533-98AC-E505-90AE-E7EBAC65D057}" dt="2026-02-24T06:34:16.585" v="397" actId="20577"/>
        <pc:sldMkLst>
          <pc:docMk/>
          <pc:sldMk cId="765195278" sldId="257"/>
        </pc:sldMkLst>
        <pc:spChg chg="mod ord">
          <ac:chgData name="Saragadam, Charan Sai" userId="S::saragadamc0904@uhcl.edu::3d7ac467-ea13-4f3a-9396-799bf767b280" providerId="AD" clId="Web-{62C70533-98AC-E505-90AE-E7EBAC65D057}" dt="2026-02-24T05:59:28.661" v="46"/>
          <ac:spMkLst>
            <pc:docMk/>
            <pc:sldMk cId="765195278" sldId="257"/>
            <ac:spMk id="2" creationId="{69E42AA8-638D-036B-849B-4E5E5E603AE9}"/>
          </ac:spMkLst>
        </pc:spChg>
        <pc:spChg chg="mod ord">
          <ac:chgData name="Saragadam, Charan Sai" userId="S::saragadamc0904@uhcl.edu::3d7ac467-ea13-4f3a-9396-799bf767b280" providerId="AD" clId="Web-{62C70533-98AC-E505-90AE-E7EBAC65D057}" dt="2026-02-24T06:34:16.585" v="397" actId="20577"/>
          <ac:spMkLst>
            <pc:docMk/>
            <pc:sldMk cId="765195278" sldId="257"/>
            <ac:spMk id="3" creationId="{31DD8538-BED6-A082-0FD5-69902FF56F48}"/>
          </ac:spMkLst>
        </pc:spChg>
      </pc:sldChg>
      <pc:sldChg chg="modSp mod modClrScheme chgLayout">
        <pc:chgData name="Saragadam, Charan Sai" userId="S::saragadamc0904@uhcl.edu::3d7ac467-ea13-4f3a-9396-799bf767b280" providerId="AD" clId="Web-{62C70533-98AC-E505-90AE-E7EBAC65D057}" dt="2026-02-24T06:07:01.659" v="154" actId="20577"/>
        <pc:sldMkLst>
          <pc:docMk/>
          <pc:sldMk cId="559776714" sldId="258"/>
        </pc:sldMkLst>
        <pc:spChg chg="mod ord">
          <ac:chgData name="Saragadam, Charan Sai" userId="S::saragadamc0904@uhcl.edu::3d7ac467-ea13-4f3a-9396-799bf767b280" providerId="AD" clId="Web-{62C70533-98AC-E505-90AE-E7EBAC65D057}" dt="2026-02-24T05:59:28.661" v="46"/>
          <ac:spMkLst>
            <pc:docMk/>
            <pc:sldMk cId="559776714" sldId="258"/>
            <ac:spMk id="2" creationId="{F74FBA82-2D92-83DE-BF41-71863ACB3FD8}"/>
          </ac:spMkLst>
        </pc:spChg>
        <pc:spChg chg="mod ord">
          <ac:chgData name="Saragadam, Charan Sai" userId="S::saragadamc0904@uhcl.edu::3d7ac467-ea13-4f3a-9396-799bf767b280" providerId="AD" clId="Web-{62C70533-98AC-E505-90AE-E7EBAC65D057}" dt="2026-02-24T06:07:01.659" v="154" actId="20577"/>
          <ac:spMkLst>
            <pc:docMk/>
            <pc:sldMk cId="559776714" sldId="258"/>
            <ac:spMk id="3" creationId="{912EC0AB-13F7-AE80-B2FC-D9FB21B6077E}"/>
          </ac:spMkLst>
        </pc:spChg>
      </pc:sldChg>
      <pc:sldChg chg="addSp modSp mod setBg modClrScheme chgLayout">
        <pc:chgData name="Saragadam, Charan Sai" userId="S::saragadamc0904@uhcl.edu::3d7ac467-ea13-4f3a-9396-799bf767b280" providerId="AD" clId="Web-{62C70533-98AC-E505-90AE-E7EBAC65D057}" dt="2026-02-24T06:10:45.861" v="291" actId="20577"/>
        <pc:sldMkLst>
          <pc:docMk/>
          <pc:sldMk cId="725296726" sldId="259"/>
        </pc:sldMkLst>
        <pc:spChg chg="mod ord">
          <ac:chgData name="Saragadam, Charan Sai" userId="S::saragadamc0904@uhcl.edu::3d7ac467-ea13-4f3a-9396-799bf767b280" providerId="AD" clId="Web-{62C70533-98AC-E505-90AE-E7EBAC65D057}" dt="2026-02-24T06:10:45.861" v="291" actId="20577"/>
          <ac:spMkLst>
            <pc:docMk/>
            <pc:sldMk cId="725296726" sldId="259"/>
            <ac:spMk id="2" creationId="{F3ADEC2E-ADB9-DA67-840A-D73A406D7854}"/>
          </ac:spMkLst>
        </pc:spChg>
        <pc:spChg chg="mod ord">
          <ac:chgData name="Saragadam, Charan Sai" userId="S::saragadamc0904@uhcl.edu::3d7ac467-ea13-4f3a-9396-799bf767b280" providerId="AD" clId="Web-{62C70533-98AC-E505-90AE-E7EBAC65D057}" dt="2026-02-24T06:10:39.314" v="290" actId="20577"/>
          <ac:spMkLst>
            <pc:docMk/>
            <pc:sldMk cId="725296726" sldId="259"/>
            <ac:spMk id="3" creationId="{73014F7A-FBFE-FA65-5766-849666B1E2AD}"/>
          </ac:spMkLst>
        </pc:spChg>
        <pc:spChg chg="add mod">
          <ac:chgData name="Saragadam, Charan Sai" userId="S::saragadamc0904@uhcl.edu::3d7ac467-ea13-4f3a-9396-799bf767b280" providerId="AD" clId="Web-{62C70533-98AC-E505-90AE-E7EBAC65D057}" dt="2026-02-24T06:09:53.580" v="285"/>
          <ac:spMkLst>
            <pc:docMk/>
            <pc:sldMk cId="725296726" sldId="259"/>
            <ac:spMk id="9" creationId="{1D23520F-1C6F-BB80-DE5A-19AB0844E666}"/>
          </ac:spMkLst>
        </pc:spChg>
        <pc:spChg chg="add mod">
          <ac:chgData name="Saragadam, Charan Sai" userId="S::saragadamc0904@uhcl.edu::3d7ac467-ea13-4f3a-9396-799bf767b280" providerId="AD" clId="Web-{62C70533-98AC-E505-90AE-E7EBAC65D057}" dt="2026-02-24T06:09:53.580" v="285"/>
          <ac:spMkLst>
            <pc:docMk/>
            <pc:sldMk cId="725296726" sldId="259"/>
            <ac:spMk id="11" creationId="{CFEA8241-C1D8-BC1F-11CC-3DE837A3049A}"/>
          </ac:spMkLst>
        </pc:spChg>
        <pc:spChg chg="add mod">
          <ac:chgData name="Saragadam, Charan Sai" userId="S::saragadamc0904@uhcl.edu::3d7ac467-ea13-4f3a-9396-799bf767b280" providerId="AD" clId="Web-{62C70533-98AC-E505-90AE-E7EBAC65D057}" dt="2026-02-24T06:09:53.580" v="285"/>
          <ac:spMkLst>
            <pc:docMk/>
            <pc:sldMk cId="725296726" sldId="259"/>
            <ac:spMk id="13" creationId="{79A04C21-5783-597D-D00C-B85EB0455E35}"/>
          </ac:spMkLst>
        </pc:spChg>
        <pc:picChg chg="add mod">
          <ac:chgData name="Saragadam, Charan Sai" userId="S::saragadamc0904@uhcl.edu::3d7ac467-ea13-4f3a-9396-799bf767b280" providerId="AD" clId="Web-{62C70533-98AC-E505-90AE-E7EBAC65D057}" dt="2026-02-24T06:10:25.658" v="287"/>
          <ac:picMkLst>
            <pc:docMk/>
            <pc:sldMk cId="725296726" sldId="259"/>
            <ac:picMk id="4" creationId="{BD5BC567-DA6B-02BF-8650-15C159DC380A}"/>
          </ac:picMkLst>
        </pc:picChg>
      </pc:sldChg>
      <pc:sldChg chg="addSp modSp mod setBg modClrScheme chgLayout">
        <pc:chgData name="Saragadam, Charan Sai" userId="S::saragadamc0904@uhcl.edu::3d7ac467-ea13-4f3a-9396-799bf767b280" providerId="AD" clId="Web-{62C70533-98AC-E505-90AE-E7EBAC65D057}" dt="2026-02-24T06:33:08.617" v="390"/>
        <pc:sldMkLst>
          <pc:docMk/>
          <pc:sldMk cId="3738950342" sldId="260"/>
        </pc:sldMkLst>
        <pc:spChg chg="mod ord">
          <ac:chgData name="Saragadam, Charan Sai" userId="S::saragadamc0904@uhcl.edu::3d7ac467-ea13-4f3a-9396-799bf767b280" providerId="AD" clId="Web-{62C70533-98AC-E505-90AE-E7EBAC65D057}" dt="2026-02-24T06:21:46.289" v="313"/>
          <ac:spMkLst>
            <pc:docMk/>
            <pc:sldMk cId="3738950342" sldId="260"/>
            <ac:spMk id="2" creationId="{E76A9C3C-08AA-6B9E-087D-8D1C47F4B824}"/>
          </ac:spMkLst>
        </pc:spChg>
        <pc:spChg chg="mod ord">
          <ac:chgData name="Saragadam, Charan Sai" userId="S::saragadamc0904@uhcl.edu::3d7ac467-ea13-4f3a-9396-799bf767b280" providerId="AD" clId="Web-{62C70533-98AC-E505-90AE-E7EBAC65D057}" dt="2026-02-24T06:21:46.289" v="313"/>
          <ac:spMkLst>
            <pc:docMk/>
            <pc:sldMk cId="3738950342" sldId="260"/>
            <ac:spMk id="3" creationId="{414C0BEF-74F6-DBF7-0930-61477D7546A8}"/>
          </ac:spMkLst>
        </pc:spChg>
        <pc:spChg chg="add mod">
          <ac:chgData name="Saragadam, Charan Sai" userId="S::saragadamc0904@uhcl.edu::3d7ac467-ea13-4f3a-9396-799bf767b280" providerId="AD" clId="Web-{62C70533-98AC-E505-90AE-E7EBAC65D057}" dt="2026-02-24T06:21:46.289" v="313"/>
          <ac:spMkLst>
            <pc:docMk/>
            <pc:sldMk cId="3738950342" sldId="260"/>
            <ac:spMk id="9" creationId="{54070B7A-6E2D-C505-AE92-A68E0C002ED1}"/>
          </ac:spMkLst>
        </pc:spChg>
        <pc:spChg chg="add mod">
          <ac:chgData name="Saragadam, Charan Sai" userId="S::saragadamc0904@uhcl.edu::3d7ac467-ea13-4f3a-9396-799bf767b280" providerId="AD" clId="Web-{62C70533-98AC-E505-90AE-E7EBAC65D057}" dt="2026-02-24T06:21:46.289" v="313"/>
          <ac:spMkLst>
            <pc:docMk/>
            <pc:sldMk cId="3738950342" sldId="260"/>
            <ac:spMk id="11" creationId="{29FBE387-4CC2-A41C-FF51-D20D4002999F}"/>
          </ac:spMkLst>
        </pc:spChg>
        <pc:spChg chg="add mod">
          <ac:chgData name="Saragadam, Charan Sai" userId="S::saragadamc0904@uhcl.edu::3d7ac467-ea13-4f3a-9396-799bf767b280" providerId="AD" clId="Web-{62C70533-98AC-E505-90AE-E7EBAC65D057}" dt="2026-02-24T06:21:46.289" v="313"/>
          <ac:spMkLst>
            <pc:docMk/>
            <pc:sldMk cId="3738950342" sldId="260"/>
            <ac:spMk id="13" creationId="{24A611E8-040B-71E5-09DB-767B6320A3FC}"/>
          </ac:spMkLst>
        </pc:spChg>
        <pc:picChg chg="add mod">
          <ac:chgData name="Saragadam, Charan Sai" userId="S::saragadamc0904@uhcl.edu::3d7ac467-ea13-4f3a-9396-799bf767b280" providerId="AD" clId="Web-{62C70533-98AC-E505-90AE-E7EBAC65D057}" dt="2026-02-24T06:21:46.289" v="313"/>
          <ac:picMkLst>
            <pc:docMk/>
            <pc:sldMk cId="3738950342" sldId="260"/>
            <ac:picMk id="4" creationId="{8F9322B9-1C3A-9CA5-0D77-2A6DFFD67A53}"/>
          </ac:picMkLst>
        </pc:picChg>
      </pc:sldChg>
      <pc:sldChg chg="modSp mod setBg modClrScheme chgLayout">
        <pc:chgData name="Saragadam, Charan Sai" userId="S::saragadamc0904@uhcl.edu::3d7ac467-ea13-4f3a-9396-799bf767b280" providerId="AD" clId="Web-{62C70533-98AC-E505-90AE-E7EBAC65D057}" dt="2026-02-24T06:33:58.820" v="394"/>
        <pc:sldMkLst>
          <pc:docMk/>
          <pc:sldMk cId="990714295" sldId="261"/>
        </pc:sldMkLst>
        <pc:spChg chg="mod ord">
          <ac:chgData name="Saragadam, Charan Sai" userId="S::saragadamc0904@uhcl.edu::3d7ac467-ea13-4f3a-9396-799bf767b280" providerId="AD" clId="Web-{62C70533-98AC-E505-90AE-E7EBAC65D057}" dt="2026-02-24T05:59:28.661" v="46"/>
          <ac:spMkLst>
            <pc:docMk/>
            <pc:sldMk cId="990714295" sldId="261"/>
            <ac:spMk id="2" creationId="{66AAD7FD-7819-F097-C28F-DDAF28E0AAAF}"/>
          </ac:spMkLst>
        </pc:spChg>
        <pc:spChg chg="mod ord">
          <ac:chgData name="Saragadam, Charan Sai" userId="S::saragadamc0904@uhcl.edu::3d7ac467-ea13-4f3a-9396-799bf767b280" providerId="AD" clId="Web-{62C70533-98AC-E505-90AE-E7EBAC65D057}" dt="2026-02-24T06:32:35.101" v="388" actId="20577"/>
          <ac:spMkLst>
            <pc:docMk/>
            <pc:sldMk cId="990714295" sldId="261"/>
            <ac:spMk id="3" creationId="{537C3317-6855-C065-7D87-B32803EBF4ED}"/>
          </ac:spMkLst>
        </pc:spChg>
      </pc:sldChg>
      <pc:sldChg chg="modSp del mod setBg modClrScheme chgLayout">
        <pc:chgData name="Saragadam, Charan Sai" userId="S::saragadamc0904@uhcl.edu::3d7ac467-ea13-4f3a-9396-799bf767b280" providerId="AD" clId="Web-{62C70533-98AC-E505-90AE-E7EBAC65D057}" dt="2026-02-24T06:33:16.336" v="391"/>
        <pc:sldMkLst>
          <pc:docMk/>
          <pc:sldMk cId="592034796" sldId="262"/>
        </pc:sldMkLst>
        <pc:spChg chg="mod ord">
          <ac:chgData name="Saragadam, Charan Sai" userId="S::saragadamc0904@uhcl.edu::3d7ac467-ea13-4f3a-9396-799bf767b280" providerId="AD" clId="Web-{62C70533-98AC-E505-90AE-E7EBAC65D057}" dt="2026-02-24T05:59:28.661" v="46"/>
          <ac:spMkLst>
            <pc:docMk/>
            <pc:sldMk cId="592034796" sldId="262"/>
            <ac:spMk id="2" creationId="{CAF7A850-044F-58E0-869E-BC09FBF1A1FA}"/>
          </ac:spMkLst>
        </pc:spChg>
        <pc:spChg chg="mod ord">
          <ac:chgData name="Saragadam, Charan Sai" userId="S::saragadamc0904@uhcl.edu::3d7ac467-ea13-4f3a-9396-799bf767b280" providerId="AD" clId="Web-{62C70533-98AC-E505-90AE-E7EBAC65D057}" dt="2026-02-24T05:59:28.661" v="46"/>
          <ac:spMkLst>
            <pc:docMk/>
            <pc:sldMk cId="592034796" sldId="262"/>
            <ac:spMk id="3" creationId="{301E5C80-FFF0-92B2-A546-517BEAC9C1D7}"/>
          </ac:spMkLst>
        </pc:spChg>
      </pc:sldChg>
      <pc:sldChg chg="addSp modSp mod setBg modClrScheme chgLayout">
        <pc:chgData name="Saragadam, Charan Sai" userId="S::saragadamc0904@uhcl.edu::3d7ac467-ea13-4f3a-9396-799bf767b280" providerId="AD" clId="Web-{62C70533-98AC-E505-90AE-E7EBAC65D057}" dt="2026-02-24T06:33:33.539" v="392"/>
        <pc:sldMkLst>
          <pc:docMk/>
          <pc:sldMk cId="2020600787" sldId="263"/>
        </pc:sldMkLst>
        <pc:spChg chg="mod ord">
          <ac:chgData name="Saragadam, Charan Sai" userId="S::saragadamc0904@uhcl.edu::3d7ac467-ea13-4f3a-9396-799bf767b280" providerId="AD" clId="Web-{62C70533-98AC-E505-90AE-E7EBAC65D057}" dt="2026-02-24T06:25:30.011" v="323"/>
          <ac:spMkLst>
            <pc:docMk/>
            <pc:sldMk cId="2020600787" sldId="263"/>
            <ac:spMk id="2" creationId="{8B090120-16F9-CD9D-ABE0-1CA480232B19}"/>
          </ac:spMkLst>
        </pc:spChg>
        <pc:spChg chg="mod ord">
          <ac:chgData name="Saragadam, Charan Sai" userId="S::saragadamc0904@uhcl.edu::3d7ac467-ea13-4f3a-9396-799bf767b280" providerId="AD" clId="Web-{62C70533-98AC-E505-90AE-E7EBAC65D057}" dt="2026-02-24T06:25:30.011" v="323"/>
          <ac:spMkLst>
            <pc:docMk/>
            <pc:sldMk cId="2020600787" sldId="263"/>
            <ac:spMk id="3" creationId="{B7D362AA-9A6D-8300-982A-47AAE17D57A4}"/>
          </ac:spMkLst>
        </pc:spChg>
        <pc:spChg chg="add mod">
          <ac:chgData name="Saragadam, Charan Sai" userId="S::saragadamc0904@uhcl.edu::3d7ac467-ea13-4f3a-9396-799bf767b280" providerId="AD" clId="Web-{62C70533-98AC-E505-90AE-E7EBAC65D057}" dt="2026-02-24T06:25:30.011" v="323"/>
          <ac:spMkLst>
            <pc:docMk/>
            <pc:sldMk cId="2020600787" sldId="263"/>
            <ac:spMk id="9" creationId="{FE356E9E-BEEA-BB20-69E0-BEF3521E4547}"/>
          </ac:spMkLst>
        </pc:spChg>
        <pc:spChg chg="add mod">
          <ac:chgData name="Saragadam, Charan Sai" userId="S::saragadamc0904@uhcl.edu::3d7ac467-ea13-4f3a-9396-799bf767b280" providerId="AD" clId="Web-{62C70533-98AC-E505-90AE-E7EBAC65D057}" dt="2026-02-24T06:25:30.011" v="323"/>
          <ac:spMkLst>
            <pc:docMk/>
            <pc:sldMk cId="2020600787" sldId="263"/>
            <ac:spMk id="11" creationId="{56FAFC46-63D3-3510-85EB-F02A40D0680C}"/>
          </ac:spMkLst>
        </pc:spChg>
        <pc:spChg chg="add mod">
          <ac:chgData name="Saragadam, Charan Sai" userId="S::saragadamc0904@uhcl.edu::3d7ac467-ea13-4f3a-9396-799bf767b280" providerId="AD" clId="Web-{62C70533-98AC-E505-90AE-E7EBAC65D057}" dt="2026-02-24T06:25:30.011" v="323"/>
          <ac:spMkLst>
            <pc:docMk/>
            <pc:sldMk cId="2020600787" sldId="263"/>
            <ac:spMk id="13" creationId="{47E3C7A0-C17C-5399-89B2-94C917B32536}"/>
          </ac:spMkLst>
        </pc:spChg>
        <pc:picChg chg="add mod">
          <ac:chgData name="Saragadam, Charan Sai" userId="S::saragadamc0904@uhcl.edu::3d7ac467-ea13-4f3a-9396-799bf767b280" providerId="AD" clId="Web-{62C70533-98AC-E505-90AE-E7EBAC65D057}" dt="2026-02-24T06:25:30.011" v="323"/>
          <ac:picMkLst>
            <pc:docMk/>
            <pc:sldMk cId="2020600787" sldId="263"/>
            <ac:picMk id="4" creationId="{7561B91D-E277-D346-71B0-9D7F36930772}"/>
          </ac:picMkLst>
        </pc:picChg>
      </pc:sldChg>
      <pc:sldChg chg="addSp delSp modSp mod setBg modClrScheme chgLayout">
        <pc:chgData name="Saragadam, Charan Sai" userId="S::saragadamc0904@uhcl.edu::3d7ac467-ea13-4f3a-9396-799bf767b280" providerId="AD" clId="Web-{62C70533-98AC-E505-90AE-E7EBAC65D057}" dt="2026-02-24T06:33:46.367" v="393"/>
        <pc:sldMkLst>
          <pc:docMk/>
          <pc:sldMk cId="2735811824" sldId="264"/>
        </pc:sldMkLst>
        <pc:spChg chg="mod ord">
          <ac:chgData name="Saragadam, Charan Sai" userId="S::saragadamc0904@uhcl.edu::3d7ac467-ea13-4f3a-9396-799bf767b280" providerId="AD" clId="Web-{62C70533-98AC-E505-90AE-E7EBAC65D057}" dt="2026-02-24T06:30:08.385" v="368"/>
          <ac:spMkLst>
            <pc:docMk/>
            <pc:sldMk cId="2735811824" sldId="264"/>
            <ac:spMk id="2" creationId="{FDD7FE93-9524-7042-ECA6-E4BC3C575F2C}"/>
          </ac:spMkLst>
        </pc:spChg>
        <pc:spChg chg="mod ord">
          <ac:chgData name="Saragadam, Charan Sai" userId="S::saragadamc0904@uhcl.edu::3d7ac467-ea13-4f3a-9396-799bf767b280" providerId="AD" clId="Web-{62C70533-98AC-E505-90AE-E7EBAC65D057}" dt="2026-02-24T06:30:08.385" v="368"/>
          <ac:spMkLst>
            <pc:docMk/>
            <pc:sldMk cId="2735811824" sldId="264"/>
            <ac:spMk id="3" creationId="{8B7C3F63-8639-43D0-D4B1-4952B35305FC}"/>
          </ac:spMkLst>
        </pc:spChg>
        <pc:spChg chg="add del mod">
          <ac:chgData name="Saragadam, Charan Sai" userId="S::saragadamc0904@uhcl.edu::3d7ac467-ea13-4f3a-9396-799bf767b280" providerId="AD" clId="Web-{62C70533-98AC-E505-90AE-E7EBAC65D057}" dt="2026-02-24T06:30:24.744" v="370"/>
          <ac:spMkLst>
            <pc:docMk/>
            <pc:sldMk cId="2735811824" sldId="264"/>
            <ac:spMk id="13" creationId="{53BA0714-44D6-193C-5BE9-C641586C8EFA}"/>
          </ac:spMkLst>
        </pc:spChg>
        <pc:spChg chg="add del mod">
          <ac:chgData name="Saragadam, Charan Sai" userId="S::saragadamc0904@uhcl.edu::3d7ac467-ea13-4f3a-9396-799bf767b280" providerId="AD" clId="Web-{62C70533-98AC-E505-90AE-E7EBAC65D057}" dt="2026-02-24T06:30:21.697" v="369"/>
          <ac:spMkLst>
            <pc:docMk/>
            <pc:sldMk cId="2735811824" sldId="264"/>
            <ac:spMk id="15" creationId="{669C673D-99E9-5F9D-1B31-B44967CA4788}"/>
          </ac:spMkLst>
        </pc:spChg>
        <pc:spChg chg="add mod">
          <ac:chgData name="Saragadam, Charan Sai" userId="S::saragadamc0904@uhcl.edu::3d7ac467-ea13-4f3a-9396-799bf767b280" providerId="AD" clId="Web-{62C70533-98AC-E505-90AE-E7EBAC65D057}" dt="2026-02-24T06:30:08.385" v="368"/>
          <ac:spMkLst>
            <pc:docMk/>
            <pc:sldMk cId="2735811824" sldId="264"/>
            <ac:spMk id="17" creationId="{A1BA4086-2779-01C5-0EA4-93ABC031070F}"/>
          </ac:spMkLst>
        </pc:spChg>
        <pc:spChg chg="add mod">
          <ac:chgData name="Saragadam, Charan Sai" userId="S::saragadamc0904@uhcl.edu::3d7ac467-ea13-4f3a-9396-799bf767b280" providerId="AD" clId="Web-{62C70533-98AC-E505-90AE-E7EBAC65D057}" dt="2026-02-24T06:30:08.385" v="368"/>
          <ac:spMkLst>
            <pc:docMk/>
            <pc:sldMk cId="2735811824" sldId="264"/>
            <ac:spMk id="19" creationId="{6F4C2D98-29FC-65FC-C6D3-AA56361DC475}"/>
          </ac:spMkLst>
        </pc:spChg>
        <pc:spChg chg="add mod">
          <ac:chgData name="Saragadam, Charan Sai" userId="S::saragadamc0904@uhcl.edu::3d7ac467-ea13-4f3a-9396-799bf767b280" providerId="AD" clId="Web-{62C70533-98AC-E505-90AE-E7EBAC65D057}" dt="2026-02-24T06:30:08.385" v="368"/>
          <ac:spMkLst>
            <pc:docMk/>
            <pc:sldMk cId="2735811824" sldId="264"/>
            <ac:spMk id="21" creationId="{4A3CDB54-CC02-170A-BCF3-02C52F72C2EC}"/>
          </ac:spMkLst>
        </pc:spChg>
        <pc:picChg chg="add del mod">
          <ac:chgData name="Saragadam, Charan Sai" userId="S::saragadamc0904@uhcl.edu::3d7ac467-ea13-4f3a-9396-799bf767b280" providerId="AD" clId="Web-{62C70533-98AC-E505-90AE-E7EBAC65D057}" dt="2026-02-24T06:27:52.963" v="346"/>
          <ac:picMkLst>
            <pc:docMk/>
            <pc:sldMk cId="2735811824" sldId="264"/>
            <ac:picMk id="4" creationId="{D0AA1DAA-D305-976A-DA33-BC41E25FA6F3}"/>
          </ac:picMkLst>
        </pc:picChg>
        <pc:picChg chg="add del mod">
          <ac:chgData name="Saragadam, Charan Sai" userId="S::saragadamc0904@uhcl.edu::3d7ac467-ea13-4f3a-9396-799bf767b280" providerId="AD" clId="Web-{62C70533-98AC-E505-90AE-E7EBAC65D057}" dt="2026-02-24T06:27:51.932" v="345"/>
          <ac:picMkLst>
            <pc:docMk/>
            <pc:sldMk cId="2735811824" sldId="264"/>
            <ac:picMk id="5" creationId="{0FD7AEE1-470E-5FB4-B368-FC0D2A4A78C5}"/>
          </ac:picMkLst>
        </pc:picChg>
        <pc:picChg chg="add del mod">
          <ac:chgData name="Saragadam, Charan Sai" userId="S::saragadamc0904@uhcl.edu::3d7ac467-ea13-4f3a-9396-799bf767b280" providerId="AD" clId="Web-{62C70533-98AC-E505-90AE-E7EBAC65D057}" dt="2026-02-24T06:27:51.119" v="342"/>
          <ac:picMkLst>
            <pc:docMk/>
            <pc:sldMk cId="2735811824" sldId="264"/>
            <ac:picMk id="6" creationId="{B1D908FE-2613-D971-B3A9-5FE03C183CD1}"/>
          </ac:picMkLst>
        </pc:picChg>
        <pc:picChg chg="add del mod">
          <ac:chgData name="Saragadam, Charan Sai" userId="S::saragadamc0904@uhcl.edu::3d7ac467-ea13-4f3a-9396-799bf767b280" providerId="AD" clId="Web-{62C70533-98AC-E505-90AE-E7EBAC65D057}" dt="2026-02-24T06:27:50.729" v="340"/>
          <ac:picMkLst>
            <pc:docMk/>
            <pc:sldMk cId="2735811824" sldId="264"/>
            <ac:picMk id="7" creationId="{3D12FF51-A1B7-F871-86CA-2A2C38821F25}"/>
          </ac:picMkLst>
        </pc:picChg>
        <pc:picChg chg="add mod">
          <ac:chgData name="Saragadam, Charan Sai" userId="S::saragadamc0904@uhcl.edu::3d7ac467-ea13-4f3a-9396-799bf767b280" providerId="AD" clId="Web-{62C70533-98AC-E505-90AE-E7EBAC65D057}" dt="2026-02-24T06:31:26.836" v="380" actId="1076"/>
          <ac:picMkLst>
            <pc:docMk/>
            <pc:sldMk cId="2735811824" sldId="264"/>
            <ac:picMk id="8" creationId="{200B4AEA-0F31-1D34-17AD-10DD1F643E8C}"/>
          </ac:picMkLst>
        </pc:picChg>
        <pc:picChg chg="add del mod">
          <ac:chgData name="Saragadam, Charan Sai" userId="S::saragadamc0904@uhcl.edu::3d7ac467-ea13-4f3a-9396-799bf767b280" providerId="AD" clId="Web-{62C70533-98AC-E505-90AE-E7EBAC65D057}" dt="2026-02-24T06:29:51.697" v="366"/>
          <ac:picMkLst>
            <pc:docMk/>
            <pc:sldMk cId="2735811824" sldId="264"/>
            <ac:picMk id="9" creationId="{8704386C-9CA9-DA0E-CC33-5F3DEEEA4920}"/>
          </ac:picMkLst>
        </pc:picChg>
        <pc:picChg chg="add mod">
          <ac:chgData name="Saragadam, Charan Sai" userId="S::saragadamc0904@uhcl.edu::3d7ac467-ea13-4f3a-9396-799bf767b280" providerId="AD" clId="Web-{62C70533-98AC-E505-90AE-E7EBAC65D057}" dt="2026-02-24T06:31:34.352" v="382" actId="14100"/>
          <ac:picMkLst>
            <pc:docMk/>
            <pc:sldMk cId="2735811824" sldId="264"/>
            <ac:picMk id="10" creationId="{E1B67D2A-5675-A6CE-2C06-D75C55E7AC6A}"/>
          </ac:picMkLst>
        </pc:picChg>
      </pc:sldChg>
      <pc:sldChg chg="addSp modSp add mod replId setBg modClrScheme chgLayout">
        <pc:chgData name="Saragadam, Charan Sai" userId="S::saragadamc0904@uhcl.edu::3d7ac467-ea13-4f3a-9396-799bf767b280" providerId="AD" clId="Web-{62C70533-98AC-E505-90AE-E7EBAC65D057}" dt="2026-02-24T06:32:55.711" v="389"/>
        <pc:sldMkLst>
          <pc:docMk/>
          <pc:sldMk cId="864878225" sldId="265"/>
        </pc:sldMkLst>
        <pc:spChg chg="mod ord">
          <ac:chgData name="Saragadam, Charan Sai" userId="S::saragadamc0904@uhcl.edu::3d7ac467-ea13-4f3a-9396-799bf767b280" providerId="AD" clId="Web-{62C70533-98AC-E505-90AE-E7EBAC65D057}" dt="2026-02-24T06:16:36.298" v="297"/>
          <ac:spMkLst>
            <pc:docMk/>
            <pc:sldMk cId="864878225" sldId="265"/>
            <ac:spMk id="2" creationId="{0B7774FF-6701-C135-B39F-4DA231CB6DB0}"/>
          </ac:spMkLst>
        </pc:spChg>
        <pc:spChg chg="mod ord">
          <ac:chgData name="Saragadam, Charan Sai" userId="S::saragadamc0904@uhcl.edu::3d7ac467-ea13-4f3a-9396-799bf767b280" providerId="AD" clId="Web-{62C70533-98AC-E505-90AE-E7EBAC65D057}" dt="2026-02-24T06:16:36.298" v="297"/>
          <ac:spMkLst>
            <pc:docMk/>
            <pc:sldMk cId="864878225" sldId="265"/>
            <ac:spMk id="3" creationId="{38C44F0B-04B1-8310-9D79-6AD2FC9CA289}"/>
          </ac:spMkLst>
        </pc:spChg>
        <pc:spChg chg="add mod">
          <ac:chgData name="Saragadam, Charan Sai" userId="S::saragadamc0904@uhcl.edu::3d7ac467-ea13-4f3a-9396-799bf767b280" providerId="AD" clId="Web-{62C70533-98AC-E505-90AE-E7EBAC65D057}" dt="2026-02-24T06:16:36.298" v="297"/>
          <ac:spMkLst>
            <pc:docMk/>
            <pc:sldMk cId="864878225" sldId="265"/>
            <ac:spMk id="9" creationId="{E877F594-28F9-2EBF-67EC-B1ECE410493E}"/>
          </ac:spMkLst>
        </pc:spChg>
        <pc:spChg chg="add mod">
          <ac:chgData name="Saragadam, Charan Sai" userId="S::saragadamc0904@uhcl.edu::3d7ac467-ea13-4f3a-9396-799bf767b280" providerId="AD" clId="Web-{62C70533-98AC-E505-90AE-E7EBAC65D057}" dt="2026-02-24T06:16:36.298" v="297"/>
          <ac:spMkLst>
            <pc:docMk/>
            <pc:sldMk cId="864878225" sldId="265"/>
            <ac:spMk id="11" creationId="{499A4407-00BB-B082-EA43-2E483C457E35}"/>
          </ac:spMkLst>
        </pc:spChg>
        <pc:spChg chg="add mod">
          <ac:chgData name="Saragadam, Charan Sai" userId="S::saragadamc0904@uhcl.edu::3d7ac467-ea13-4f3a-9396-799bf767b280" providerId="AD" clId="Web-{62C70533-98AC-E505-90AE-E7EBAC65D057}" dt="2026-02-24T06:16:36.298" v="297"/>
          <ac:spMkLst>
            <pc:docMk/>
            <pc:sldMk cId="864878225" sldId="265"/>
            <ac:spMk id="13" creationId="{C95B9088-AF97-37A2-7C3C-3D228486C3D8}"/>
          </ac:spMkLst>
        </pc:spChg>
        <pc:picChg chg="add mod">
          <ac:chgData name="Saragadam, Charan Sai" userId="S::saragadamc0904@uhcl.edu::3d7ac467-ea13-4f3a-9396-799bf767b280" providerId="AD" clId="Web-{62C70533-98AC-E505-90AE-E7EBAC65D057}" dt="2026-02-24T06:16:36.298" v="297"/>
          <ac:picMkLst>
            <pc:docMk/>
            <pc:sldMk cId="864878225" sldId="265"/>
            <ac:picMk id="4" creationId="{78B8CE34-58D9-D10D-F208-2B4C6B998F63}"/>
          </ac:picMkLst>
        </pc:picChg>
      </pc:sldChg>
      <pc:sldChg chg="modSp new del">
        <pc:chgData name="Saragadam, Charan Sai" userId="S::saragadamc0904@uhcl.edu::3d7ac467-ea13-4f3a-9396-799bf767b280" providerId="AD" clId="Web-{62C70533-98AC-E505-90AE-E7EBAC65D057}" dt="2026-02-24T05:56:40.646" v="30"/>
        <pc:sldMkLst>
          <pc:docMk/>
          <pc:sldMk cId="2136259031" sldId="265"/>
        </pc:sldMkLst>
        <pc:spChg chg="mod">
          <ac:chgData name="Saragadam, Charan Sai" userId="S::saragadamc0904@uhcl.edu::3d7ac467-ea13-4f3a-9396-799bf767b280" providerId="AD" clId="Web-{62C70533-98AC-E505-90AE-E7EBAC65D057}" dt="2026-02-24T05:56:18.692" v="29" actId="20577"/>
          <ac:spMkLst>
            <pc:docMk/>
            <pc:sldMk cId="2136259031" sldId="265"/>
            <ac:spMk id="2" creationId="{1A55596A-F87E-98E4-8643-6EED02D77B06}"/>
          </ac:spMkLst>
        </pc:spChg>
      </pc:sldChg>
      <pc:sldChg chg="modSp add mod replId setBg modClrScheme chgLayout">
        <pc:chgData name="Saragadam, Charan Sai" userId="S::saragadamc0904@uhcl.edu::3d7ac467-ea13-4f3a-9396-799bf767b280" providerId="AD" clId="Web-{62C70533-98AC-E505-90AE-E7EBAC65D057}" dt="2026-02-24T06:19:39.461" v="303" actId="20577"/>
        <pc:sldMkLst>
          <pc:docMk/>
          <pc:sldMk cId="1272380511" sldId="266"/>
        </pc:sldMkLst>
        <pc:spChg chg="mod ord">
          <ac:chgData name="Saragadam, Charan Sai" userId="S::saragadamc0904@uhcl.edu::3d7ac467-ea13-4f3a-9396-799bf767b280" providerId="AD" clId="Web-{62C70533-98AC-E505-90AE-E7EBAC65D057}" dt="2026-02-24T06:19:34.727" v="302" actId="20577"/>
          <ac:spMkLst>
            <pc:docMk/>
            <pc:sldMk cId="1272380511" sldId="266"/>
            <ac:spMk id="2" creationId="{7F171FBF-4189-88BF-E9F5-4A2E9C826530}"/>
          </ac:spMkLst>
        </pc:spChg>
        <pc:spChg chg="mod ord">
          <ac:chgData name="Saragadam, Charan Sai" userId="S::saragadamc0904@uhcl.edu::3d7ac467-ea13-4f3a-9396-799bf767b280" providerId="AD" clId="Web-{62C70533-98AC-E505-90AE-E7EBAC65D057}" dt="2026-02-24T06:19:39.461" v="303" actId="20577"/>
          <ac:spMkLst>
            <pc:docMk/>
            <pc:sldMk cId="1272380511" sldId="266"/>
            <ac:spMk id="3" creationId="{38D3F293-5163-A39E-2EE8-CB0E62104A9A}"/>
          </ac:spMkLst>
        </pc:spChg>
      </pc:sldChg>
      <pc:sldMasterChg chg="del delSldLayout">
        <pc:chgData name="Saragadam, Charan Sai" userId="S::saragadamc0904@uhcl.edu::3d7ac467-ea13-4f3a-9396-799bf767b280" providerId="AD" clId="Web-{62C70533-98AC-E505-90AE-E7EBAC65D057}" dt="2026-02-24T05:59:23.989" v="45"/>
        <pc:sldMasterMkLst>
          <pc:docMk/>
          <pc:sldMasterMk cId="432819192" sldId="2147483978"/>
        </pc:sldMasterMkLst>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968366154" sldId="2147483979"/>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2867741854" sldId="2147483980"/>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4057922236" sldId="2147483981"/>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3038622988" sldId="2147483982"/>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3089892285" sldId="2147483983"/>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1728074256" sldId="2147483984"/>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1580325777" sldId="2147483985"/>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4162168559" sldId="2147483986"/>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3986365531" sldId="2147483987"/>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1330768906" sldId="2147483988"/>
          </pc:sldLayoutMkLst>
        </pc:sldLayoutChg>
        <pc:sldLayoutChg chg="del">
          <pc:chgData name="Saragadam, Charan Sai" userId="S::saragadamc0904@uhcl.edu::3d7ac467-ea13-4f3a-9396-799bf767b280" providerId="AD" clId="Web-{62C70533-98AC-E505-90AE-E7EBAC65D057}" dt="2026-02-24T05:59:23.989" v="45"/>
          <pc:sldLayoutMkLst>
            <pc:docMk/>
            <pc:sldMasterMk cId="432819192" sldId="2147483978"/>
            <pc:sldLayoutMk cId="40496779" sldId="2147483989"/>
          </pc:sldLayoutMkLst>
        </pc:sldLayoutChg>
      </pc:sldMasterChg>
      <pc:sldMasterChg chg="add del addSldLayout delSldLayout modSldLayout">
        <pc:chgData name="Saragadam, Charan Sai" userId="S::saragadamc0904@uhcl.edu::3d7ac467-ea13-4f3a-9396-799bf767b280" providerId="AD" clId="Web-{62C70533-98AC-E505-90AE-E7EBAC65D057}" dt="2026-02-24T05:59:28.661" v="46"/>
        <pc:sldMasterMkLst>
          <pc:docMk/>
          <pc:sldMasterMk cId="3117555768" sldId="2147483990"/>
        </pc:sldMasterMkLst>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212205453" sldId="2147483991"/>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270186586" sldId="2147483992"/>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2817259318" sldId="2147483993"/>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2330118760" sldId="2147483994"/>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131372793" sldId="2147483995"/>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22398944" sldId="2147483996"/>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70836457" sldId="2147483997"/>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38233198" sldId="2147483998"/>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2541247991" sldId="2147483999"/>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27600111" sldId="2147484000"/>
          </pc:sldLayoutMkLst>
        </pc:sldLayoutChg>
        <pc:sldLayoutChg chg="add del mod replId">
          <pc:chgData name="Saragadam, Charan Sai" userId="S::saragadamc0904@uhcl.edu::3d7ac467-ea13-4f3a-9396-799bf767b280" providerId="AD" clId="Web-{62C70533-98AC-E505-90AE-E7EBAC65D057}" dt="2026-02-24T05:59:28.661" v="46"/>
          <pc:sldLayoutMkLst>
            <pc:docMk/>
            <pc:sldMasterMk cId="3117555768" sldId="2147483990"/>
            <pc:sldLayoutMk cId="1786919650" sldId="2147484001"/>
          </pc:sldLayoutMkLst>
        </pc:sldLayoutChg>
      </pc:sldMasterChg>
      <pc:sldMasterChg chg="add addSldLayout modSldLayout">
        <pc:chgData name="Saragadam, Charan Sai" userId="S::saragadamc0904@uhcl.edu::3d7ac467-ea13-4f3a-9396-799bf767b280" providerId="AD" clId="Web-{62C70533-98AC-E505-90AE-E7EBAC65D057}" dt="2026-02-24T05:59:28.661" v="46"/>
        <pc:sldMasterMkLst>
          <pc:docMk/>
          <pc:sldMasterMk cId="1563486319" sldId="2147484002"/>
        </pc:sldMasterMkLst>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140352747" sldId="2147484003"/>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589318177" sldId="2147484004"/>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697545342" sldId="2147484005"/>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338848086" sldId="2147484006"/>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2132806491" sldId="2147484007"/>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938202623" sldId="2147484008"/>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041831820" sldId="2147484009"/>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2131418642" sldId="2147484010"/>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596395671" sldId="2147484011"/>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2820884063" sldId="2147484012"/>
          </pc:sldLayoutMkLst>
        </pc:sldLayoutChg>
        <pc:sldLayoutChg chg="add mod replId">
          <pc:chgData name="Saragadam, Charan Sai" userId="S::saragadamc0904@uhcl.edu::3d7ac467-ea13-4f3a-9396-799bf767b280" providerId="AD" clId="Web-{62C70533-98AC-E505-90AE-E7EBAC65D057}" dt="2026-02-24T05:59:28.661" v="46"/>
          <pc:sldLayoutMkLst>
            <pc:docMk/>
            <pc:sldMasterMk cId="1563486319" sldId="2147484002"/>
            <pc:sldLayoutMk cId="3108405363" sldId="2147484013"/>
          </pc:sldLayoutMkLst>
        </pc:sldLayoutChg>
      </pc:sldMasterChg>
    </pc:docChg>
  </pc:docChgLst>
  <pc:docChgLst>
    <pc:chgData name="Saragadam, Charan Sai" userId="S::saragadamc0904@uhcl.edu::3d7ac467-ea13-4f3a-9396-799bf767b280" providerId="AD" clId="Web-{89A09A85-FA5E-EC64-43A2-04B4C1663A6E}"/>
    <pc:docChg chg="mod addSld modSld addMainMaster delMainMaster modMainMaster">
      <pc:chgData name="Saragadam, Charan Sai" userId="S::saragadamc0904@uhcl.edu::3d7ac467-ea13-4f3a-9396-799bf767b280" providerId="AD" clId="Web-{89A09A85-FA5E-EC64-43A2-04B4C1663A6E}" dt="2026-02-16T00:21:47.818" v="154"/>
      <pc:docMkLst>
        <pc:docMk/>
      </pc:docMkLst>
      <pc:sldChg chg="addSp modSp mod setBg modClrScheme chgLayout">
        <pc:chgData name="Saragadam, Charan Sai" userId="S::saragadamc0904@uhcl.edu::3d7ac467-ea13-4f3a-9396-799bf767b280" providerId="AD" clId="Web-{89A09A85-FA5E-EC64-43A2-04B4C1663A6E}" dt="2026-02-16T00:21:47.818" v="154"/>
        <pc:sldMkLst>
          <pc:docMk/>
          <pc:sldMk cId="109857222" sldId="256"/>
        </pc:sldMkLst>
        <pc:spChg chg="mod ord">
          <ac:chgData name="Saragadam, Charan Sai" userId="S::saragadamc0904@uhcl.edu::3d7ac467-ea13-4f3a-9396-799bf767b280" providerId="AD" clId="Web-{89A09A85-FA5E-EC64-43A2-04B4C1663A6E}" dt="2026-02-16T00:21:47.818" v="154"/>
          <ac:spMkLst>
            <pc:docMk/>
            <pc:sldMk cId="109857222" sldId="256"/>
            <ac:spMk id="2" creationId="{00000000-0000-0000-0000-000000000000}"/>
          </ac:spMkLst>
        </pc:spChg>
        <pc:spChg chg="mod ord">
          <ac:chgData name="Saragadam, Charan Sai" userId="S::saragadamc0904@uhcl.edu::3d7ac467-ea13-4f3a-9396-799bf767b280" providerId="AD" clId="Web-{89A09A85-FA5E-EC64-43A2-04B4C1663A6E}" dt="2026-02-16T00:21:47.818" v="154"/>
          <ac:spMkLst>
            <pc:docMk/>
            <pc:sldMk cId="109857222" sldId="256"/>
            <ac:spMk id="3" creationId="{00000000-0000-0000-0000-000000000000}"/>
          </ac:spMkLst>
        </pc:spChg>
        <pc:spChg chg="add mod">
          <ac:chgData name="Saragadam, Charan Sai" userId="S::saragadamc0904@uhcl.edu::3d7ac467-ea13-4f3a-9396-799bf767b280" providerId="AD" clId="Web-{89A09A85-FA5E-EC64-43A2-04B4C1663A6E}" dt="2026-02-16T00:21:05.880" v="149" actId="1076"/>
          <ac:spMkLst>
            <pc:docMk/>
            <pc:sldMk cId="109857222" sldId="256"/>
            <ac:spMk id="4" creationId="{A1037399-8173-B8E0-1CAB-02E4155F2A7F}"/>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765195278" sldId="257"/>
        </pc:sldMkLst>
        <pc:spChg chg="mod ord">
          <ac:chgData name="Saragadam, Charan Sai" userId="S::saragadamc0904@uhcl.edu::3d7ac467-ea13-4f3a-9396-799bf767b280" providerId="AD" clId="Web-{89A09A85-FA5E-EC64-43A2-04B4C1663A6E}" dt="2026-02-16T00:21:47.818" v="154"/>
          <ac:spMkLst>
            <pc:docMk/>
            <pc:sldMk cId="765195278" sldId="257"/>
            <ac:spMk id="2" creationId="{69E42AA8-638D-036B-849B-4E5E5E603AE9}"/>
          </ac:spMkLst>
        </pc:spChg>
        <pc:spChg chg="mod ord">
          <ac:chgData name="Saragadam, Charan Sai" userId="S::saragadamc0904@uhcl.edu::3d7ac467-ea13-4f3a-9396-799bf767b280" providerId="AD" clId="Web-{89A09A85-FA5E-EC64-43A2-04B4C1663A6E}" dt="2026-02-16T00:21:47.818" v="154"/>
          <ac:spMkLst>
            <pc:docMk/>
            <pc:sldMk cId="765195278" sldId="257"/>
            <ac:spMk id="3" creationId="{31DD8538-BED6-A082-0FD5-69902FF56F48}"/>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559776714" sldId="258"/>
        </pc:sldMkLst>
        <pc:spChg chg="mod ord">
          <ac:chgData name="Saragadam, Charan Sai" userId="S::saragadamc0904@uhcl.edu::3d7ac467-ea13-4f3a-9396-799bf767b280" providerId="AD" clId="Web-{89A09A85-FA5E-EC64-43A2-04B4C1663A6E}" dt="2026-02-16T00:21:47.818" v="154"/>
          <ac:spMkLst>
            <pc:docMk/>
            <pc:sldMk cId="559776714" sldId="258"/>
            <ac:spMk id="2" creationId="{F74FBA82-2D92-83DE-BF41-71863ACB3FD8}"/>
          </ac:spMkLst>
        </pc:spChg>
        <pc:spChg chg="mod ord">
          <ac:chgData name="Saragadam, Charan Sai" userId="S::saragadamc0904@uhcl.edu::3d7ac467-ea13-4f3a-9396-799bf767b280" providerId="AD" clId="Web-{89A09A85-FA5E-EC64-43A2-04B4C1663A6E}" dt="2026-02-16T00:21:47.818" v="154"/>
          <ac:spMkLst>
            <pc:docMk/>
            <pc:sldMk cId="559776714" sldId="258"/>
            <ac:spMk id="3" creationId="{912EC0AB-13F7-AE80-B2FC-D9FB21B6077E}"/>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725296726" sldId="259"/>
        </pc:sldMkLst>
        <pc:spChg chg="mod ord">
          <ac:chgData name="Saragadam, Charan Sai" userId="S::saragadamc0904@uhcl.edu::3d7ac467-ea13-4f3a-9396-799bf767b280" providerId="AD" clId="Web-{89A09A85-FA5E-EC64-43A2-04B4C1663A6E}" dt="2026-02-16T00:21:47.818" v="154"/>
          <ac:spMkLst>
            <pc:docMk/>
            <pc:sldMk cId="725296726" sldId="259"/>
            <ac:spMk id="2" creationId="{F3ADEC2E-ADB9-DA67-840A-D73A406D7854}"/>
          </ac:spMkLst>
        </pc:spChg>
        <pc:spChg chg="mod ord">
          <ac:chgData name="Saragadam, Charan Sai" userId="S::saragadamc0904@uhcl.edu::3d7ac467-ea13-4f3a-9396-799bf767b280" providerId="AD" clId="Web-{89A09A85-FA5E-EC64-43A2-04B4C1663A6E}" dt="2026-02-16T00:21:47.818" v="154"/>
          <ac:spMkLst>
            <pc:docMk/>
            <pc:sldMk cId="725296726" sldId="259"/>
            <ac:spMk id="3" creationId="{73014F7A-FBFE-FA65-5766-849666B1E2AD}"/>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3738950342" sldId="260"/>
        </pc:sldMkLst>
        <pc:spChg chg="mod ord">
          <ac:chgData name="Saragadam, Charan Sai" userId="S::saragadamc0904@uhcl.edu::3d7ac467-ea13-4f3a-9396-799bf767b280" providerId="AD" clId="Web-{89A09A85-FA5E-EC64-43A2-04B4C1663A6E}" dt="2026-02-16T00:21:47.818" v="154"/>
          <ac:spMkLst>
            <pc:docMk/>
            <pc:sldMk cId="3738950342" sldId="260"/>
            <ac:spMk id="2" creationId="{E76A9C3C-08AA-6B9E-087D-8D1C47F4B824}"/>
          </ac:spMkLst>
        </pc:spChg>
        <pc:spChg chg="mod ord">
          <ac:chgData name="Saragadam, Charan Sai" userId="S::saragadamc0904@uhcl.edu::3d7ac467-ea13-4f3a-9396-799bf767b280" providerId="AD" clId="Web-{89A09A85-FA5E-EC64-43A2-04B4C1663A6E}" dt="2026-02-16T00:21:47.818" v="154"/>
          <ac:spMkLst>
            <pc:docMk/>
            <pc:sldMk cId="3738950342" sldId="260"/>
            <ac:spMk id="3" creationId="{414C0BEF-74F6-DBF7-0930-61477D7546A8}"/>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990714295" sldId="261"/>
        </pc:sldMkLst>
        <pc:spChg chg="mod ord">
          <ac:chgData name="Saragadam, Charan Sai" userId="S::saragadamc0904@uhcl.edu::3d7ac467-ea13-4f3a-9396-799bf767b280" providerId="AD" clId="Web-{89A09A85-FA5E-EC64-43A2-04B4C1663A6E}" dt="2026-02-16T00:21:47.818" v="154"/>
          <ac:spMkLst>
            <pc:docMk/>
            <pc:sldMk cId="990714295" sldId="261"/>
            <ac:spMk id="2" creationId="{66AAD7FD-7819-F097-C28F-DDAF28E0AAAF}"/>
          </ac:spMkLst>
        </pc:spChg>
        <pc:spChg chg="mod ord">
          <ac:chgData name="Saragadam, Charan Sai" userId="S::saragadamc0904@uhcl.edu::3d7ac467-ea13-4f3a-9396-799bf767b280" providerId="AD" clId="Web-{89A09A85-FA5E-EC64-43A2-04B4C1663A6E}" dt="2026-02-16T00:21:47.818" v="154"/>
          <ac:spMkLst>
            <pc:docMk/>
            <pc:sldMk cId="990714295" sldId="261"/>
            <ac:spMk id="3" creationId="{537C3317-6855-C065-7D87-B32803EBF4ED}"/>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2020600787" sldId="263"/>
        </pc:sldMkLst>
        <pc:spChg chg="mod ord">
          <ac:chgData name="Saragadam, Charan Sai" userId="S::saragadamc0904@uhcl.edu::3d7ac467-ea13-4f3a-9396-799bf767b280" providerId="AD" clId="Web-{89A09A85-FA5E-EC64-43A2-04B4C1663A6E}" dt="2026-02-16T00:21:47.818" v="154"/>
          <ac:spMkLst>
            <pc:docMk/>
            <pc:sldMk cId="2020600787" sldId="263"/>
            <ac:spMk id="2" creationId="{8B090120-16F9-CD9D-ABE0-1CA480232B19}"/>
          </ac:spMkLst>
        </pc:spChg>
        <pc:spChg chg="mod ord">
          <ac:chgData name="Saragadam, Charan Sai" userId="S::saragadamc0904@uhcl.edu::3d7ac467-ea13-4f3a-9396-799bf767b280" providerId="AD" clId="Web-{89A09A85-FA5E-EC64-43A2-04B4C1663A6E}" dt="2026-02-16T00:21:47.818" v="154"/>
          <ac:spMkLst>
            <pc:docMk/>
            <pc:sldMk cId="2020600787" sldId="263"/>
            <ac:spMk id="3" creationId="{B7D362AA-9A6D-8300-982A-47AAE17D57A4}"/>
          </ac:spMkLst>
        </pc:spChg>
      </pc:sldChg>
      <pc:sldChg chg="modSp new mod setBg modClrScheme chgLayout">
        <pc:chgData name="Saragadam, Charan Sai" userId="S::saragadamc0904@uhcl.edu::3d7ac467-ea13-4f3a-9396-799bf767b280" providerId="AD" clId="Web-{89A09A85-FA5E-EC64-43A2-04B4C1663A6E}" dt="2026-02-16T00:21:47.818" v="154"/>
        <pc:sldMkLst>
          <pc:docMk/>
          <pc:sldMk cId="2735811824" sldId="264"/>
        </pc:sldMkLst>
        <pc:spChg chg="mod ord">
          <ac:chgData name="Saragadam, Charan Sai" userId="S::saragadamc0904@uhcl.edu::3d7ac467-ea13-4f3a-9396-799bf767b280" providerId="AD" clId="Web-{89A09A85-FA5E-EC64-43A2-04B4C1663A6E}" dt="2026-02-16T00:21:47.818" v="154"/>
          <ac:spMkLst>
            <pc:docMk/>
            <pc:sldMk cId="2735811824" sldId="264"/>
            <ac:spMk id="2" creationId="{FDD7FE93-9524-7042-ECA6-E4BC3C575F2C}"/>
          </ac:spMkLst>
        </pc:spChg>
        <pc:spChg chg="mod ord">
          <ac:chgData name="Saragadam, Charan Sai" userId="S::saragadamc0904@uhcl.edu::3d7ac467-ea13-4f3a-9396-799bf767b280" providerId="AD" clId="Web-{89A09A85-FA5E-EC64-43A2-04B4C1663A6E}" dt="2026-02-16T00:21:47.818" v="154"/>
          <ac:spMkLst>
            <pc:docMk/>
            <pc:sldMk cId="2735811824" sldId="264"/>
            <ac:spMk id="3" creationId="{8B7C3F63-8639-43D0-D4B1-4952B35305FC}"/>
          </ac:spMkLst>
        </pc:spChg>
      </pc:sldChg>
    </pc:docChg>
  </pc:docChgLst>
  <pc:docChgLst>
    <pc:chgData name="Kurian, Ken" userId="S::kuriank2328@uhcl.edu::1ca81281-5d19-4cd2-b6c9-56399d9f3df7" providerId="AD" clId="Web-{4A995B91-D3CD-E153-0ADA-30BE17F48178}"/>
    <pc:docChg chg="modSld">
      <pc:chgData name="Kurian, Ken" userId="S::kuriank2328@uhcl.edu::1ca81281-5d19-4cd2-b6c9-56399d9f3df7" providerId="AD" clId="Web-{4A995B91-D3CD-E153-0ADA-30BE17F48178}" dt="2026-02-24T21:57:05.293" v="64" actId="14100"/>
      <pc:docMkLst>
        <pc:docMk/>
      </pc:docMkLst>
      <pc:sldChg chg="addSp delSp modSp mod setBg modClrScheme chgLayout">
        <pc:chgData name="Kurian, Ken" userId="S::kuriank2328@uhcl.edu::1ca81281-5d19-4cd2-b6c9-56399d9f3df7" providerId="AD" clId="Web-{4A995B91-D3CD-E153-0ADA-30BE17F48178}" dt="2026-02-24T21:57:05.293" v="64" actId="14100"/>
        <pc:sldMkLst>
          <pc:docMk/>
          <pc:sldMk cId="2020600787" sldId="263"/>
        </pc:sldMkLst>
        <pc:spChg chg="mod">
          <ac:chgData name="Kurian, Ken" userId="S::kuriank2328@uhcl.edu::1ca81281-5d19-4cd2-b6c9-56399d9f3df7" providerId="AD" clId="Web-{4A995B91-D3CD-E153-0ADA-30BE17F48178}" dt="2026-02-24T19:26:50.828" v="51"/>
          <ac:spMkLst>
            <pc:docMk/>
            <pc:sldMk cId="2020600787" sldId="263"/>
            <ac:spMk id="2" creationId="{8B090120-16F9-CD9D-ABE0-1CA480232B19}"/>
          </ac:spMkLst>
        </pc:spChg>
        <pc:spChg chg="mod ord">
          <ac:chgData name="Kurian, Ken" userId="S::kuriank2328@uhcl.edu::1ca81281-5d19-4cd2-b6c9-56399d9f3df7" providerId="AD" clId="Web-{4A995B91-D3CD-E153-0ADA-30BE17F48178}" dt="2026-02-24T21:57:05.293" v="64" actId="14100"/>
          <ac:spMkLst>
            <pc:docMk/>
            <pc:sldMk cId="2020600787" sldId="263"/>
            <ac:spMk id="3" creationId="{B7D362AA-9A6D-8300-982A-47AAE17D57A4}"/>
          </ac:spMkLst>
        </pc:spChg>
        <pc:spChg chg="mod">
          <ac:chgData name="Kurian, Ken" userId="S::kuriank2328@uhcl.edu::1ca81281-5d19-4cd2-b6c9-56399d9f3df7" providerId="AD" clId="Web-{4A995B91-D3CD-E153-0ADA-30BE17F48178}" dt="2026-02-24T19:26:50.828" v="51"/>
          <ac:spMkLst>
            <pc:docMk/>
            <pc:sldMk cId="2020600787" sldId="263"/>
            <ac:spMk id="9" creationId="{FE356E9E-BEEA-BB20-69E0-BEF3521E4547}"/>
          </ac:spMkLst>
        </pc:spChg>
        <pc:spChg chg="mod">
          <ac:chgData name="Kurian, Ken" userId="S::kuriank2328@uhcl.edu::1ca81281-5d19-4cd2-b6c9-56399d9f3df7" providerId="AD" clId="Web-{4A995B91-D3CD-E153-0ADA-30BE17F48178}" dt="2026-02-24T19:26:50.828" v="51"/>
          <ac:spMkLst>
            <pc:docMk/>
            <pc:sldMk cId="2020600787" sldId="263"/>
            <ac:spMk id="11" creationId="{56FAFC46-63D3-3510-85EB-F02A40D0680C}"/>
          </ac:spMkLst>
        </pc:spChg>
        <pc:spChg chg="mod">
          <ac:chgData name="Kurian, Ken" userId="S::kuriank2328@uhcl.edu::1ca81281-5d19-4cd2-b6c9-56399d9f3df7" providerId="AD" clId="Web-{4A995B91-D3CD-E153-0ADA-30BE17F48178}" dt="2026-02-24T19:26:50.828" v="51"/>
          <ac:spMkLst>
            <pc:docMk/>
            <pc:sldMk cId="2020600787" sldId="263"/>
            <ac:spMk id="13" creationId="{47E3C7A0-C17C-5399-89B2-94C917B32536}"/>
          </ac:spMkLst>
        </pc:spChg>
        <pc:spChg chg="add del mod">
          <ac:chgData name="Kurian, Ken" userId="S::kuriank2328@uhcl.edu::1ca81281-5d19-4cd2-b6c9-56399d9f3df7" providerId="AD" clId="Web-{4A995B91-D3CD-E153-0ADA-30BE17F48178}" dt="2026-02-24T19:23:12.328" v="35"/>
          <ac:spMkLst>
            <pc:docMk/>
            <pc:sldMk cId="2020600787" sldId="263"/>
            <ac:spMk id="18" creationId="{E6779623-48CB-44FD-8FBA-523EA510C44A}"/>
          </ac:spMkLst>
        </pc:spChg>
        <pc:spChg chg="add del mod">
          <ac:chgData name="Kurian, Ken" userId="S::kuriank2328@uhcl.edu::1ca81281-5d19-4cd2-b6c9-56399d9f3df7" providerId="AD" clId="Web-{4A995B91-D3CD-E153-0ADA-30BE17F48178}" dt="2026-02-24T19:23:12.328" v="35"/>
          <ac:spMkLst>
            <pc:docMk/>
            <pc:sldMk cId="2020600787" sldId="263"/>
            <ac:spMk id="20" creationId="{DD571A3B-52F5-42A5-D6A6-05C885BFE898}"/>
          </ac:spMkLst>
        </pc:spChg>
        <pc:spChg chg="add del mod">
          <ac:chgData name="Kurian, Ken" userId="S::kuriank2328@uhcl.edu::1ca81281-5d19-4cd2-b6c9-56399d9f3df7" providerId="AD" clId="Web-{4A995B91-D3CD-E153-0ADA-30BE17F48178}" dt="2026-02-24T19:23:17.953" v="37"/>
          <ac:spMkLst>
            <pc:docMk/>
            <pc:sldMk cId="2020600787" sldId="263"/>
            <ac:spMk id="22" creationId="{DFD47CFE-A1EE-B5DB-1D53-5F1DD638E19D}"/>
          </ac:spMkLst>
        </pc:spChg>
        <pc:spChg chg="add del mod">
          <ac:chgData name="Kurian, Ken" userId="S::kuriank2328@uhcl.edu::1ca81281-5d19-4cd2-b6c9-56399d9f3df7" providerId="AD" clId="Web-{4A995B91-D3CD-E153-0ADA-30BE17F48178}" dt="2026-02-24T19:23:17.953" v="37"/>
          <ac:spMkLst>
            <pc:docMk/>
            <pc:sldMk cId="2020600787" sldId="263"/>
            <ac:spMk id="23" creationId="{6557BBF6-9D59-88E4-CC03-85285AEDF1DF}"/>
          </ac:spMkLst>
        </pc:spChg>
        <pc:picChg chg="mod ord">
          <ac:chgData name="Kurian, Ken" userId="S::kuriank2328@uhcl.edu::1ca81281-5d19-4cd2-b6c9-56399d9f3df7" providerId="AD" clId="Web-{4A995B91-D3CD-E153-0ADA-30BE17F48178}" dt="2026-02-24T19:26:56.172" v="56"/>
          <ac:picMkLst>
            <pc:docMk/>
            <pc:sldMk cId="2020600787" sldId="263"/>
            <ac:picMk id="4" creationId="{7561B91D-E277-D346-71B0-9D7F369307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4FC59-6AB0-48D2-9445-7EC984267604}" type="datetimeFigureOut">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2C7EFF-AE8C-4835-83A8-E1789916F832}" type="slidenum">
              <a:t>‹#›</a:t>
            </a:fld>
            <a:endParaRPr lang="en-US"/>
          </a:p>
        </p:txBody>
      </p:sp>
    </p:spTree>
    <p:extLst>
      <p:ext uri="{BB962C8B-B14F-4D97-AF65-F5344CB8AC3E}">
        <p14:creationId xmlns:p14="http://schemas.microsoft.com/office/powerpoint/2010/main" val="675052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Junction table needed for the many to many relationship</a:t>
            </a:r>
          </a:p>
        </p:txBody>
      </p:sp>
      <p:sp>
        <p:nvSpPr>
          <p:cNvPr id="4" name="Slide Number Placeholder 3"/>
          <p:cNvSpPr>
            <a:spLocks noGrp="1"/>
          </p:cNvSpPr>
          <p:nvPr>
            <p:ph type="sldNum" sz="quarter" idx="5"/>
          </p:nvPr>
        </p:nvSpPr>
        <p:spPr/>
        <p:txBody>
          <a:bodyPr/>
          <a:lstStyle/>
          <a:p>
            <a:fld id="{332C7EFF-AE8C-4835-83A8-E1789916F832}" type="slidenum">
              <a:t>8</a:t>
            </a:fld>
            <a:endParaRPr lang="en-US"/>
          </a:p>
        </p:txBody>
      </p:sp>
    </p:spTree>
    <p:extLst>
      <p:ext uri="{BB962C8B-B14F-4D97-AF65-F5344CB8AC3E}">
        <p14:creationId xmlns:p14="http://schemas.microsoft.com/office/powerpoint/2010/main" val="3864926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7CC70CF7-838D-41F7-9297-B5F83BDCEB13}" type="datetimeFigureOut">
              <a:rPr lang="en-US" dirty="0"/>
              <a:t>2/24/2026</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3140352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254069DA-BCAC-469D-B81F-5CD529FD1EE6}" type="datetimeFigureOut">
              <a:rPr lang="en-US" dirty="0"/>
              <a:t>2/24/2026</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589318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3134B3F2-5297-4D62-BDB7-590764A696AF}" type="datetimeFigureOut">
              <a:rPr lang="en-US" dirty="0"/>
              <a:t>2/24/2026</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697545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80D0FAC0-A4F5-4A85-98AE-9E6BDD843B92}" type="datetimeFigureOut">
              <a:rPr lang="en-US" dirty="0"/>
              <a:t>2/24/2026</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338848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491F58DF-B20E-4829-8712-7D40EB90064E}" type="datetimeFigureOut">
              <a:rPr lang="en-US" dirty="0"/>
              <a:t>2/24/2026</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13280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4F952F2A-FD05-43F8-9927-AF9F6AA75EA1}" type="datetimeFigureOut">
              <a:rPr lang="en-US" dirty="0"/>
              <a:t>2/24/2026</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938202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8C112728-8AF2-421E-A3EE-3D32DADA7E63}" type="datetimeFigureOut">
              <a:rPr lang="en-US" dirty="0"/>
              <a:t>2/24/2026</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041831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BAF64D57-1513-4084-818F-075C9D0922CD}" type="datetimeFigureOut">
              <a:rPr lang="en-US" dirty="0"/>
              <a:t>2/24/2026</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2131418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noChangeAspect="1"/>
          </p:cNvSpPr>
          <p:nvPr>
            <p:ph type="pic" idx="1"/>
          </p:nvPr>
        </p:nvSpPr>
        <p:spPr>
          <a:xfrm>
            <a:off x="5353969" y="987425"/>
            <a:ext cx="5694503"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4B51DC6D-53F2-404B-944C-46E1F58C3149}" type="datetimeFigureOut">
              <a:rPr lang="en-US" dirty="0"/>
              <a:t>2/24/2026</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8DFDE724-0293-4953-AE9D-4D814FA589B0}" type="slidenum">
              <a:rPr lang="en-US" dirty="0"/>
              <a:t>‹#›</a:t>
            </a:fld>
            <a:endParaRPr lang="en-US"/>
          </a:p>
        </p:txBody>
      </p:sp>
    </p:spTree>
    <p:extLst>
      <p:ext uri="{BB962C8B-B14F-4D97-AF65-F5344CB8AC3E}">
        <p14:creationId xmlns:p14="http://schemas.microsoft.com/office/powerpoint/2010/main" val="3596395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F836330A-4522-49F4-ACCE-A07321703478}" type="datetimeFigureOut">
              <a:rPr lang="en-US" dirty="0"/>
              <a:t>2/24/2026</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2820884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75EC5DDF-A796-4D56-9973-341789785817}" type="datetimeFigureOut">
              <a:rPr lang="en-US" dirty="0"/>
              <a:t>2/24/2026</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3108405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3716B609-2A26-46AA-B595-3671F5470576}" type="datetimeFigureOut">
              <a:rPr lang="en-US" dirty="0"/>
              <a:t>2/24/2026</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8DFDE724-0293-4953-AE9D-4D814FA589B0}" type="slidenum">
              <a:rPr lang="en-US" dirty="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1563486319"/>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Lst>
  <p:hf hdr="0"/>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504">
          <p15:clr>
            <a:srgbClr val="F26B43"/>
          </p15:clr>
        </p15:guide>
        <p15:guide id="3" pos="7176">
          <p15:clr>
            <a:srgbClr val="F26B43"/>
          </p15:clr>
        </p15:guide>
        <p15:guide id="5" orient="horz" pos="1272">
          <p15:clr>
            <a:srgbClr val="F26B43"/>
          </p15:clr>
        </p15:guide>
        <p15:guide id="6" orient="horz" pos="1728">
          <p15:clr>
            <a:srgbClr val="F26B43"/>
          </p15:clr>
        </p15:guide>
        <p15:guide id="7" orient="horz" pos="3864">
          <p15:clr>
            <a:srgbClr val="F26B43"/>
          </p15:clr>
        </p15:guide>
        <p15:guide id="8" orient="horz" pos="3432">
          <p15:clr>
            <a:srgbClr val="F26B43"/>
          </p15:clr>
        </p15:guide>
        <p15:guide id="9" pos="1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A948"/>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72698" y="542810"/>
            <a:ext cx="10181963" cy="4499003"/>
          </a:xfrm>
        </p:spPr>
        <p:txBody>
          <a:bodyPr>
            <a:normAutofit/>
          </a:bodyPr>
          <a:lstStyle/>
          <a:p>
            <a:r>
              <a:rPr lang="en-US" b="1">
                <a:latin typeface="Avenir Next LT Pro Light"/>
                <a:ea typeface="Calibri"/>
                <a:cs typeface="Calibri"/>
              </a:rPr>
              <a:t>AI-Based Health and Fitness App</a:t>
            </a:r>
          </a:p>
        </p:txBody>
      </p:sp>
      <p:sp>
        <p:nvSpPr>
          <p:cNvPr id="3" name="Subtitle 2"/>
          <p:cNvSpPr>
            <a:spLocks noGrp="1"/>
          </p:cNvSpPr>
          <p:nvPr>
            <p:ph type="subTitle" idx="1"/>
          </p:nvPr>
        </p:nvSpPr>
        <p:spPr>
          <a:xfrm>
            <a:off x="8415079" y="5662836"/>
            <a:ext cx="2848121" cy="820248"/>
          </a:xfrm>
        </p:spPr>
        <p:txBody>
          <a:bodyPr vert="horz" lIns="91440" tIns="45720" rIns="91440" bIns="45720" rtlCol="0" anchor="t">
            <a:noAutofit/>
          </a:bodyPr>
          <a:lstStyle/>
          <a:p>
            <a:r>
              <a:rPr lang="en-US" sz="2000">
                <a:latin typeface="Avenir Next LT Pro Light"/>
              </a:rPr>
              <a:t>The Fitness Scholars</a:t>
            </a:r>
          </a:p>
        </p:txBody>
      </p:sp>
      <p:sp>
        <p:nvSpPr>
          <p:cNvPr id="4" name="TextBox 3">
            <a:extLst>
              <a:ext uri="{FF2B5EF4-FFF2-40B4-BE49-F238E27FC236}">
                <a16:creationId xmlns:a16="http://schemas.microsoft.com/office/drawing/2014/main" id="{A1037399-8173-B8E0-1CAB-02E4155F2A7F}"/>
              </a:ext>
            </a:extLst>
          </p:cNvPr>
          <p:cNvSpPr txBox="1"/>
          <p:nvPr/>
        </p:nvSpPr>
        <p:spPr>
          <a:xfrm>
            <a:off x="4321174" y="5193003"/>
            <a:ext cx="32741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Avenir Next LT Pro Light"/>
              </a:rPr>
              <a:t>System Design</a:t>
            </a:r>
          </a:p>
        </p:txBody>
      </p:sp>
      <p:pic>
        <p:nvPicPr>
          <p:cNvPr id="5" name="Picture 4" descr="Cartoon of a brain lifting weights&#10;&#10;AI-generated content may be incorrect.">
            <a:extLst>
              <a:ext uri="{FF2B5EF4-FFF2-40B4-BE49-F238E27FC236}">
                <a16:creationId xmlns:a16="http://schemas.microsoft.com/office/drawing/2014/main" id="{D05ECC80-295F-9B94-EF8B-32CE28492806}"/>
              </a:ext>
            </a:extLst>
          </p:cNvPr>
          <p:cNvPicPr>
            <a:picLocks noChangeAspect="1"/>
          </p:cNvPicPr>
          <p:nvPr/>
        </p:nvPicPr>
        <p:blipFill>
          <a:blip r:embed="rId2"/>
          <a:stretch>
            <a:fillRect/>
          </a:stretch>
        </p:blipFill>
        <p:spPr>
          <a:xfrm>
            <a:off x="7383032" y="852086"/>
            <a:ext cx="3885132" cy="2582967"/>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8A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42AA8-638D-036B-849B-4E5E5E603AE9}"/>
              </a:ext>
            </a:extLst>
          </p:cNvPr>
          <p:cNvSpPr>
            <a:spLocks noGrp="1"/>
          </p:cNvSpPr>
          <p:nvPr>
            <p:ph type="title"/>
          </p:nvPr>
        </p:nvSpPr>
        <p:spPr/>
        <p:txBody>
          <a:bodyPr/>
          <a:lstStyle/>
          <a:p>
            <a:r>
              <a:rPr lang="en-US" b="1">
                <a:cs typeface="Arial"/>
              </a:rPr>
              <a:t>Agenda</a:t>
            </a:r>
            <a:endParaRPr lang="en-US" b="1"/>
          </a:p>
        </p:txBody>
      </p:sp>
      <p:sp>
        <p:nvSpPr>
          <p:cNvPr id="3" name="Content Placeholder 2">
            <a:extLst>
              <a:ext uri="{FF2B5EF4-FFF2-40B4-BE49-F238E27FC236}">
                <a16:creationId xmlns:a16="http://schemas.microsoft.com/office/drawing/2014/main" id="{31DD8538-BED6-A082-0FD5-69902FF56F48}"/>
              </a:ext>
            </a:extLst>
          </p:cNvPr>
          <p:cNvSpPr>
            <a:spLocks noGrp="1"/>
          </p:cNvSpPr>
          <p:nvPr>
            <p:ph idx="1"/>
          </p:nvPr>
        </p:nvSpPr>
        <p:spPr/>
        <p:txBody>
          <a:bodyPr vert="horz" lIns="91440" tIns="45720" rIns="91440" bIns="45720" rtlCol="0" anchor="t">
            <a:normAutofit/>
          </a:bodyPr>
          <a:lstStyle/>
          <a:p>
            <a:r>
              <a:rPr lang="en-US" b="1"/>
              <a:t>Architecture Overview</a:t>
            </a:r>
          </a:p>
          <a:p>
            <a:pPr lvl="1">
              <a:buFont typeface="Avenir Next LT Pro Light" panose="020B0604020202020204" pitchFamily="34" charset="0"/>
              <a:buChar char="–"/>
            </a:pPr>
            <a:r>
              <a:rPr lang="en-US" b="1"/>
              <a:t>System Structure</a:t>
            </a:r>
          </a:p>
          <a:p>
            <a:pPr lvl="1">
              <a:buFont typeface="Avenir Next LT Pro Light" panose="020B0604020202020204" pitchFamily="34" charset="0"/>
              <a:buChar char="–"/>
            </a:pPr>
            <a:r>
              <a:rPr lang="en-US" b="1"/>
              <a:t>Data Flow Architecture</a:t>
            </a:r>
          </a:p>
          <a:p>
            <a:pPr lvl="1">
              <a:buFont typeface="Avenir Next LT Pro Light"/>
              <a:buChar char="–"/>
            </a:pPr>
            <a:r>
              <a:rPr lang="en-US" b="1"/>
              <a:t>Component Description</a:t>
            </a:r>
          </a:p>
          <a:p>
            <a:r>
              <a:rPr lang="en-US" b="1"/>
              <a:t>UML Class diagram</a:t>
            </a:r>
          </a:p>
          <a:p>
            <a:r>
              <a:rPr lang="en-US" b="1"/>
              <a:t>ER Diagram</a:t>
            </a:r>
          </a:p>
          <a:p>
            <a:r>
              <a:rPr lang="en-US" b="1"/>
              <a:t>UI Mock-Ups</a:t>
            </a:r>
          </a:p>
          <a:p>
            <a:r>
              <a:rPr lang="en-US" b="1"/>
              <a:t>Version Control Section</a:t>
            </a:r>
          </a:p>
          <a:p>
            <a:pPr marL="228600" lvl="1" indent="0">
              <a:buNone/>
            </a:pPr>
            <a:endParaRPr lang="en-US"/>
          </a:p>
        </p:txBody>
      </p:sp>
    </p:spTree>
    <p:extLst>
      <p:ext uri="{BB962C8B-B14F-4D97-AF65-F5344CB8AC3E}">
        <p14:creationId xmlns:p14="http://schemas.microsoft.com/office/powerpoint/2010/main" val="765195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CE3D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BA82-2D92-83DE-BF41-71863ACB3FD8}"/>
              </a:ext>
            </a:extLst>
          </p:cNvPr>
          <p:cNvSpPr>
            <a:spLocks noGrp="1"/>
          </p:cNvSpPr>
          <p:nvPr>
            <p:ph type="title"/>
          </p:nvPr>
        </p:nvSpPr>
        <p:spPr/>
        <p:txBody>
          <a:bodyPr/>
          <a:lstStyle/>
          <a:p>
            <a:r>
              <a:rPr lang="en-US" b="1">
                <a:cs typeface="Arial"/>
              </a:rPr>
              <a:t>Architecture Overview</a:t>
            </a:r>
            <a:endParaRPr lang="en-US" b="1"/>
          </a:p>
        </p:txBody>
      </p:sp>
      <p:sp>
        <p:nvSpPr>
          <p:cNvPr id="3" name="Content Placeholder 2">
            <a:extLst>
              <a:ext uri="{FF2B5EF4-FFF2-40B4-BE49-F238E27FC236}">
                <a16:creationId xmlns:a16="http://schemas.microsoft.com/office/drawing/2014/main" id="{912EC0AB-13F7-AE80-B2FC-D9FB21B6077E}"/>
              </a:ext>
            </a:extLst>
          </p:cNvPr>
          <p:cNvSpPr>
            <a:spLocks noGrp="1"/>
          </p:cNvSpPr>
          <p:nvPr>
            <p:ph idx="1"/>
          </p:nvPr>
        </p:nvSpPr>
        <p:spPr/>
        <p:txBody>
          <a:bodyPr vert="horz" lIns="91440" tIns="45720" rIns="91440" bIns="45720" rtlCol="0" anchor="t">
            <a:normAutofit/>
          </a:bodyPr>
          <a:lstStyle/>
          <a:p>
            <a:r>
              <a:rPr lang="en-US">
                <a:ea typeface="+mj-lt"/>
                <a:cs typeface="+mj-lt"/>
              </a:rPr>
              <a:t>The application uses a simple layered architecture with four main parts: the frontend, backend, database, and AI engine. The frontend allows users to interact with the app and view their workout plans. The backend, built with Python, processes user requests and manages the app’s logic. The database stores user information, workout history, and generated plans. The AI engine analyzes user data to create personalized workout plans that improve over time. All components communicate through secure APIs to ensure smooth and organized system operation.</a:t>
            </a:r>
            <a:endParaRPr lang="en-US"/>
          </a:p>
        </p:txBody>
      </p:sp>
    </p:spTree>
    <p:extLst>
      <p:ext uri="{BB962C8B-B14F-4D97-AF65-F5344CB8AC3E}">
        <p14:creationId xmlns:p14="http://schemas.microsoft.com/office/powerpoint/2010/main" val="559776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EC2E-ADB9-DA67-840A-D73A406D7854}"/>
              </a:ext>
            </a:extLst>
          </p:cNvPr>
          <p:cNvSpPr>
            <a:spLocks noGrp="1"/>
          </p:cNvSpPr>
          <p:nvPr>
            <p:ph type="title"/>
          </p:nvPr>
        </p:nvSpPr>
        <p:spPr>
          <a:xfrm>
            <a:off x="839788" y="987425"/>
            <a:ext cx="3932237" cy="1600200"/>
          </a:xfrm>
        </p:spPr>
        <p:txBody>
          <a:bodyPr anchor="t">
            <a:normAutofit/>
          </a:bodyPr>
          <a:lstStyle/>
          <a:p>
            <a:r>
              <a:rPr lang="en-US"/>
              <a:t>System STRUCUTRE</a:t>
            </a:r>
          </a:p>
        </p:txBody>
      </p:sp>
      <p:pic>
        <p:nvPicPr>
          <p:cNvPr id="4" name="Picture 3" descr="A diagram of a computer&#10;&#10;AI-generated content may be incorrect.">
            <a:extLst>
              <a:ext uri="{FF2B5EF4-FFF2-40B4-BE49-F238E27FC236}">
                <a16:creationId xmlns:a16="http://schemas.microsoft.com/office/drawing/2014/main" id="{BD5BC567-DA6B-02BF-8650-15C159DC380A}"/>
              </a:ext>
            </a:extLst>
          </p:cNvPr>
          <p:cNvPicPr>
            <a:picLocks noChangeAspect="1"/>
          </p:cNvPicPr>
          <p:nvPr/>
        </p:nvPicPr>
        <p:blipFill>
          <a:blip r:embed="rId2"/>
          <a:srcRect l="4852" r="2110" b="-3"/>
          <a:stretch>
            <a:fillRect/>
          </a:stretch>
        </p:blipFill>
        <p:spPr>
          <a:xfrm>
            <a:off x="5309826" y="987425"/>
            <a:ext cx="6045562" cy="4873625"/>
          </a:xfrm>
          <a:prstGeom prst="rect">
            <a:avLst/>
          </a:prstGeom>
          <a:noFill/>
          <a:ln>
            <a:solidFill>
              <a:srgbClr val="EAF4F4"/>
            </a:solidFill>
          </a:ln>
        </p:spPr>
      </p:pic>
      <p:sp>
        <p:nvSpPr>
          <p:cNvPr id="3" name="Content Placeholder 2">
            <a:extLst>
              <a:ext uri="{FF2B5EF4-FFF2-40B4-BE49-F238E27FC236}">
                <a16:creationId xmlns:a16="http://schemas.microsoft.com/office/drawing/2014/main" id="{73014F7A-FBFE-FA65-5766-849666B1E2AD}"/>
              </a:ext>
            </a:extLst>
          </p:cNvPr>
          <p:cNvSpPr>
            <a:spLocks noGrp="1"/>
          </p:cNvSpPr>
          <p:nvPr>
            <p:ph type="body" sz="half" idx="2"/>
          </p:nvPr>
        </p:nvSpPr>
        <p:spPr>
          <a:xfrm>
            <a:off x="839788" y="2743200"/>
            <a:ext cx="3932237" cy="3127376"/>
          </a:xfrm>
        </p:spPr>
        <p:txBody>
          <a:bodyPr vert="horz" lIns="91440" tIns="45720" rIns="91440" bIns="45720" rtlCol="0" anchor="t">
            <a:normAutofit/>
          </a:bodyPr>
          <a:lstStyle/>
          <a:p>
            <a:pPr>
              <a:lnSpc>
                <a:spcPct val="120000"/>
              </a:lnSpc>
            </a:pPr>
            <a:r>
              <a:rPr lang="en-US"/>
              <a:t>Our app uses a layered architecture with four main components: the frontend, Python backend, database, and AI engine. The frontend sends user requests to the backend, which processes the data, stores it in the database, and communicates with the AI engine to generate personalized workout plans.</a:t>
            </a:r>
          </a:p>
          <a:p>
            <a:pPr marL="0" indent="0">
              <a:lnSpc>
                <a:spcPct val="120000"/>
              </a:lnSpc>
              <a:buNone/>
            </a:pPr>
            <a:endParaRPr lang="en-US">
              <a:highlight>
                <a:srgbClr val="FFFFFF"/>
              </a:highlight>
            </a:endParaRPr>
          </a:p>
          <a:p>
            <a:pPr>
              <a:lnSpc>
                <a:spcPct val="120000"/>
              </a:lnSpc>
            </a:pPr>
            <a:endParaRPr lang="en-US">
              <a:highlight>
                <a:srgbClr val="FFFFFF"/>
              </a:highlight>
            </a:endParaRPr>
          </a:p>
        </p:txBody>
      </p:sp>
      <p:sp>
        <p:nvSpPr>
          <p:cNvPr id="9" name="Date Placeholder 4">
            <a:extLst>
              <a:ext uri="{FF2B5EF4-FFF2-40B4-BE49-F238E27FC236}">
                <a16:creationId xmlns:a16="http://schemas.microsoft.com/office/drawing/2014/main" id="{1D23520F-1C6F-BB80-DE5A-19AB0844E666}"/>
              </a:ext>
            </a:extLst>
          </p:cNvPr>
          <p:cNvSpPr>
            <a:spLocks noGrp="1"/>
          </p:cNvSpPr>
          <p:nvPr>
            <p:ph type="dt" sz="half" idx="10"/>
          </p:nvPr>
        </p:nvSpPr>
        <p:spPr>
          <a:xfrm>
            <a:off x="795014" y="6342042"/>
            <a:ext cx="2743200" cy="365125"/>
          </a:xfrm>
        </p:spPr>
        <p:txBody>
          <a:bodyPr/>
          <a:lstStyle/>
          <a:p>
            <a:pPr>
              <a:spcAft>
                <a:spcPts val="600"/>
              </a:spcAft>
            </a:pPr>
            <a:fld id="{133D481F-D1BF-4986-84BC-1632E3D85188}" type="datetime1">
              <a:pPr>
                <a:spcAft>
                  <a:spcPts val="600"/>
                </a:spcAft>
              </a:pPr>
              <a:t>2/24/2026</a:t>
            </a:fld>
            <a:endParaRPr lang="en-US"/>
          </a:p>
        </p:txBody>
      </p:sp>
      <p:sp>
        <p:nvSpPr>
          <p:cNvPr id="11" name="Footer Placeholder 5">
            <a:extLst>
              <a:ext uri="{FF2B5EF4-FFF2-40B4-BE49-F238E27FC236}">
                <a16:creationId xmlns:a16="http://schemas.microsoft.com/office/drawing/2014/main" id="{CFEA8241-C1D8-BC1F-11CC-3DE837A3049A}"/>
              </a:ext>
            </a:extLst>
          </p:cNvPr>
          <p:cNvSpPr>
            <a:spLocks noGrp="1"/>
          </p:cNvSpPr>
          <p:nvPr>
            <p:ph type="ftr" sz="quarter" idx="11"/>
          </p:nvPr>
        </p:nvSpPr>
        <p:spPr>
          <a:xfrm>
            <a:off x="7696200" y="6342042"/>
            <a:ext cx="3470128"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79A04C21-5783-597D-D00C-B85EB0455E35}"/>
              </a:ext>
            </a:extLst>
          </p:cNvPr>
          <p:cNvSpPr>
            <a:spLocks noGrp="1"/>
          </p:cNvSpPr>
          <p:nvPr>
            <p:ph type="sldNum" sz="quarter" idx="12"/>
          </p:nvPr>
        </p:nvSpPr>
        <p:spPr>
          <a:xfrm>
            <a:off x="11166329" y="6342042"/>
            <a:ext cx="526228" cy="365125"/>
          </a:xfrm>
        </p:spPr>
        <p:txBody>
          <a:bodyPr/>
          <a:lstStyle/>
          <a:p>
            <a:pPr>
              <a:spcAft>
                <a:spcPts val="600"/>
              </a:spcAft>
            </a:pPr>
            <a:fld id="{8DFDE724-0293-4953-AE9D-4D814FA589B0}" type="slidenum">
              <a:rPr lang="en-US" dirty="0"/>
              <a:pPr>
                <a:spcAft>
                  <a:spcPts val="600"/>
                </a:spcAft>
              </a:pPr>
              <a:t>4</a:t>
            </a:fld>
            <a:endParaRPr lang="en-US"/>
          </a:p>
        </p:txBody>
      </p:sp>
    </p:spTree>
    <p:extLst>
      <p:ext uri="{BB962C8B-B14F-4D97-AF65-F5344CB8AC3E}">
        <p14:creationId xmlns:p14="http://schemas.microsoft.com/office/powerpoint/2010/main" val="725296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FF8"/>
        </a:solidFill>
        <a:effectLst/>
      </p:bgPr>
    </p:bg>
    <p:spTree>
      <p:nvGrpSpPr>
        <p:cNvPr id="1" name="">
          <a:extLst>
            <a:ext uri="{FF2B5EF4-FFF2-40B4-BE49-F238E27FC236}">
              <a16:creationId xmlns:a16="http://schemas.microsoft.com/office/drawing/2014/main" id="{17C40A75-CB4F-503E-0CCD-AE097D5EF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774FF-6701-C135-B39F-4DA231CB6DB0}"/>
              </a:ext>
            </a:extLst>
          </p:cNvPr>
          <p:cNvSpPr>
            <a:spLocks noGrp="1"/>
          </p:cNvSpPr>
          <p:nvPr>
            <p:ph type="title"/>
          </p:nvPr>
        </p:nvSpPr>
        <p:spPr>
          <a:xfrm>
            <a:off x="808661" y="365125"/>
            <a:ext cx="10357666" cy="1438450"/>
          </a:xfrm>
        </p:spPr>
        <p:txBody>
          <a:bodyPr anchor="b">
            <a:normAutofit/>
          </a:bodyPr>
          <a:lstStyle/>
          <a:p>
            <a:r>
              <a:rPr lang="en-US" b="1"/>
              <a:t>Data Flow Architecture</a:t>
            </a:r>
          </a:p>
        </p:txBody>
      </p:sp>
      <p:sp>
        <p:nvSpPr>
          <p:cNvPr id="3" name="Content Placeholder 2">
            <a:extLst>
              <a:ext uri="{FF2B5EF4-FFF2-40B4-BE49-F238E27FC236}">
                <a16:creationId xmlns:a16="http://schemas.microsoft.com/office/drawing/2014/main" id="{38C44F0B-04B1-8310-9D79-6AD2FC9CA289}"/>
              </a:ext>
            </a:extLst>
          </p:cNvPr>
          <p:cNvSpPr>
            <a:spLocks noGrp="1"/>
          </p:cNvSpPr>
          <p:nvPr>
            <p:ph sz="half" idx="1"/>
          </p:nvPr>
        </p:nvSpPr>
        <p:spPr>
          <a:xfrm>
            <a:off x="812976" y="2019299"/>
            <a:ext cx="4995019" cy="4157663"/>
          </a:xfrm>
        </p:spPr>
        <p:txBody>
          <a:bodyPr vert="horz" lIns="91440" tIns="45720" rIns="91440" bIns="45720" rtlCol="0">
            <a:normAutofit/>
          </a:bodyPr>
          <a:lstStyle/>
          <a:p>
            <a:pPr>
              <a:lnSpc>
                <a:spcPct val="120000"/>
              </a:lnSpc>
            </a:pPr>
            <a:r>
              <a:rPr lang="en-US"/>
              <a:t>The data flow begins when a user interacts with the app and submits a request. The system processes the input and checks whether an AI-generated workout plan is needed. If AI is required, the system generates a new workout plan and stores it in the database. If not, it retrieves existing data from the database. Finally, the backend sends the results back to the user interface for display.</a:t>
            </a:r>
          </a:p>
          <a:p>
            <a:pPr>
              <a:lnSpc>
                <a:spcPct val="120000"/>
              </a:lnSpc>
            </a:pPr>
            <a:endParaRPr lang="en-US"/>
          </a:p>
        </p:txBody>
      </p:sp>
      <p:pic>
        <p:nvPicPr>
          <p:cNvPr id="4" name="Picture 3" descr="A diagram of a flowchart&#10;&#10;AI-generated content may be incorrect.">
            <a:extLst>
              <a:ext uri="{FF2B5EF4-FFF2-40B4-BE49-F238E27FC236}">
                <a16:creationId xmlns:a16="http://schemas.microsoft.com/office/drawing/2014/main" id="{78B8CE34-58D9-D10D-F208-2B4C6B998F63}"/>
              </a:ext>
            </a:extLst>
          </p:cNvPr>
          <p:cNvPicPr>
            <a:picLocks noChangeAspect="1"/>
          </p:cNvPicPr>
          <p:nvPr/>
        </p:nvPicPr>
        <p:blipFill>
          <a:blip r:embed="rId2"/>
          <a:stretch>
            <a:fillRect/>
          </a:stretch>
        </p:blipFill>
        <p:spPr>
          <a:xfrm>
            <a:off x="7565593" y="2019299"/>
            <a:ext cx="2484203" cy="4157663"/>
          </a:xfrm>
          <a:prstGeom prst="rect">
            <a:avLst/>
          </a:prstGeom>
          <a:noFill/>
        </p:spPr>
      </p:pic>
      <p:sp>
        <p:nvSpPr>
          <p:cNvPr id="9" name="Date Placeholder 4">
            <a:extLst>
              <a:ext uri="{FF2B5EF4-FFF2-40B4-BE49-F238E27FC236}">
                <a16:creationId xmlns:a16="http://schemas.microsoft.com/office/drawing/2014/main" id="{E877F594-28F9-2EBF-67EC-B1ECE410493E}"/>
              </a:ext>
            </a:extLst>
          </p:cNvPr>
          <p:cNvSpPr>
            <a:spLocks noGrp="1"/>
          </p:cNvSpPr>
          <p:nvPr>
            <p:ph type="dt" sz="half" idx="10"/>
          </p:nvPr>
        </p:nvSpPr>
        <p:spPr>
          <a:xfrm>
            <a:off x="795014" y="6342042"/>
            <a:ext cx="2743200" cy="365125"/>
          </a:xfrm>
        </p:spPr>
        <p:txBody>
          <a:bodyPr/>
          <a:lstStyle/>
          <a:p>
            <a:pPr>
              <a:spcAft>
                <a:spcPts val="600"/>
              </a:spcAft>
            </a:pPr>
            <a:fld id="{DEDD18E5-BBDD-4A4F-ACB0-7F439772417B}" type="datetime1">
              <a:pPr>
                <a:spcAft>
                  <a:spcPts val="600"/>
                </a:spcAft>
              </a:pPr>
              <a:t>2/24/2026</a:t>
            </a:fld>
            <a:endParaRPr lang="en-US"/>
          </a:p>
        </p:txBody>
      </p:sp>
      <p:sp>
        <p:nvSpPr>
          <p:cNvPr id="11" name="Footer Placeholder 5">
            <a:extLst>
              <a:ext uri="{FF2B5EF4-FFF2-40B4-BE49-F238E27FC236}">
                <a16:creationId xmlns:a16="http://schemas.microsoft.com/office/drawing/2014/main" id="{499A4407-00BB-B082-EA43-2E483C457E35}"/>
              </a:ext>
            </a:extLst>
          </p:cNvPr>
          <p:cNvSpPr>
            <a:spLocks noGrp="1"/>
          </p:cNvSpPr>
          <p:nvPr>
            <p:ph type="ftr" sz="quarter" idx="11"/>
          </p:nvPr>
        </p:nvSpPr>
        <p:spPr>
          <a:xfrm>
            <a:off x="7696200" y="6342042"/>
            <a:ext cx="3470128"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C95B9088-AF97-37A2-7C3C-3D228486C3D8}"/>
              </a:ext>
            </a:extLst>
          </p:cNvPr>
          <p:cNvSpPr>
            <a:spLocks noGrp="1"/>
          </p:cNvSpPr>
          <p:nvPr>
            <p:ph type="sldNum" sz="quarter" idx="12"/>
          </p:nvPr>
        </p:nvSpPr>
        <p:spPr>
          <a:xfrm>
            <a:off x="11166329" y="6342042"/>
            <a:ext cx="526228" cy="365125"/>
          </a:xfrm>
        </p:spPr>
        <p:txBody>
          <a:bodyPr/>
          <a:lstStyle/>
          <a:p>
            <a:pPr>
              <a:spcAft>
                <a:spcPts val="600"/>
              </a:spcAft>
            </a:pPr>
            <a:fld id="{8DFDE724-0293-4953-AE9D-4D814FA589B0}" type="slidenum">
              <a:rPr lang="en-US" dirty="0"/>
              <a:pPr>
                <a:spcAft>
                  <a:spcPts val="600"/>
                </a:spcAft>
              </a:pPr>
              <a:t>5</a:t>
            </a:fld>
            <a:endParaRPr lang="en-US"/>
          </a:p>
        </p:txBody>
      </p:sp>
    </p:spTree>
    <p:extLst>
      <p:ext uri="{BB962C8B-B14F-4D97-AF65-F5344CB8AC3E}">
        <p14:creationId xmlns:p14="http://schemas.microsoft.com/office/powerpoint/2010/main" val="864878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A948"/>
        </a:solidFill>
        <a:effectLst/>
      </p:bgPr>
    </p:bg>
    <p:spTree>
      <p:nvGrpSpPr>
        <p:cNvPr id="1" name="">
          <a:extLst>
            <a:ext uri="{FF2B5EF4-FFF2-40B4-BE49-F238E27FC236}">
              <a16:creationId xmlns:a16="http://schemas.microsoft.com/office/drawing/2014/main" id="{A24D1EB0-F164-3F3F-0733-98E295B9B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71FBF-4189-88BF-E9F5-4A2E9C826530}"/>
              </a:ext>
            </a:extLst>
          </p:cNvPr>
          <p:cNvSpPr>
            <a:spLocks noGrp="1"/>
          </p:cNvSpPr>
          <p:nvPr>
            <p:ph type="title"/>
          </p:nvPr>
        </p:nvSpPr>
        <p:spPr/>
        <p:txBody>
          <a:bodyPr/>
          <a:lstStyle/>
          <a:p>
            <a:r>
              <a:rPr lang="en-US" b="1">
                <a:cs typeface="Arial"/>
              </a:rPr>
              <a:t>Component Description</a:t>
            </a:r>
            <a:endParaRPr lang="en-US" b="1"/>
          </a:p>
        </p:txBody>
      </p:sp>
      <p:sp>
        <p:nvSpPr>
          <p:cNvPr id="3" name="Content Placeholder 2">
            <a:extLst>
              <a:ext uri="{FF2B5EF4-FFF2-40B4-BE49-F238E27FC236}">
                <a16:creationId xmlns:a16="http://schemas.microsoft.com/office/drawing/2014/main" id="{38D3F293-5163-A39E-2EE8-CB0E62104A9A}"/>
              </a:ext>
            </a:extLst>
          </p:cNvPr>
          <p:cNvSpPr>
            <a:spLocks noGrp="1"/>
          </p:cNvSpPr>
          <p:nvPr>
            <p:ph idx="1"/>
          </p:nvPr>
        </p:nvSpPr>
        <p:spPr/>
        <p:txBody>
          <a:bodyPr vert="horz" lIns="91440" tIns="45720" rIns="91440" bIns="45720" rtlCol="0" anchor="t">
            <a:normAutofit fontScale="85000" lnSpcReduction="20000"/>
          </a:bodyPr>
          <a:lstStyle/>
          <a:p>
            <a:r>
              <a:rPr lang="en-US">
                <a:ea typeface="+mj-lt"/>
                <a:cs typeface="+mj-lt"/>
              </a:rPr>
              <a:t>Frontend (UI Layer)</a:t>
            </a:r>
            <a:br>
              <a:rPr lang="en-US">
                <a:ea typeface="+mj-lt"/>
                <a:cs typeface="+mj-lt"/>
              </a:rPr>
            </a:br>
            <a:r>
              <a:rPr lang="en-US">
                <a:ea typeface="+mj-lt"/>
                <a:cs typeface="+mj-lt"/>
              </a:rPr>
              <a:t> The frontend displays the app interface and allows users to view workout plans, schedules, and dashboards. It sends user inputs to the backend and displays the results it receives.</a:t>
            </a:r>
            <a:endParaRPr lang="en-US"/>
          </a:p>
          <a:p>
            <a:r>
              <a:rPr lang="en-US">
                <a:ea typeface="+mj-lt"/>
                <a:cs typeface="+mj-lt"/>
              </a:rPr>
              <a:t>Backend (Python Layer)</a:t>
            </a:r>
            <a:br>
              <a:rPr lang="en-US">
                <a:ea typeface="+mj-lt"/>
                <a:cs typeface="+mj-lt"/>
              </a:rPr>
            </a:br>
            <a:r>
              <a:rPr lang="en-US">
                <a:ea typeface="+mj-lt"/>
                <a:cs typeface="+mj-lt"/>
              </a:rPr>
              <a:t> The backend processes user requests, manages the app’s logic, and connects all components together.</a:t>
            </a:r>
            <a:endParaRPr lang="en-US"/>
          </a:p>
          <a:p>
            <a:r>
              <a:rPr lang="en-US">
                <a:ea typeface="+mj-lt"/>
                <a:cs typeface="+mj-lt"/>
              </a:rPr>
              <a:t>Database Layer</a:t>
            </a:r>
            <a:br>
              <a:rPr lang="en-US">
                <a:ea typeface="+mj-lt"/>
                <a:cs typeface="+mj-lt"/>
              </a:rPr>
            </a:br>
            <a:r>
              <a:rPr lang="en-US">
                <a:ea typeface="+mj-lt"/>
                <a:cs typeface="+mj-lt"/>
              </a:rPr>
              <a:t> The database stores user profiles, workout history, feedback, and generated plans. It communicates directly with the backend to save and retrieve data.</a:t>
            </a:r>
            <a:endParaRPr lang="en-US"/>
          </a:p>
          <a:p>
            <a:r>
              <a:rPr lang="en-US">
                <a:ea typeface="+mj-lt"/>
                <a:cs typeface="+mj-lt"/>
              </a:rPr>
              <a:t>AI Engine</a:t>
            </a:r>
            <a:br>
              <a:rPr lang="en-US">
                <a:ea typeface="+mj-lt"/>
                <a:cs typeface="+mj-lt"/>
              </a:rPr>
            </a:br>
            <a:r>
              <a:rPr lang="en-US">
                <a:ea typeface="+mj-lt"/>
                <a:cs typeface="+mj-lt"/>
              </a:rPr>
              <a:t> The AI engine uses OpenAI and machine learning to analyze user data and generate personalized workout plans that improve over time.</a:t>
            </a:r>
            <a:endParaRPr lang="en-US"/>
          </a:p>
          <a:p>
            <a:endParaRPr lang="en-US"/>
          </a:p>
        </p:txBody>
      </p:sp>
    </p:spTree>
    <p:extLst>
      <p:ext uri="{BB962C8B-B14F-4D97-AF65-F5344CB8AC3E}">
        <p14:creationId xmlns:p14="http://schemas.microsoft.com/office/powerpoint/2010/main" val="1272380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78A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9C3C-08AA-6B9E-087D-8D1C47F4B824}"/>
              </a:ext>
            </a:extLst>
          </p:cNvPr>
          <p:cNvSpPr>
            <a:spLocks noGrp="1"/>
          </p:cNvSpPr>
          <p:nvPr>
            <p:ph type="title"/>
          </p:nvPr>
        </p:nvSpPr>
        <p:spPr>
          <a:xfrm>
            <a:off x="295926" y="138738"/>
            <a:ext cx="10436656" cy="713486"/>
          </a:xfrm>
        </p:spPr>
        <p:txBody>
          <a:bodyPr vert="horz" lIns="91440" tIns="45720" rIns="91440" bIns="45720" rtlCol="0" anchor="t">
            <a:normAutofit/>
          </a:bodyPr>
          <a:lstStyle/>
          <a:p>
            <a:r>
              <a:rPr lang="en-US" sz="2800" b="1"/>
              <a:t>UML Class diagram-System Structure</a:t>
            </a:r>
          </a:p>
        </p:txBody>
      </p:sp>
      <p:sp>
        <p:nvSpPr>
          <p:cNvPr id="3" name="Content Placeholder 2">
            <a:extLst>
              <a:ext uri="{FF2B5EF4-FFF2-40B4-BE49-F238E27FC236}">
                <a16:creationId xmlns:a16="http://schemas.microsoft.com/office/drawing/2014/main" id="{414C0BEF-74F6-DBF7-0930-61477D7546A8}"/>
              </a:ext>
            </a:extLst>
          </p:cNvPr>
          <p:cNvSpPr>
            <a:spLocks noGrp="1"/>
          </p:cNvSpPr>
          <p:nvPr>
            <p:ph sz="half" idx="1"/>
          </p:nvPr>
        </p:nvSpPr>
        <p:spPr>
          <a:xfrm>
            <a:off x="36391" y="912886"/>
            <a:ext cx="4527409" cy="5841228"/>
          </a:xfrm>
        </p:spPr>
        <p:txBody>
          <a:bodyPr vert="horz" lIns="91440" tIns="45720" rIns="91440" bIns="45720" rtlCol="0" anchor="t">
            <a:normAutofit fontScale="92500" lnSpcReduction="10000"/>
          </a:bodyPr>
          <a:lstStyle/>
          <a:p>
            <a:pPr marL="274320" lvl="2" indent="0">
              <a:lnSpc>
                <a:spcPct val="100000"/>
              </a:lnSpc>
              <a:spcBef>
                <a:spcPts val="0"/>
              </a:spcBef>
              <a:spcAft>
                <a:spcPts val="200"/>
              </a:spcAft>
              <a:buNone/>
            </a:pPr>
            <a:r>
              <a:rPr lang="en-US" b="1" u="sng">
                <a:ea typeface="+mj-lt"/>
                <a:cs typeface="+mj-lt"/>
              </a:rPr>
              <a:t>Domian Layer</a:t>
            </a:r>
            <a:br>
              <a:rPr lang="en-US" sz="1500">
                <a:ea typeface="+mj-lt"/>
                <a:cs typeface="+mj-lt"/>
              </a:rPr>
            </a:br>
            <a:r>
              <a:rPr lang="en-US" sz="1500">
                <a:ea typeface="+mj-lt"/>
                <a:cs typeface="+mj-lt"/>
              </a:rPr>
              <a:t> • Core system data and entities</a:t>
            </a:r>
            <a:br>
              <a:rPr lang="en-US" sz="1500">
                <a:ea typeface="+mj-lt"/>
                <a:cs typeface="+mj-lt"/>
              </a:rPr>
            </a:br>
            <a:r>
              <a:rPr lang="en-US" sz="1500">
                <a:ea typeface="+mj-lt"/>
                <a:cs typeface="+mj-lt"/>
              </a:rPr>
              <a:t> • Central class: User</a:t>
            </a:r>
            <a:br>
              <a:rPr lang="en-US" sz="1500">
                <a:ea typeface="+mj-lt"/>
                <a:cs typeface="+mj-lt"/>
              </a:rPr>
            </a:br>
            <a:r>
              <a:rPr lang="en-US" sz="1500">
                <a:ea typeface="+mj-lt"/>
                <a:cs typeface="+mj-lt"/>
              </a:rPr>
              <a:t> • User connects to User Preferences, Availability Schedule, Goals, Workout Plans, and Streak</a:t>
            </a:r>
            <a:br>
              <a:rPr lang="en-US" sz="1500">
                <a:ea typeface="+mj-lt"/>
                <a:cs typeface="+mj-lt"/>
              </a:rPr>
            </a:br>
            <a:r>
              <a:rPr lang="en-US" sz="1500">
                <a:ea typeface="+mj-lt"/>
                <a:cs typeface="+mj-lt"/>
              </a:rPr>
              <a:t> • </a:t>
            </a:r>
            <a:r>
              <a:rPr lang="en-US" sz="1500" err="1">
                <a:ea typeface="+mj-lt"/>
                <a:cs typeface="+mj-lt"/>
              </a:rPr>
              <a:t>WorkoutPlan</a:t>
            </a:r>
            <a:r>
              <a:rPr lang="en-US" sz="1500">
                <a:ea typeface="+mj-lt"/>
                <a:cs typeface="+mj-lt"/>
              </a:rPr>
              <a:t> → multiple </a:t>
            </a:r>
            <a:r>
              <a:rPr lang="en-US" sz="1500" err="1">
                <a:ea typeface="+mj-lt"/>
                <a:cs typeface="+mj-lt"/>
              </a:rPr>
              <a:t>WorkoutSessions</a:t>
            </a:r>
            <a:br>
              <a:rPr lang="en-US" sz="1500">
                <a:ea typeface="+mj-lt"/>
                <a:cs typeface="+mj-lt"/>
              </a:rPr>
            </a:br>
            <a:r>
              <a:rPr lang="en-US" sz="1500">
                <a:ea typeface="+mj-lt"/>
                <a:cs typeface="+mj-lt"/>
              </a:rPr>
              <a:t> • </a:t>
            </a:r>
            <a:r>
              <a:rPr lang="en-US" sz="1500" err="1">
                <a:ea typeface="+mj-lt"/>
                <a:cs typeface="+mj-lt"/>
              </a:rPr>
              <a:t>WorkoutSession</a:t>
            </a:r>
            <a:r>
              <a:rPr lang="en-US" sz="1500">
                <a:ea typeface="+mj-lt"/>
                <a:cs typeface="+mj-lt"/>
              </a:rPr>
              <a:t> → </a:t>
            </a:r>
            <a:r>
              <a:rPr lang="en-US" sz="1500" err="1">
                <a:ea typeface="+mj-lt"/>
                <a:cs typeface="+mj-lt"/>
              </a:rPr>
              <a:t>WorkoutLog</a:t>
            </a:r>
            <a:r>
              <a:rPr lang="en-US" sz="1500">
                <a:ea typeface="+mj-lt"/>
                <a:cs typeface="+mj-lt"/>
              </a:rPr>
              <a:t> and Feedback</a:t>
            </a:r>
            <a:br>
              <a:rPr lang="en-US" sz="1500">
                <a:ea typeface="+mj-lt"/>
                <a:cs typeface="+mj-lt"/>
              </a:rPr>
            </a:br>
            <a:r>
              <a:rPr lang="en-US" sz="1500">
                <a:ea typeface="+mj-lt"/>
                <a:cs typeface="+mj-lt"/>
              </a:rPr>
              <a:t> • </a:t>
            </a:r>
            <a:r>
              <a:rPr lang="en-US" sz="1500" err="1">
                <a:ea typeface="+mj-lt"/>
                <a:cs typeface="+mj-lt"/>
              </a:rPr>
              <a:t>KnowledgeBaseItem</a:t>
            </a:r>
            <a:r>
              <a:rPr lang="en-US" sz="1500">
                <a:ea typeface="+mj-lt"/>
                <a:cs typeface="+mj-lt"/>
              </a:rPr>
              <a:t> supports workout content and filtering</a:t>
            </a:r>
          </a:p>
          <a:p>
            <a:pPr marL="274320" lvl="2" indent="0">
              <a:lnSpc>
                <a:spcPct val="100000"/>
              </a:lnSpc>
              <a:spcBef>
                <a:spcPts val="0"/>
              </a:spcBef>
              <a:spcAft>
                <a:spcPts val="200"/>
              </a:spcAft>
              <a:buNone/>
            </a:pPr>
            <a:endParaRPr lang="en-US" sz="1500">
              <a:ea typeface="+mj-lt"/>
              <a:cs typeface="+mj-lt"/>
            </a:endParaRPr>
          </a:p>
          <a:p>
            <a:pPr indent="0">
              <a:lnSpc>
                <a:spcPct val="100000"/>
              </a:lnSpc>
              <a:spcBef>
                <a:spcPts val="0"/>
              </a:spcBef>
              <a:spcAft>
                <a:spcPts val="200"/>
              </a:spcAft>
              <a:buNone/>
            </a:pPr>
            <a:r>
              <a:rPr lang="en-US" sz="1600" b="1" u="sng">
                <a:ea typeface="+mj-lt"/>
                <a:cs typeface="+mj-lt"/>
              </a:rPr>
              <a:t>Service Layer</a:t>
            </a:r>
            <a:br>
              <a:rPr lang="en-US" sz="1500">
                <a:ea typeface="+mj-lt"/>
                <a:cs typeface="+mj-lt"/>
              </a:rPr>
            </a:br>
            <a:r>
              <a:rPr lang="en-US" sz="1500">
                <a:ea typeface="+mj-lt"/>
                <a:cs typeface="+mj-lt"/>
              </a:rPr>
              <a:t> • Business logic layer – Perform actions</a:t>
            </a:r>
            <a:br>
              <a:rPr lang="en-US" sz="1500">
                <a:ea typeface="+mj-lt"/>
                <a:cs typeface="+mj-lt"/>
              </a:rPr>
            </a:br>
            <a:r>
              <a:rPr lang="en-US" sz="1500">
                <a:ea typeface="+mj-lt"/>
                <a:cs typeface="+mj-lt"/>
              </a:rPr>
              <a:t> • </a:t>
            </a:r>
            <a:r>
              <a:rPr lang="en-US" sz="1500" err="1">
                <a:ea typeface="+mj-lt"/>
                <a:cs typeface="+mj-lt"/>
              </a:rPr>
              <a:t>AuthService</a:t>
            </a:r>
            <a:r>
              <a:rPr lang="en-US" sz="1500">
                <a:ea typeface="+mj-lt"/>
                <a:cs typeface="+mj-lt"/>
              </a:rPr>
              <a:t> handles accounts</a:t>
            </a:r>
            <a:br>
              <a:rPr lang="en-US" sz="1500">
                <a:ea typeface="+mj-lt"/>
                <a:cs typeface="+mj-lt"/>
              </a:rPr>
            </a:br>
            <a:r>
              <a:rPr lang="en-US" sz="1500">
                <a:ea typeface="+mj-lt"/>
                <a:cs typeface="+mj-lt"/>
              </a:rPr>
              <a:t> • WorkoutScheduleService creates plans</a:t>
            </a:r>
            <a:br>
              <a:rPr lang="en-US" sz="1500">
                <a:ea typeface="+mj-lt"/>
                <a:cs typeface="+mj-lt"/>
              </a:rPr>
            </a:br>
            <a:r>
              <a:rPr lang="en-US" sz="1500">
                <a:ea typeface="+mj-lt"/>
                <a:cs typeface="+mj-lt"/>
              </a:rPr>
              <a:t> • </a:t>
            </a:r>
            <a:r>
              <a:rPr lang="en-US" sz="1500" err="1">
                <a:ea typeface="+mj-lt"/>
                <a:cs typeface="+mj-lt"/>
              </a:rPr>
              <a:t>RecommendationEngine</a:t>
            </a:r>
            <a:r>
              <a:rPr lang="en-US" sz="1500">
                <a:ea typeface="+mj-lt"/>
                <a:cs typeface="+mj-lt"/>
              </a:rPr>
              <a:t> adapts workouts</a:t>
            </a:r>
            <a:br>
              <a:rPr lang="en-US" sz="1500">
                <a:ea typeface="+mj-lt"/>
                <a:cs typeface="+mj-lt"/>
              </a:rPr>
            </a:br>
            <a:r>
              <a:rPr lang="en-US" sz="1500">
                <a:ea typeface="+mj-lt"/>
                <a:cs typeface="+mj-lt"/>
              </a:rPr>
              <a:t> • </a:t>
            </a:r>
            <a:r>
              <a:rPr lang="en-US" sz="1500" err="1">
                <a:ea typeface="+mj-lt"/>
                <a:cs typeface="+mj-lt"/>
              </a:rPr>
              <a:t>ChatbotService</a:t>
            </a:r>
            <a:r>
              <a:rPr lang="en-US" sz="1500">
                <a:ea typeface="+mj-lt"/>
                <a:cs typeface="+mj-lt"/>
              </a:rPr>
              <a:t> provides AI support</a:t>
            </a:r>
            <a:br>
              <a:rPr lang="en-US" sz="1500">
                <a:ea typeface="+mj-lt"/>
                <a:cs typeface="+mj-lt"/>
              </a:rPr>
            </a:br>
            <a:r>
              <a:rPr lang="en-US" sz="1500">
                <a:ea typeface="+mj-lt"/>
                <a:cs typeface="+mj-lt"/>
              </a:rPr>
              <a:t> • </a:t>
            </a:r>
            <a:r>
              <a:rPr lang="en-US" sz="1500" err="1">
                <a:ea typeface="+mj-lt"/>
                <a:cs typeface="+mj-lt"/>
              </a:rPr>
              <a:t>KnowledgeBaseService</a:t>
            </a:r>
            <a:r>
              <a:rPr lang="en-US" sz="1500">
                <a:ea typeface="+mj-lt"/>
                <a:cs typeface="+mj-lt"/>
              </a:rPr>
              <a:t> filters content</a:t>
            </a:r>
            <a:br>
              <a:rPr lang="en-US" sz="1500">
                <a:ea typeface="+mj-lt"/>
                <a:cs typeface="+mj-lt"/>
              </a:rPr>
            </a:br>
            <a:r>
              <a:rPr lang="en-US" sz="1500">
                <a:ea typeface="+mj-lt"/>
                <a:cs typeface="+mj-lt"/>
              </a:rPr>
              <a:t> • </a:t>
            </a:r>
            <a:r>
              <a:rPr lang="en-US" sz="1500" err="1">
                <a:ea typeface="+mj-lt"/>
                <a:cs typeface="+mj-lt"/>
              </a:rPr>
              <a:t>NotificationService</a:t>
            </a:r>
            <a:r>
              <a:rPr lang="en-US" sz="1500">
                <a:ea typeface="+mj-lt"/>
                <a:cs typeface="+mj-lt"/>
              </a:rPr>
              <a:t> manages reminders</a:t>
            </a:r>
            <a:endParaRPr lang="en-US" sz="1500"/>
          </a:p>
          <a:p>
            <a:pPr indent="0">
              <a:lnSpc>
                <a:spcPct val="100000"/>
              </a:lnSpc>
              <a:spcBef>
                <a:spcPts val="0"/>
              </a:spcBef>
              <a:spcAft>
                <a:spcPts val="200"/>
              </a:spcAft>
              <a:buNone/>
            </a:pPr>
            <a:endParaRPr lang="en-US" sz="1500">
              <a:ea typeface="+mj-lt"/>
              <a:cs typeface="+mj-lt"/>
            </a:endParaRPr>
          </a:p>
          <a:p>
            <a:pPr indent="0">
              <a:lnSpc>
                <a:spcPct val="100000"/>
              </a:lnSpc>
              <a:spcBef>
                <a:spcPts val="0"/>
              </a:spcBef>
              <a:spcAft>
                <a:spcPts val="200"/>
              </a:spcAft>
              <a:buNone/>
            </a:pPr>
            <a:r>
              <a:rPr lang="en-US" sz="1500">
                <a:ea typeface="+mj-lt"/>
                <a:cs typeface="+mj-lt"/>
              </a:rPr>
              <a:t>• Each class includes key attributes like IDs, dates, difficulty levels, and status fields that define the data stored in the system.</a:t>
            </a:r>
            <a:endParaRPr lang="en-US"/>
          </a:p>
          <a:p>
            <a:pPr indent="0">
              <a:lnSpc>
                <a:spcPct val="100000"/>
              </a:lnSpc>
              <a:spcBef>
                <a:spcPts val="0"/>
              </a:spcBef>
              <a:spcAft>
                <a:spcPts val="200"/>
              </a:spcAft>
              <a:buNone/>
            </a:pPr>
            <a:endParaRPr lang="en-US" sz="1500">
              <a:ea typeface="+mj-lt"/>
              <a:cs typeface="+mj-lt"/>
            </a:endParaRPr>
          </a:p>
          <a:p>
            <a:pPr indent="0">
              <a:lnSpc>
                <a:spcPct val="100000"/>
              </a:lnSpc>
              <a:spcBef>
                <a:spcPts val="0"/>
              </a:spcBef>
              <a:spcAft>
                <a:spcPts val="200"/>
              </a:spcAft>
              <a:buNone/>
            </a:pPr>
            <a:r>
              <a:rPr lang="en-US" sz="1600" b="1" u="sng">
                <a:ea typeface="+mj-lt"/>
                <a:cs typeface="+mj-lt"/>
              </a:rPr>
              <a:t>Relationships</a:t>
            </a:r>
            <a:br>
              <a:rPr lang="en-US" sz="1500">
                <a:ea typeface="+mj-lt"/>
                <a:cs typeface="+mj-lt"/>
              </a:rPr>
            </a:br>
            <a:r>
              <a:rPr lang="en-US" sz="1500">
                <a:ea typeface="+mj-lt"/>
                <a:cs typeface="+mj-lt"/>
              </a:rPr>
              <a:t> • Solid lines = structural associations</a:t>
            </a:r>
            <a:br>
              <a:rPr lang="en-US" sz="1500">
                <a:ea typeface="+mj-lt"/>
                <a:cs typeface="+mj-lt"/>
              </a:rPr>
            </a:br>
            <a:r>
              <a:rPr lang="en-US" sz="1500">
                <a:ea typeface="+mj-lt"/>
                <a:cs typeface="+mj-lt"/>
              </a:rPr>
              <a:t> • Dashed arrows = dependencies on domain classes</a:t>
            </a:r>
          </a:p>
          <a:p>
            <a:pPr marL="0" indent="0">
              <a:lnSpc>
                <a:spcPct val="100000"/>
              </a:lnSpc>
              <a:spcBef>
                <a:spcPts val="0"/>
              </a:spcBef>
              <a:spcAft>
                <a:spcPts val="200"/>
              </a:spcAft>
              <a:buNone/>
            </a:pPr>
            <a:endParaRPr lang="en-US" sz="1500">
              <a:ea typeface="+mj-lt"/>
              <a:cs typeface="+mj-lt"/>
            </a:endParaRPr>
          </a:p>
          <a:p>
            <a:pPr marL="0" indent="0">
              <a:lnSpc>
                <a:spcPct val="100000"/>
              </a:lnSpc>
              <a:spcBef>
                <a:spcPts val="0"/>
              </a:spcBef>
              <a:spcAft>
                <a:spcPts val="200"/>
              </a:spcAft>
              <a:buNone/>
            </a:pPr>
            <a:endParaRPr lang="en-US" sz="1500">
              <a:ea typeface="+mj-lt"/>
              <a:cs typeface="+mj-lt"/>
            </a:endParaRPr>
          </a:p>
          <a:p>
            <a:pPr indent="0">
              <a:lnSpc>
                <a:spcPct val="100000"/>
              </a:lnSpc>
              <a:spcBef>
                <a:spcPts val="0"/>
              </a:spcBef>
              <a:spcAft>
                <a:spcPts val="200"/>
              </a:spcAft>
            </a:pPr>
            <a:endParaRPr lang="en-US" sz="1500"/>
          </a:p>
        </p:txBody>
      </p:sp>
      <p:pic>
        <p:nvPicPr>
          <p:cNvPr id="4" name="Picture 3" descr="A diagram of a service&#10;&#10;AI-generated content may be incorrect.">
            <a:extLst>
              <a:ext uri="{FF2B5EF4-FFF2-40B4-BE49-F238E27FC236}">
                <a16:creationId xmlns:a16="http://schemas.microsoft.com/office/drawing/2014/main" id="{8F9322B9-1C3A-9CA5-0D77-2A6DFFD67A53}"/>
              </a:ext>
            </a:extLst>
          </p:cNvPr>
          <p:cNvPicPr>
            <a:picLocks noChangeAspect="1"/>
          </p:cNvPicPr>
          <p:nvPr/>
        </p:nvPicPr>
        <p:blipFill>
          <a:blip r:embed="rId2"/>
          <a:srcRect b="4083"/>
          <a:stretch>
            <a:fillRect/>
          </a:stretch>
        </p:blipFill>
        <p:spPr>
          <a:xfrm>
            <a:off x="4566110" y="854466"/>
            <a:ext cx="7520275" cy="5959360"/>
          </a:xfrm>
          <a:prstGeom prst="rect">
            <a:avLst/>
          </a:prstGeom>
          <a:noFill/>
        </p:spPr>
      </p:pic>
      <p:sp>
        <p:nvSpPr>
          <p:cNvPr id="9" name="Date Placeholder 4">
            <a:extLst>
              <a:ext uri="{FF2B5EF4-FFF2-40B4-BE49-F238E27FC236}">
                <a16:creationId xmlns:a16="http://schemas.microsoft.com/office/drawing/2014/main" id="{54070B7A-6E2D-C505-AE92-A68E0C002ED1}"/>
              </a:ext>
            </a:extLst>
          </p:cNvPr>
          <p:cNvSpPr>
            <a:spLocks noGrp="1"/>
          </p:cNvSpPr>
          <p:nvPr>
            <p:ph type="dt" sz="half" idx="10"/>
          </p:nvPr>
        </p:nvSpPr>
        <p:spPr>
          <a:xfrm>
            <a:off x="795014" y="6342042"/>
            <a:ext cx="2743200" cy="365125"/>
          </a:xfrm>
        </p:spPr>
        <p:txBody>
          <a:bodyPr/>
          <a:lstStyle/>
          <a:p>
            <a:pPr>
              <a:spcAft>
                <a:spcPts val="600"/>
              </a:spcAft>
            </a:pPr>
            <a:fld id="{8CB14658-BE14-4818-987F-7E504E7F1536}" type="datetime1">
              <a:pPr>
                <a:spcAft>
                  <a:spcPts val="600"/>
                </a:spcAft>
              </a:pPr>
              <a:t>2/24/2026</a:t>
            </a:fld>
            <a:endParaRPr lang="en-US"/>
          </a:p>
        </p:txBody>
      </p:sp>
      <p:sp>
        <p:nvSpPr>
          <p:cNvPr id="11" name="Footer Placeholder 5">
            <a:extLst>
              <a:ext uri="{FF2B5EF4-FFF2-40B4-BE49-F238E27FC236}">
                <a16:creationId xmlns:a16="http://schemas.microsoft.com/office/drawing/2014/main" id="{29FBE387-4CC2-A41C-FF51-D20D4002999F}"/>
              </a:ext>
            </a:extLst>
          </p:cNvPr>
          <p:cNvSpPr>
            <a:spLocks noGrp="1"/>
          </p:cNvSpPr>
          <p:nvPr>
            <p:ph type="ftr" sz="quarter" idx="11"/>
          </p:nvPr>
        </p:nvSpPr>
        <p:spPr>
          <a:xfrm>
            <a:off x="7696200" y="6342042"/>
            <a:ext cx="3470128" cy="365125"/>
          </a:xfrm>
        </p:spPr>
        <p:txBody>
          <a:bodyPr/>
          <a:lstStyle/>
          <a:p>
            <a:pPr>
              <a:spcAft>
                <a:spcPts val="600"/>
              </a:spcAft>
            </a:pPr>
            <a:r>
              <a:rPr lang="en-US"/>
              <a:t>
              </a:t>
            </a:r>
          </a:p>
        </p:txBody>
      </p:sp>
      <p:sp>
        <p:nvSpPr>
          <p:cNvPr id="13" name="Slide Number Placeholder 6">
            <a:extLst>
              <a:ext uri="{FF2B5EF4-FFF2-40B4-BE49-F238E27FC236}">
                <a16:creationId xmlns:a16="http://schemas.microsoft.com/office/drawing/2014/main" id="{24A611E8-040B-71E5-09DB-767B6320A3FC}"/>
              </a:ext>
            </a:extLst>
          </p:cNvPr>
          <p:cNvSpPr>
            <a:spLocks noGrp="1"/>
          </p:cNvSpPr>
          <p:nvPr>
            <p:ph type="sldNum" sz="quarter" idx="12"/>
          </p:nvPr>
        </p:nvSpPr>
        <p:spPr>
          <a:xfrm>
            <a:off x="11166329" y="6342042"/>
            <a:ext cx="526228" cy="365125"/>
          </a:xfrm>
        </p:spPr>
        <p:txBody>
          <a:bodyPr/>
          <a:lstStyle/>
          <a:p>
            <a:pPr>
              <a:spcAft>
                <a:spcPts val="600"/>
              </a:spcAft>
            </a:pPr>
            <a:fld id="{8DFDE724-0293-4953-AE9D-4D814FA589B0}" type="slidenum">
              <a:rPr lang="en-US" dirty="0"/>
              <a:pPr>
                <a:spcAft>
                  <a:spcPts val="600"/>
                </a:spcAft>
              </a:pPr>
              <a:t>7</a:t>
            </a:fld>
            <a:endParaRPr lang="en-US"/>
          </a:p>
        </p:txBody>
      </p:sp>
    </p:spTree>
    <p:extLst>
      <p:ext uri="{BB962C8B-B14F-4D97-AF65-F5344CB8AC3E}">
        <p14:creationId xmlns:p14="http://schemas.microsoft.com/office/powerpoint/2010/main" val="3738950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90120-16F9-CD9D-ABE0-1CA480232B19}"/>
              </a:ext>
            </a:extLst>
          </p:cNvPr>
          <p:cNvSpPr>
            <a:spLocks noGrp="1"/>
          </p:cNvSpPr>
          <p:nvPr>
            <p:ph type="title"/>
          </p:nvPr>
        </p:nvSpPr>
        <p:spPr>
          <a:xfrm>
            <a:off x="839788" y="987425"/>
            <a:ext cx="3932237" cy="1600200"/>
          </a:xfrm>
        </p:spPr>
        <p:txBody>
          <a:bodyPr anchor="t">
            <a:normAutofit/>
          </a:bodyPr>
          <a:lstStyle/>
          <a:p>
            <a:r>
              <a:rPr lang="en-US" b="1"/>
              <a:t>ER Diagram</a:t>
            </a:r>
          </a:p>
        </p:txBody>
      </p:sp>
      <p:pic>
        <p:nvPicPr>
          <p:cNvPr id="4" name="Picture 3" descr="A diagram of a program&#10;&#10;AI-generated content may be incorrect.">
            <a:extLst>
              <a:ext uri="{FF2B5EF4-FFF2-40B4-BE49-F238E27FC236}">
                <a16:creationId xmlns:a16="http://schemas.microsoft.com/office/drawing/2014/main" id="{7561B91D-E277-D346-71B0-9D7F36930772}"/>
              </a:ext>
            </a:extLst>
          </p:cNvPr>
          <p:cNvPicPr>
            <a:picLocks noChangeAspect="1"/>
          </p:cNvPicPr>
          <p:nvPr/>
        </p:nvPicPr>
        <p:blipFill>
          <a:blip r:embed="rId3"/>
          <a:srcRect t="1622" r="1" b="1252"/>
          <a:stretch>
            <a:fillRect/>
          </a:stretch>
        </p:blipFill>
        <p:spPr>
          <a:xfrm>
            <a:off x="5309844" y="987425"/>
            <a:ext cx="6045526" cy="4873625"/>
          </a:xfrm>
          <a:prstGeom prst="rect">
            <a:avLst/>
          </a:prstGeom>
          <a:noFill/>
        </p:spPr>
      </p:pic>
      <p:sp>
        <p:nvSpPr>
          <p:cNvPr id="3" name="Content Placeholder 2">
            <a:extLst>
              <a:ext uri="{FF2B5EF4-FFF2-40B4-BE49-F238E27FC236}">
                <a16:creationId xmlns:a16="http://schemas.microsoft.com/office/drawing/2014/main" id="{B7D362AA-9A6D-8300-982A-47AAE17D57A4}"/>
              </a:ext>
            </a:extLst>
          </p:cNvPr>
          <p:cNvSpPr>
            <a:spLocks noGrp="1"/>
          </p:cNvSpPr>
          <p:nvPr>
            <p:ph type="body" sz="half" idx="2"/>
          </p:nvPr>
        </p:nvSpPr>
        <p:spPr>
          <a:xfrm>
            <a:off x="431788" y="1957200"/>
            <a:ext cx="4688237" cy="4219376"/>
          </a:xfrm>
        </p:spPr>
        <p:txBody>
          <a:bodyPr vert="horz" lIns="91440" tIns="45720" rIns="91440" bIns="45720" rtlCol="0" anchor="t">
            <a:normAutofit/>
          </a:bodyPr>
          <a:lstStyle/>
          <a:p>
            <a:pPr>
              <a:lnSpc>
                <a:spcPct val="120000"/>
              </a:lnSpc>
            </a:pPr>
            <a:r>
              <a:rPr lang="en-US" sz="1000"/>
              <a:t>ER  diagram represents the main database structure of our fitness application. It shows the key entities such as User, Workout Schedule, Workout Log, Exercise, and User Preferences, along with how they are connected through relationships. The User class is the central part of the system, linking to schedules, logs, streaks, notifications, and chatbot interactions. The diagram helps us understand how user data is organized, stored, and related within the system.</a:t>
            </a:r>
          </a:p>
          <a:p>
            <a:pPr>
              <a:lnSpc>
                <a:spcPct val="120000"/>
              </a:lnSpc>
            </a:pPr>
            <a:r>
              <a:rPr lang="en-US" sz="1000"/>
              <a:t>Each table contains a primary key that uniquely identifies its records, ensuring entity integrity. Foreign keys are used to reference primary keys in related tables, which establishes relationships and enforces referential integrity. For example, </a:t>
            </a:r>
            <a:r>
              <a:rPr lang="en-US" sz="1000" err="1"/>
              <a:t>WorkoutLog</a:t>
            </a:r>
            <a:r>
              <a:rPr lang="en-US" sz="1000"/>
              <a:t> contains </a:t>
            </a:r>
            <a:r>
              <a:rPr lang="en-US" sz="1000" err="1"/>
              <a:t>UserID</a:t>
            </a:r>
            <a:r>
              <a:rPr lang="en-US" sz="1000"/>
              <a:t> as a foreign key that links each log to a specific user.</a:t>
            </a:r>
          </a:p>
          <a:p>
            <a:pPr>
              <a:lnSpc>
                <a:spcPct val="120000"/>
              </a:lnSpc>
            </a:pPr>
            <a:endParaRPr lang="en-US" sz="1000"/>
          </a:p>
        </p:txBody>
      </p:sp>
      <p:sp>
        <p:nvSpPr>
          <p:cNvPr id="9" name="Date Placeholder 4">
            <a:extLst>
              <a:ext uri="{FF2B5EF4-FFF2-40B4-BE49-F238E27FC236}">
                <a16:creationId xmlns:a16="http://schemas.microsoft.com/office/drawing/2014/main" id="{FE356E9E-BEEA-BB20-69E0-BEF3521E4547}"/>
              </a:ext>
            </a:extLst>
          </p:cNvPr>
          <p:cNvSpPr>
            <a:spLocks noGrp="1"/>
          </p:cNvSpPr>
          <p:nvPr>
            <p:ph type="dt" sz="half" idx="10"/>
          </p:nvPr>
        </p:nvSpPr>
        <p:spPr>
          <a:xfrm>
            <a:off x="795014" y="6342042"/>
            <a:ext cx="2743200" cy="365125"/>
          </a:xfrm>
        </p:spPr>
        <p:txBody>
          <a:bodyPr anchor="ctr">
            <a:normAutofit/>
          </a:bodyPr>
          <a:lstStyle/>
          <a:p>
            <a:pPr>
              <a:spcAft>
                <a:spcPts val="600"/>
              </a:spcAft>
            </a:pPr>
            <a:fld id="{C76FC9A4-5235-4FB7-9F62-2BCCB2883735}" type="datetime1">
              <a:pPr>
                <a:spcAft>
                  <a:spcPts val="600"/>
                </a:spcAft>
              </a:pPr>
              <a:t>2/24/2026</a:t>
            </a:fld>
            <a:endParaRPr lang="en-US"/>
          </a:p>
        </p:txBody>
      </p:sp>
      <p:sp>
        <p:nvSpPr>
          <p:cNvPr id="11" name="Footer Placeholder 5">
            <a:extLst>
              <a:ext uri="{FF2B5EF4-FFF2-40B4-BE49-F238E27FC236}">
                <a16:creationId xmlns:a16="http://schemas.microsoft.com/office/drawing/2014/main" id="{56FAFC46-63D3-3510-85EB-F02A40D0680C}"/>
              </a:ext>
            </a:extLst>
          </p:cNvPr>
          <p:cNvSpPr>
            <a:spLocks noGrp="1"/>
          </p:cNvSpPr>
          <p:nvPr>
            <p:ph type="ftr" sz="quarter" idx="11"/>
          </p:nvPr>
        </p:nvSpPr>
        <p:spPr>
          <a:xfrm>
            <a:off x="7696200" y="6342042"/>
            <a:ext cx="3470128" cy="365125"/>
          </a:xfrm>
        </p:spPr>
        <p:txBody>
          <a:bodyPr anchor="ctr">
            <a:normAutofit/>
          </a:bodyPr>
          <a:lstStyle/>
          <a:p>
            <a:pPr>
              <a:lnSpc>
                <a:spcPct val="90000"/>
              </a:lnSpc>
              <a:spcAft>
                <a:spcPts val="600"/>
              </a:spcAft>
            </a:pPr>
            <a:r>
              <a:rPr lang="en-US" sz="700"/>
              <a:t>
              </a:t>
            </a:r>
          </a:p>
        </p:txBody>
      </p:sp>
      <p:sp>
        <p:nvSpPr>
          <p:cNvPr id="13" name="Slide Number Placeholder 6">
            <a:extLst>
              <a:ext uri="{FF2B5EF4-FFF2-40B4-BE49-F238E27FC236}">
                <a16:creationId xmlns:a16="http://schemas.microsoft.com/office/drawing/2014/main" id="{47E3C7A0-C17C-5399-89B2-94C917B32536}"/>
              </a:ext>
            </a:extLst>
          </p:cNvPr>
          <p:cNvSpPr>
            <a:spLocks noGrp="1"/>
          </p:cNvSpPr>
          <p:nvPr>
            <p:ph type="sldNum" sz="quarter" idx="12"/>
          </p:nvPr>
        </p:nvSpPr>
        <p:spPr>
          <a:xfrm>
            <a:off x="11166329" y="6342042"/>
            <a:ext cx="526228" cy="365125"/>
          </a:xfrm>
        </p:spPr>
        <p:txBody>
          <a:bodyPr anchor="ctr">
            <a:normAutofit/>
          </a:bodyPr>
          <a:lstStyle/>
          <a:p>
            <a:pPr>
              <a:spcAft>
                <a:spcPts val="600"/>
              </a:spcAft>
            </a:pPr>
            <a:fld id="{8DFDE724-0293-4953-AE9D-4D814FA589B0}" type="slidenum">
              <a:rPr lang="en-US" dirty="0"/>
              <a:pPr>
                <a:spcAft>
                  <a:spcPts val="600"/>
                </a:spcAft>
              </a:pPr>
              <a:t>8</a:t>
            </a:fld>
            <a:endParaRPr lang="en-US"/>
          </a:p>
        </p:txBody>
      </p:sp>
    </p:spTree>
    <p:extLst>
      <p:ext uri="{BB962C8B-B14F-4D97-AF65-F5344CB8AC3E}">
        <p14:creationId xmlns:p14="http://schemas.microsoft.com/office/powerpoint/2010/main" val="2020600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7FE93-9524-7042-ECA6-E4BC3C575F2C}"/>
              </a:ext>
            </a:extLst>
          </p:cNvPr>
          <p:cNvSpPr>
            <a:spLocks noGrp="1"/>
          </p:cNvSpPr>
          <p:nvPr>
            <p:ph type="title"/>
          </p:nvPr>
        </p:nvSpPr>
        <p:spPr>
          <a:xfrm>
            <a:off x="811460" y="369168"/>
            <a:ext cx="10458729" cy="1439818"/>
          </a:xfrm>
        </p:spPr>
        <p:txBody>
          <a:bodyPr anchor="b">
            <a:normAutofit/>
          </a:bodyPr>
          <a:lstStyle/>
          <a:p>
            <a:r>
              <a:rPr lang="en-US" b="1"/>
              <a:t>UI Mockups</a:t>
            </a:r>
          </a:p>
        </p:txBody>
      </p:sp>
      <p:sp>
        <p:nvSpPr>
          <p:cNvPr id="3" name="Content Placeholder 2">
            <a:extLst>
              <a:ext uri="{FF2B5EF4-FFF2-40B4-BE49-F238E27FC236}">
                <a16:creationId xmlns:a16="http://schemas.microsoft.com/office/drawing/2014/main" id="{8B7C3F63-8639-43D0-D4B1-4952B35305FC}"/>
              </a:ext>
            </a:extLst>
          </p:cNvPr>
          <p:cNvSpPr>
            <a:spLocks noGrp="1"/>
          </p:cNvSpPr>
          <p:nvPr>
            <p:ph sz="half" idx="2"/>
          </p:nvPr>
        </p:nvSpPr>
        <p:spPr>
          <a:xfrm>
            <a:off x="800101" y="2505075"/>
            <a:ext cx="5007894" cy="3684588"/>
          </a:xfrm>
        </p:spPr>
        <p:txBody>
          <a:bodyPr vert="horz" lIns="91440" tIns="45720" rIns="91440" bIns="45720" rtlCol="0">
            <a:normAutofit/>
          </a:bodyPr>
          <a:lstStyle/>
          <a:p>
            <a:pPr>
              <a:lnSpc>
                <a:spcPct val="120000"/>
              </a:lnSpc>
            </a:pPr>
            <a:r>
              <a:rPr lang="en-US" sz="1400"/>
              <a:t>These UI mockups show the main screens of our fitness app. When users open the app, they can either sign up or log in. After logging in, they are taken to the Home screen, where they can start a workout or chat with the AI bot for fitness guidance.</a:t>
            </a:r>
          </a:p>
          <a:p>
            <a:pPr>
              <a:lnSpc>
                <a:spcPct val="120000"/>
              </a:lnSpc>
            </a:pPr>
            <a:r>
              <a:rPr lang="en-US" sz="1400"/>
              <a:t>The Stats page shows the user’s progress, including completed workouts and streak information. The Profile page allows users to update their preferences and settings, which helps personalize their workout plans. A navigation bar at the bottom makes it easy to switch between Home, Stats, and Profile.</a:t>
            </a:r>
          </a:p>
          <a:p>
            <a:pPr>
              <a:lnSpc>
                <a:spcPct val="120000"/>
              </a:lnSpc>
            </a:pPr>
            <a:endParaRPr lang="en-US" sz="1400"/>
          </a:p>
        </p:txBody>
      </p:sp>
      <p:pic>
        <p:nvPicPr>
          <p:cNvPr id="8" name="Picture 7" descr="Screens screenshot of a phone&#10;&#10;AI-generated content may be incorrect.">
            <a:extLst>
              <a:ext uri="{FF2B5EF4-FFF2-40B4-BE49-F238E27FC236}">
                <a16:creationId xmlns:a16="http://schemas.microsoft.com/office/drawing/2014/main" id="{200B4AEA-0F31-1D34-17AD-10DD1F643E8C}"/>
              </a:ext>
            </a:extLst>
          </p:cNvPr>
          <p:cNvPicPr>
            <a:picLocks noChangeAspect="1"/>
          </p:cNvPicPr>
          <p:nvPr/>
        </p:nvPicPr>
        <p:blipFill>
          <a:blip r:embed="rId2"/>
          <a:stretch>
            <a:fillRect/>
          </a:stretch>
        </p:blipFill>
        <p:spPr>
          <a:xfrm>
            <a:off x="8397853" y="-42183"/>
            <a:ext cx="3798544" cy="3684588"/>
          </a:xfrm>
          <a:prstGeom prst="rect">
            <a:avLst/>
          </a:prstGeom>
          <a:noFill/>
        </p:spPr>
      </p:pic>
      <p:sp>
        <p:nvSpPr>
          <p:cNvPr id="17" name="Date Placeholder 6">
            <a:extLst>
              <a:ext uri="{FF2B5EF4-FFF2-40B4-BE49-F238E27FC236}">
                <a16:creationId xmlns:a16="http://schemas.microsoft.com/office/drawing/2014/main" id="{A1BA4086-2779-01C5-0EA4-93ABC031070F}"/>
              </a:ext>
            </a:extLst>
          </p:cNvPr>
          <p:cNvSpPr>
            <a:spLocks noGrp="1"/>
          </p:cNvSpPr>
          <p:nvPr>
            <p:ph type="dt" sz="half" idx="10"/>
          </p:nvPr>
        </p:nvSpPr>
        <p:spPr>
          <a:xfrm>
            <a:off x="795014" y="6342042"/>
            <a:ext cx="2743200" cy="365125"/>
          </a:xfrm>
        </p:spPr>
        <p:txBody>
          <a:bodyPr/>
          <a:lstStyle/>
          <a:p>
            <a:pPr>
              <a:spcAft>
                <a:spcPts val="600"/>
              </a:spcAft>
            </a:pPr>
            <a:fld id="{CE45E092-095A-4D06-897E-65740204DF15}" type="datetime1">
              <a:pPr>
                <a:spcAft>
                  <a:spcPts val="600"/>
                </a:spcAft>
              </a:pPr>
              <a:t>2/24/2026</a:t>
            </a:fld>
            <a:endParaRPr lang="en-US"/>
          </a:p>
        </p:txBody>
      </p:sp>
      <p:sp>
        <p:nvSpPr>
          <p:cNvPr id="19" name="Footer Placeholder 7">
            <a:extLst>
              <a:ext uri="{FF2B5EF4-FFF2-40B4-BE49-F238E27FC236}">
                <a16:creationId xmlns:a16="http://schemas.microsoft.com/office/drawing/2014/main" id="{6F4C2D98-29FC-65FC-C6D3-AA56361DC475}"/>
              </a:ext>
            </a:extLst>
          </p:cNvPr>
          <p:cNvSpPr>
            <a:spLocks noGrp="1"/>
          </p:cNvSpPr>
          <p:nvPr>
            <p:ph type="ftr" sz="quarter" idx="11"/>
          </p:nvPr>
        </p:nvSpPr>
        <p:spPr>
          <a:xfrm>
            <a:off x="7696200" y="6342042"/>
            <a:ext cx="3470128" cy="365125"/>
          </a:xfrm>
        </p:spPr>
        <p:txBody>
          <a:bodyPr/>
          <a:lstStyle/>
          <a:p>
            <a:pPr>
              <a:spcAft>
                <a:spcPts val="600"/>
              </a:spcAft>
            </a:pPr>
            <a:r>
              <a:rPr lang="en-US"/>
              <a:t>
              </a:t>
            </a:r>
          </a:p>
        </p:txBody>
      </p:sp>
      <p:sp>
        <p:nvSpPr>
          <p:cNvPr id="21" name="Slide Number Placeholder 8">
            <a:extLst>
              <a:ext uri="{FF2B5EF4-FFF2-40B4-BE49-F238E27FC236}">
                <a16:creationId xmlns:a16="http://schemas.microsoft.com/office/drawing/2014/main" id="{4A3CDB54-CC02-170A-BCF3-02C52F72C2EC}"/>
              </a:ext>
            </a:extLst>
          </p:cNvPr>
          <p:cNvSpPr>
            <a:spLocks noGrp="1"/>
          </p:cNvSpPr>
          <p:nvPr>
            <p:ph type="sldNum" sz="quarter" idx="12"/>
          </p:nvPr>
        </p:nvSpPr>
        <p:spPr>
          <a:xfrm>
            <a:off x="11166329" y="6342042"/>
            <a:ext cx="526228" cy="365125"/>
          </a:xfrm>
        </p:spPr>
        <p:txBody>
          <a:bodyPr/>
          <a:lstStyle/>
          <a:p>
            <a:pPr>
              <a:spcAft>
                <a:spcPts val="600"/>
              </a:spcAft>
            </a:pPr>
            <a:fld id="{8DFDE724-0293-4953-AE9D-4D814FA589B0}" type="slidenum">
              <a:rPr lang="en-US" dirty="0"/>
              <a:pPr>
                <a:spcAft>
                  <a:spcPts val="600"/>
                </a:spcAft>
              </a:pPr>
              <a:t>9</a:t>
            </a:fld>
            <a:endParaRPr lang="en-US"/>
          </a:p>
        </p:txBody>
      </p:sp>
      <p:pic>
        <p:nvPicPr>
          <p:cNvPr id="10" name="Picture 9" descr="Screens screenshot of a phone&#10;&#10;AI-generated content may be incorrect.">
            <a:extLst>
              <a:ext uri="{FF2B5EF4-FFF2-40B4-BE49-F238E27FC236}">
                <a16:creationId xmlns:a16="http://schemas.microsoft.com/office/drawing/2014/main" id="{E1B67D2A-5675-A6CE-2C06-D75C55E7AC6A}"/>
              </a:ext>
            </a:extLst>
          </p:cNvPr>
          <p:cNvPicPr>
            <a:picLocks noChangeAspect="1"/>
          </p:cNvPicPr>
          <p:nvPr/>
        </p:nvPicPr>
        <p:blipFill>
          <a:blip r:embed="rId3"/>
          <a:stretch>
            <a:fillRect/>
          </a:stretch>
        </p:blipFill>
        <p:spPr>
          <a:xfrm>
            <a:off x="6035446" y="3267755"/>
            <a:ext cx="4344760" cy="3588204"/>
          </a:xfrm>
          <a:prstGeom prst="rect">
            <a:avLst/>
          </a:prstGeom>
        </p:spPr>
      </p:pic>
    </p:spTree>
    <p:extLst>
      <p:ext uri="{BB962C8B-B14F-4D97-AF65-F5344CB8AC3E}">
        <p14:creationId xmlns:p14="http://schemas.microsoft.com/office/powerpoint/2010/main" val="2735811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F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D7FD-7819-F097-C28F-DDAF28E0AAAF}"/>
              </a:ext>
            </a:extLst>
          </p:cNvPr>
          <p:cNvSpPr>
            <a:spLocks noGrp="1"/>
          </p:cNvSpPr>
          <p:nvPr>
            <p:ph type="title"/>
          </p:nvPr>
        </p:nvSpPr>
        <p:spPr/>
        <p:txBody>
          <a:bodyPr/>
          <a:lstStyle/>
          <a:p>
            <a:r>
              <a:rPr lang="en-US" b="1">
                <a:cs typeface="Arial"/>
              </a:rPr>
              <a:t>Version Control</a:t>
            </a:r>
            <a:endParaRPr lang="en-US" b="1"/>
          </a:p>
        </p:txBody>
      </p:sp>
      <p:sp>
        <p:nvSpPr>
          <p:cNvPr id="3" name="Content Placeholder 2">
            <a:extLst>
              <a:ext uri="{FF2B5EF4-FFF2-40B4-BE49-F238E27FC236}">
                <a16:creationId xmlns:a16="http://schemas.microsoft.com/office/drawing/2014/main" id="{537C3317-6855-C065-7D87-B32803EBF4ED}"/>
              </a:ext>
            </a:extLst>
          </p:cNvPr>
          <p:cNvSpPr>
            <a:spLocks noGrp="1"/>
          </p:cNvSpPr>
          <p:nvPr>
            <p:ph idx="1"/>
          </p:nvPr>
        </p:nvSpPr>
        <p:spPr/>
        <p:txBody>
          <a:bodyPr vert="horz" lIns="91440" tIns="45720" rIns="91440" bIns="45720" rtlCol="0" anchor="t">
            <a:normAutofit/>
          </a:bodyPr>
          <a:lstStyle/>
          <a:p>
            <a:r>
              <a:rPr lang="en-US">
                <a:ea typeface="+mj-lt"/>
                <a:cs typeface="+mj-lt"/>
              </a:rPr>
              <a:t>We use GitHub as our version control system to manage our source code and project files. It allows all team members to work together, track changes, and safely combine updates. We use branches to organize different parts of the project, and pull requests to review and merge code. GitHub also helps us communicate through README files and track development progress and commit messages document the purpose of each change. Overall, it keeps the team up to date with any modifications to the system, accountability, and a reliable mechanism that can recover previous versions in case of any errors occur. </a:t>
            </a:r>
          </a:p>
          <a:p>
            <a:endParaRPr lang="en-US"/>
          </a:p>
        </p:txBody>
      </p:sp>
    </p:spTree>
    <p:extLst>
      <p:ext uri="{BB962C8B-B14F-4D97-AF65-F5344CB8AC3E}">
        <p14:creationId xmlns:p14="http://schemas.microsoft.com/office/powerpoint/2010/main" val="990714295"/>
      </p:ext>
    </p:extLst>
  </p:cSld>
  <p:clrMapOvr>
    <a:masterClrMapping/>
  </p:clrMapOvr>
</p:sld>
</file>

<file path=ppt/theme/theme1.xml><?xml version="1.0" encoding="utf-8"?>
<a:theme xmlns:a="http://schemas.openxmlformats.org/drawingml/2006/main" name="VeniceBeachVTI">
  <a:themeElements>
    <a:clrScheme name="VeniceBeachVTI">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VeniceBeachVTI">
      <a:majorFont>
        <a:latin typeface="Avenir Next LT Pro Light"/>
        <a:ea typeface=""/>
        <a:cs typeface=""/>
      </a:majorFont>
      <a:minorFont>
        <a:latin typeface="Avenir Next LT Pro"/>
        <a:ea typeface=""/>
        <a:cs typeface=""/>
      </a:minorFont>
    </a:fontScheme>
    <a:fmtScheme name="VeniceBeac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54706E44-6516-4822-8F8F-6BA182D64AC9}" vid="{F71BAAD1-41E5-4D56-97E1-12A04B86E5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1</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VeniceBeachVTI</vt:lpstr>
      <vt:lpstr>AI-Based Health and Fitness App</vt:lpstr>
      <vt:lpstr>Agenda</vt:lpstr>
      <vt:lpstr>Architecture Overview</vt:lpstr>
      <vt:lpstr>System STRUCUTRE</vt:lpstr>
      <vt:lpstr>Data Flow Architecture</vt:lpstr>
      <vt:lpstr>Component Description</vt:lpstr>
      <vt:lpstr>UML Class diagram-System Structure</vt:lpstr>
      <vt:lpstr>ER Diagram</vt:lpstr>
      <vt:lpstr>UI Mockups</vt:lpstr>
      <vt:lpstr>Version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2026-02-15T23:49:12Z</dcterms:created>
  <dcterms:modified xsi:type="dcterms:W3CDTF">2026-02-24T23:24:55Z</dcterms:modified>
</cp:coreProperties>
</file>