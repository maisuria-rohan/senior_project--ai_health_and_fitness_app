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9" r:id="rId4"/>
    <p:sldId id="260" r:id="rId5"/>
    <p:sldId id="267" r:id="rId6"/>
    <p:sldId id="258" r:id="rId7"/>
    <p:sldId id="261" r:id="rId8"/>
    <p:sldId id="262" r:id="rId9"/>
    <p:sldId id="263" r:id="rId10"/>
    <p:sldId id="264" r:id="rId11"/>
    <p:sldId id="265" r:id="rId12"/>
    <p:sldId id="266"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ela, Trinity A" userId="S::varelat1472@uhcl.edu::8e774b34-1373-4562-a2c8-7841e1a65b4d" providerId="AD" clId="Web-{A331EC74-48B9-427F-54E5-967F0A28DB5C}"/>
    <pc:docChg chg="mod addSld modSld sldOrd addMainMaster delMainMaster">
      <pc:chgData name="Varela, Trinity A" userId="S::varelat1472@uhcl.edu::8e774b34-1373-4562-a2c8-7841e1a65b4d" providerId="AD" clId="Web-{A331EC74-48B9-427F-54E5-967F0A28DB5C}" dt="2026-04-12T23:47:12.528" v="216"/>
      <pc:docMkLst>
        <pc:docMk/>
      </pc:docMkLst>
      <pc:sldChg chg="addSp delSp modSp mod modClrScheme delDesignElem chgLayout">
        <pc:chgData name="Varela, Trinity A" userId="S::varelat1472@uhcl.edu::8e774b34-1373-4562-a2c8-7841e1a65b4d" providerId="AD" clId="Web-{A331EC74-48B9-427F-54E5-967F0A28DB5C}" dt="2026-04-12T23:44:22.981" v="201" actId="1076"/>
        <pc:sldMkLst>
          <pc:docMk/>
          <pc:sldMk cId="109857222" sldId="256"/>
        </pc:sldMkLst>
        <pc:spChg chg="mod ord">
          <ac:chgData name="Varela, Trinity A" userId="S::varelat1472@uhcl.edu::8e774b34-1373-4562-a2c8-7841e1a65b4d" providerId="AD" clId="Web-{A331EC74-48B9-427F-54E5-967F0A28DB5C}" dt="2026-04-12T23:44:11.466" v="199" actId="20577"/>
          <ac:spMkLst>
            <pc:docMk/>
            <pc:sldMk cId="109857222" sldId="256"/>
            <ac:spMk id="2" creationId="{00000000-0000-0000-0000-000000000000}"/>
          </ac:spMkLst>
        </pc:spChg>
        <pc:spChg chg="mod ord">
          <ac:chgData name="Varela, Trinity A" userId="S::varelat1472@uhcl.edu::8e774b34-1373-4562-a2c8-7841e1a65b4d" providerId="AD" clId="Web-{A331EC74-48B9-427F-54E5-967F0A28DB5C}" dt="2026-04-12T23:41:12.013" v="185"/>
          <ac:spMkLst>
            <pc:docMk/>
            <pc:sldMk cId="109857222" sldId="256"/>
            <ac:spMk id="3" creationId="{00000000-0000-0000-0000-000000000000}"/>
          </ac:spMkLst>
        </pc:spChg>
        <pc:picChg chg="add mod">
          <ac:chgData name="Varela, Trinity A" userId="S::varelat1472@uhcl.edu::8e774b34-1373-4562-a2c8-7841e1a65b4d" providerId="AD" clId="Web-{A331EC74-48B9-427F-54E5-967F0A28DB5C}" dt="2026-04-12T23:44:22.981" v="201" actId="1076"/>
          <ac:picMkLst>
            <pc:docMk/>
            <pc:sldMk cId="109857222" sldId="256"/>
            <ac:picMk id="4" creationId="{E2392D18-8C9E-D973-D717-0881798F6842}"/>
          </ac:picMkLst>
        </pc:picChg>
      </pc:sldChg>
      <pc:sldChg chg="addSp delSp modSp mod setBg modClrScheme chgLayout">
        <pc:chgData name="Varela, Trinity A" userId="S::varelat1472@uhcl.edu::8e774b34-1373-4562-a2c8-7841e1a65b4d" providerId="AD" clId="Web-{A331EC74-48B9-427F-54E5-967F0A28DB5C}" dt="2026-04-12T23:42:07.606" v="189"/>
        <pc:sldMkLst>
          <pc:docMk/>
          <pc:sldMk cId="4103041463" sldId="257"/>
        </pc:sldMkLst>
        <pc:spChg chg="mod ord">
          <ac:chgData name="Varela, Trinity A" userId="S::varelat1472@uhcl.edu::8e774b34-1373-4562-a2c8-7841e1a65b4d" providerId="AD" clId="Web-{A331EC74-48B9-427F-54E5-967F0A28DB5C}" dt="2026-04-12T23:42:07.606" v="189"/>
          <ac:spMkLst>
            <pc:docMk/>
            <pc:sldMk cId="4103041463" sldId="257"/>
            <ac:spMk id="2" creationId="{889ED094-3CD9-E858-5AE5-21C3681B5702}"/>
          </ac:spMkLst>
        </pc:spChg>
        <pc:spChg chg="add">
          <ac:chgData name="Varela, Trinity A" userId="S::varelat1472@uhcl.edu::8e774b34-1373-4562-a2c8-7841e1a65b4d" providerId="AD" clId="Web-{A331EC74-48B9-427F-54E5-967F0A28DB5C}" dt="2026-04-12T23:42:07.606" v="189"/>
          <ac:spMkLst>
            <pc:docMk/>
            <pc:sldMk cId="4103041463" sldId="257"/>
            <ac:spMk id="7" creationId="{F1A2FDE6-C057-3689-370F-1D893C744F89}"/>
          </ac:spMkLst>
        </pc:spChg>
        <pc:spChg chg="add">
          <ac:chgData name="Varela, Trinity A" userId="S::varelat1472@uhcl.edu::8e774b34-1373-4562-a2c8-7841e1a65b4d" providerId="AD" clId="Web-{A331EC74-48B9-427F-54E5-967F0A28DB5C}" dt="2026-04-12T23:42:07.606" v="189"/>
          <ac:spMkLst>
            <pc:docMk/>
            <pc:sldMk cId="4103041463" sldId="257"/>
            <ac:spMk id="8" creationId="{B373F125-DEF3-41D6-9918-AB21A2ACC37A}"/>
          </ac:spMkLst>
        </pc:spChg>
        <pc:spChg chg="add">
          <ac:chgData name="Varela, Trinity A" userId="S::varelat1472@uhcl.edu::8e774b34-1373-4562-a2c8-7841e1a65b4d" providerId="AD" clId="Web-{A331EC74-48B9-427F-54E5-967F0A28DB5C}" dt="2026-04-12T23:42:07.606" v="189"/>
          <ac:spMkLst>
            <pc:docMk/>
            <pc:sldMk cId="4103041463" sldId="257"/>
            <ac:spMk id="10" creationId="{71E9F226-EB6E-48C9-ADDA-636DE4BF4EBE}"/>
          </ac:spMkLst>
        </pc:spChg>
      </pc:sldChg>
      <pc:sldChg chg="addSp delSp modSp mod setBg modClrScheme chgLayout">
        <pc:chgData name="Varela, Trinity A" userId="S::varelat1472@uhcl.edu::8e774b34-1373-4562-a2c8-7841e1a65b4d" providerId="AD" clId="Web-{A331EC74-48B9-427F-54E5-967F0A28DB5C}" dt="2026-04-12T23:43:30.388" v="195"/>
        <pc:sldMkLst>
          <pc:docMk/>
          <pc:sldMk cId="3566533751" sldId="258"/>
        </pc:sldMkLst>
        <pc:spChg chg="mod ord">
          <ac:chgData name="Varela, Trinity A" userId="S::varelat1472@uhcl.edu::8e774b34-1373-4562-a2c8-7841e1a65b4d" providerId="AD" clId="Web-{A331EC74-48B9-427F-54E5-967F0A28DB5C}" dt="2026-04-12T23:43:30.388" v="195"/>
          <ac:spMkLst>
            <pc:docMk/>
            <pc:sldMk cId="3566533751" sldId="258"/>
            <ac:spMk id="2" creationId="{844A5627-B35F-7CFB-A542-3AF7EC56E277}"/>
          </ac:spMkLst>
        </pc:spChg>
        <pc:spChg chg="add">
          <ac:chgData name="Varela, Trinity A" userId="S::varelat1472@uhcl.edu::8e774b34-1373-4562-a2c8-7841e1a65b4d" providerId="AD" clId="Web-{A331EC74-48B9-427F-54E5-967F0A28DB5C}" dt="2026-04-12T23:43:30.388" v="195"/>
          <ac:spMkLst>
            <pc:docMk/>
            <pc:sldMk cId="3566533751" sldId="258"/>
            <ac:spMk id="25" creationId="{204AEF18-0627-48F3-9B3D-F7E8F050B1D4}"/>
          </ac:spMkLst>
        </pc:spChg>
        <pc:spChg chg="add">
          <ac:chgData name="Varela, Trinity A" userId="S::varelat1472@uhcl.edu::8e774b34-1373-4562-a2c8-7841e1a65b4d" providerId="AD" clId="Web-{A331EC74-48B9-427F-54E5-967F0A28DB5C}" dt="2026-04-12T23:43:30.388" v="195"/>
          <ac:spMkLst>
            <pc:docMk/>
            <pc:sldMk cId="3566533751" sldId="258"/>
            <ac:spMk id="27" creationId="{CEAEE08A-C572-438F-9753-B0D527A515A7}"/>
          </ac:spMkLst>
        </pc:spChg>
        <pc:spChg chg="add">
          <ac:chgData name="Varela, Trinity A" userId="S::varelat1472@uhcl.edu::8e774b34-1373-4562-a2c8-7841e1a65b4d" providerId="AD" clId="Web-{A331EC74-48B9-427F-54E5-967F0A28DB5C}" dt="2026-04-12T23:43:30.388" v="195"/>
          <ac:spMkLst>
            <pc:docMk/>
            <pc:sldMk cId="3566533751" sldId="258"/>
            <ac:spMk id="29" creationId="{DB93146F-62ED-4C59-844C-0935D0FB5031}"/>
          </ac:spMkLst>
        </pc:spChg>
        <pc:spChg chg="add">
          <ac:chgData name="Varela, Trinity A" userId="S::varelat1472@uhcl.edu::8e774b34-1373-4562-a2c8-7841e1a65b4d" providerId="AD" clId="Web-{A331EC74-48B9-427F-54E5-967F0A28DB5C}" dt="2026-04-12T23:43:30.388" v="195"/>
          <ac:spMkLst>
            <pc:docMk/>
            <pc:sldMk cId="3566533751" sldId="258"/>
            <ac:spMk id="31" creationId="{F9CD4BEB-C391-4F7E-9838-95411A832349}"/>
          </ac:spMkLst>
        </pc:spChg>
        <pc:graphicFrameChg chg="add mod ord modGraphic">
          <ac:chgData name="Varela, Trinity A" userId="S::varelat1472@uhcl.edu::8e774b34-1373-4562-a2c8-7841e1a65b4d" providerId="AD" clId="Web-{A331EC74-48B9-427F-54E5-967F0A28DB5C}" dt="2026-04-12T23:43:15.278" v="194"/>
          <ac:graphicFrameMkLst>
            <pc:docMk/>
            <pc:sldMk cId="3566533751" sldId="258"/>
            <ac:graphicFrameMk id="5" creationId="{35E28D6A-60B0-9B5C-C01B-1776B3DAD92A}"/>
          </ac:graphicFrameMkLst>
        </pc:graphicFrameChg>
      </pc:sldChg>
      <pc:sldChg chg="addSp delSp modSp mod setBg modClrScheme chgLayout">
        <pc:chgData name="Varela, Trinity A" userId="S::varelat1472@uhcl.edu::8e774b34-1373-4562-a2c8-7841e1a65b4d" providerId="AD" clId="Web-{A331EC74-48B9-427F-54E5-967F0A28DB5C}" dt="2026-04-12T23:42:42.341" v="192"/>
        <pc:sldMkLst>
          <pc:docMk/>
          <pc:sldMk cId="2569196999" sldId="259"/>
        </pc:sldMkLst>
        <pc:spChg chg="mod ord">
          <ac:chgData name="Varela, Trinity A" userId="S::varelat1472@uhcl.edu::8e774b34-1373-4562-a2c8-7841e1a65b4d" providerId="AD" clId="Web-{A331EC74-48B9-427F-54E5-967F0A28DB5C}" dt="2026-04-12T23:42:42.341" v="192"/>
          <ac:spMkLst>
            <pc:docMk/>
            <pc:sldMk cId="2569196999" sldId="259"/>
            <ac:spMk id="2" creationId="{5C699606-3F99-18EC-CA21-B3B4FB925942}"/>
          </ac:spMkLst>
        </pc:spChg>
        <pc:spChg chg="mod ord">
          <ac:chgData name="Varela, Trinity A" userId="S::varelat1472@uhcl.edu::8e774b34-1373-4562-a2c8-7841e1a65b4d" providerId="AD" clId="Web-{A331EC74-48B9-427F-54E5-967F0A28DB5C}" dt="2026-04-12T23:42:42.341" v="192"/>
          <ac:spMkLst>
            <pc:docMk/>
            <pc:sldMk cId="2569196999" sldId="259"/>
            <ac:spMk id="3" creationId="{FBB50ECE-EE8F-5DA5-B9C0-952C1305B58E}"/>
          </ac:spMkLst>
        </pc:spChg>
        <pc:spChg chg="add">
          <ac:chgData name="Varela, Trinity A" userId="S::varelat1472@uhcl.edu::8e774b34-1373-4562-a2c8-7841e1a65b4d" providerId="AD" clId="Web-{A331EC74-48B9-427F-54E5-967F0A28DB5C}" dt="2026-04-12T23:42:42.341" v="192"/>
          <ac:spMkLst>
            <pc:docMk/>
            <pc:sldMk cId="2569196999" sldId="259"/>
            <ac:spMk id="16" creationId="{B373F125-DEF3-41D6-9918-AB21A2ACC37A}"/>
          </ac:spMkLst>
        </pc:spChg>
        <pc:spChg chg="add">
          <ac:chgData name="Varela, Trinity A" userId="S::varelat1472@uhcl.edu::8e774b34-1373-4562-a2c8-7841e1a65b4d" providerId="AD" clId="Web-{A331EC74-48B9-427F-54E5-967F0A28DB5C}" dt="2026-04-12T23:42:42.341" v="192"/>
          <ac:spMkLst>
            <pc:docMk/>
            <pc:sldMk cId="2569196999" sldId="259"/>
            <ac:spMk id="17" creationId="{71E9F226-EB6E-48C9-ADDA-636DE4BF4EBE}"/>
          </ac:spMkLst>
        </pc:spChg>
      </pc:sldChg>
      <pc:sldChg chg="addSp delSp modSp mod setBg modClrScheme chgLayout">
        <pc:chgData name="Varela, Trinity A" userId="S::varelat1472@uhcl.edu::8e774b34-1373-4562-a2c8-7841e1a65b4d" providerId="AD" clId="Web-{A331EC74-48B9-427F-54E5-967F0A28DB5C}" dt="2026-04-12T23:42:56.559" v="193"/>
        <pc:sldMkLst>
          <pc:docMk/>
          <pc:sldMk cId="367109924" sldId="260"/>
        </pc:sldMkLst>
        <pc:spChg chg="mod ord">
          <ac:chgData name="Varela, Trinity A" userId="S::varelat1472@uhcl.edu::8e774b34-1373-4562-a2c8-7841e1a65b4d" providerId="AD" clId="Web-{A331EC74-48B9-427F-54E5-967F0A28DB5C}" dt="2026-04-12T23:42:56.559" v="193"/>
          <ac:spMkLst>
            <pc:docMk/>
            <pc:sldMk cId="367109924" sldId="260"/>
            <ac:spMk id="2" creationId="{0297AC41-B049-312F-F3EF-B1221A70EEE2}"/>
          </ac:spMkLst>
        </pc:spChg>
        <pc:graphicFrameChg chg="add">
          <ac:chgData name="Varela, Trinity A" userId="S::varelat1472@uhcl.edu::8e774b34-1373-4562-a2c8-7841e1a65b4d" providerId="AD" clId="Web-{A331EC74-48B9-427F-54E5-967F0A28DB5C}" dt="2026-04-12T23:42:56.559" v="193"/>
          <ac:graphicFrameMkLst>
            <pc:docMk/>
            <pc:sldMk cId="367109924" sldId="260"/>
            <ac:graphicFrameMk id="5" creationId="{6DCB533E-46EC-BABC-B8CC-F731310945F0}"/>
          </ac:graphicFrameMkLst>
        </pc:graphicFrameChg>
      </pc:sldChg>
      <pc:sldChg chg="addSp modSp new mod modClrScheme chgLayout">
        <pc:chgData name="Varela, Trinity A" userId="S::varelat1472@uhcl.edu::8e774b34-1373-4562-a2c8-7841e1a65b4d" providerId="AD" clId="Web-{A331EC74-48B9-427F-54E5-967F0A28DB5C}" dt="2026-04-12T23:41:12.013" v="185"/>
        <pc:sldMkLst>
          <pc:docMk/>
          <pc:sldMk cId="44915991" sldId="261"/>
        </pc:sldMkLst>
        <pc:graphicFrameChg chg="add mod modGraphic">
          <ac:chgData name="Varela, Trinity A" userId="S::varelat1472@uhcl.edu::8e774b34-1373-4562-a2c8-7841e1a65b4d" providerId="AD" clId="Web-{A331EC74-48B9-427F-54E5-967F0A28DB5C}" dt="2026-04-12T23:17:32.698" v="45"/>
          <ac:graphicFrameMkLst>
            <pc:docMk/>
            <pc:sldMk cId="44915991" sldId="261"/>
            <ac:graphicFrameMk id="3" creationId="{24EE80E4-3DE9-3257-0059-8CDCBB3AF0BF}"/>
          </ac:graphicFrameMkLst>
        </pc:graphicFrameChg>
        <pc:graphicFrameChg chg="add mod modGraphic">
          <ac:chgData name="Varela, Trinity A" userId="S::varelat1472@uhcl.edu::8e774b34-1373-4562-a2c8-7841e1a65b4d" providerId="AD" clId="Web-{A331EC74-48B9-427F-54E5-967F0A28DB5C}" dt="2026-04-12T23:17:59.479" v="49" actId="1076"/>
          <ac:graphicFrameMkLst>
            <pc:docMk/>
            <pc:sldMk cId="44915991" sldId="261"/>
            <ac:graphicFrameMk id="5" creationId="{C556B86B-16AF-58FE-8FBC-CAE1ABFC0409}"/>
          </ac:graphicFrameMkLst>
        </pc:graphicFrameChg>
      </pc:sldChg>
      <pc:sldChg chg="addSp modSp new mod modClrScheme chgLayout">
        <pc:chgData name="Varela, Trinity A" userId="S::varelat1472@uhcl.edu::8e774b34-1373-4562-a2c8-7841e1a65b4d" providerId="AD" clId="Web-{A331EC74-48B9-427F-54E5-967F0A28DB5C}" dt="2026-04-12T23:41:12.013" v="185"/>
        <pc:sldMkLst>
          <pc:docMk/>
          <pc:sldMk cId="420307137" sldId="262"/>
        </pc:sldMkLst>
        <pc:graphicFrameChg chg="add mod modGraphic">
          <ac:chgData name="Varela, Trinity A" userId="S::varelat1472@uhcl.edu::8e774b34-1373-4562-a2c8-7841e1a65b4d" providerId="AD" clId="Web-{A331EC74-48B9-427F-54E5-967F0A28DB5C}" dt="2026-04-12T23:19:27.026" v="59"/>
          <ac:graphicFrameMkLst>
            <pc:docMk/>
            <pc:sldMk cId="420307137" sldId="262"/>
            <ac:graphicFrameMk id="3" creationId="{BA4A8AAB-DBCA-6F29-AC9C-0ABCB30711D2}"/>
          </ac:graphicFrameMkLst>
        </pc:graphicFrameChg>
        <pc:graphicFrameChg chg="add mod modGraphic">
          <ac:chgData name="Varela, Trinity A" userId="S::varelat1472@uhcl.edu::8e774b34-1373-4562-a2c8-7841e1a65b4d" providerId="AD" clId="Web-{A331EC74-48B9-427F-54E5-967F0A28DB5C}" dt="2026-04-12T23:19:13.401" v="57" actId="1076"/>
          <ac:graphicFrameMkLst>
            <pc:docMk/>
            <pc:sldMk cId="420307137" sldId="262"/>
            <ac:graphicFrameMk id="5" creationId="{0F2C427A-2B1B-B0B0-8E8B-EB2432761B5C}"/>
          </ac:graphicFrameMkLst>
        </pc:graphicFrameChg>
      </pc:sldChg>
      <pc:sldChg chg="addSp modSp new mod modClrScheme chgLayout">
        <pc:chgData name="Varela, Trinity A" userId="S::varelat1472@uhcl.edu::8e774b34-1373-4562-a2c8-7841e1a65b4d" providerId="AD" clId="Web-{A331EC74-48B9-427F-54E5-967F0A28DB5C}" dt="2026-04-12T23:41:12.013" v="185"/>
        <pc:sldMkLst>
          <pc:docMk/>
          <pc:sldMk cId="182586048" sldId="263"/>
        </pc:sldMkLst>
        <pc:graphicFrameChg chg="add mod modGraphic">
          <ac:chgData name="Varela, Trinity A" userId="S::varelat1472@uhcl.edu::8e774b34-1373-4562-a2c8-7841e1a65b4d" providerId="AD" clId="Web-{A331EC74-48B9-427F-54E5-967F0A28DB5C}" dt="2026-04-12T23:20:53.686" v="67" actId="1076"/>
          <ac:graphicFrameMkLst>
            <pc:docMk/>
            <pc:sldMk cId="182586048" sldId="263"/>
            <ac:graphicFrameMk id="3" creationId="{5A133EBC-7492-2C2B-BDA4-4AA7CCAC8B1C}"/>
          </ac:graphicFrameMkLst>
        </pc:graphicFrameChg>
        <pc:graphicFrameChg chg="add mod modGraphic">
          <ac:chgData name="Varela, Trinity A" userId="S::varelat1472@uhcl.edu::8e774b34-1373-4562-a2c8-7841e1a65b4d" providerId="AD" clId="Web-{A331EC74-48B9-427F-54E5-967F0A28DB5C}" dt="2026-04-12T23:20:57.577" v="68" actId="1076"/>
          <ac:graphicFrameMkLst>
            <pc:docMk/>
            <pc:sldMk cId="182586048" sldId="263"/>
            <ac:graphicFrameMk id="5" creationId="{DEF32DAE-0D74-1B54-79DB-D343B6C74DA7}"/>
          </ac:graphicFrameMkLst>
        </pc:graphicFrameChg>
      </pc:sldChg>
      <pc:sldChg chg="addSp modSp new mod modClrScheme chgLayout">
        <pc:chgData name="Varela, Trinity A" userId="S::varelat1472@uhcl.edu::8e774b34-1373-4562-a2c8-7841e1a65b4d" providerId="AD" clId="Web-{A331EC74-48B9-427F-54E5-967F0A28DB5C}" dt="2026-04-12T23:41:12.013" v="185"/>
        <pc:sldMkLst>
          <pc:docMk/>
          <pc:sldMk cId="1764494965" sldId="264"/>
        </pc:sldMkLst>
        <pc:graphicFrameChg chg="add mod modGraphic">
          <ac:chgData name="Varela, Trinity A" userId="S::varelat1472@uhcl.edu::8e774b34-1373-4562-a2c8-7841e1a65b4d" providerId="AD" clId="Web-{A331EC74-48B9-427F-54E5-967F0A28DB5C}" dt="2026-04-12T23:21:36.530" v="73" actId="1076"/>
          <ac:graphicFrameMkLst>
            <pc:docMk/>
            <pc:sldMk cId="1764494965" sldId="264"/>
            <ac:graphicFrameMk id="3" creationId="{D1F4F976-BD5A-0538-DA57-178D1A903CF2}"/>
          </ac:graphicFrameMkLst>
        </pc:graphicFrameChg>
        <pc:graphicFrameChg chg="add mod modGraphic">
          <ac:chgData name="Varela, Trinity A" userId="S::varelat1472@uhcl.edu::8e774b34-1373-4562-a2c8-7841e1a65b4d" providerId="AD" clId="Web-{A331EC74-48B9-427F-54E5-967F0A28DB5C}" dt="2026-04-12T23:22:04.764" v="77" actId="1076"/>
          <ac:graphicFrameMkLst>
            <pc:docMk/>
            <pc:sldMk cId="1764494965" sldId="264"/>
            <ac:graphicFrameMk id="5" creationId="{7CCF6C08-EE5F-2EF3-A379-AFEFAB2FEE2E}"/>
          </ac:graphicFrameMkLst>
        </pc:graphicFrameChg>
      </pc:sldChg>
      <pc:sldChg chg="addSp modSp new mod modClrScheme chgLayout">
        <pc:chgData name="Varela, Trinity A" userId="S::varelat1472@uhcl.edu::8e774b34-1373-4562-a2c8-7841e1a65b4d" providerId="AD" clId="Web-{A331EC74-48B9-427F-54E5-967F0A28DB5C}" dt="2026-04-12T23:41:12.013" v="185"/>
        <pc:sldMkLst>
          <pc:docMk/>
          <pc:sldMk cId="4022882136" sldId="265"/>
        </pc:sldMkLst>
        <pc:graphicFrameChg chg="add mod modGraphic">
          <ac:chgData name="Varela, Trinity A" userId="S::varelat1472@uhcl.edu::8e774b34-1373-4562-a2c8-7841e1a65b4d" providerId="AD" clId="Web-{A331EC74-48B9-427F-54E5-967F0A28DB5C}" dt="2026-04-12T23:24:35.576" v="82"/>
          <ac:graphicFrameMkLst>
            <pc:docMk/>
            <pc:sldMk cId="4022882136" sldId="265"/>
            <ac:graphicFrameMk id="3" creationId="{B41007BD-DA5D-696A-E398-0DF2721457E9}"/>
          </ac:graphicFrameMkLst>
        </pc:graphicFrameChg>
        <pc:graphicFrameChg chg="add mod modGraphic">
          <ac:chgData name="Varela, Trinity A" userId="S::varelat1472@uhcl.edu::8e774b34-1373-4562-a2c8-7841e1a65b4d" providerId="AD" clId="Web-{A331EC74-48B9-427F-54E5-967F0A28DB5C}" dt="2026-04-12T23:24:58.670" v="86"/>
          <ac:graphicFrameMkLst>
            <pc:docMk/>
            <pc:sldMk cId="4022882136" sldId="265"/>
            <ac:graphicFrameMk id="5" creationId="{D6AACBA4-7184-5D5D-3B7D-D4C2D1896579}"/>
          </ac:graphicFrameMkLst>
        </pc:graphicFrameChg>
      </pc:sldChg>
      <pc:sldChg chg="addSp modSp new mod modClrScheme chgLayout">
        <pc:chgData name="Varela, Trinity A" userId="S::varelat1472@uhcl.edu::8e774b34-1373-4562-a2c8-7841e1a65b4d" providerId="AD" clId="Web-{A331EC74-48B9-427F-54E5-967F0A28DB5C}" dt="2026-04-12T23:41:12.013" v="185"/>
        <pc:sldMkLst>
          <pc:docMk/>
          <pc:sldMk cId="4074458667" sldId="266"/>
        </pc:sldMkLst>
      </pc:sldChg>
      <pc:sldChg chg="addSp delSp modSp new mod modClrScheme chgLayout">
        <pc:chgData name="Varela, Trinity A" userId="S::varelat1472@uhcl.edu::8e774b34-1373-4562-a2c8-7841e1a65b4d" providerId="AD" clId="Web-{A331EC74-48B9-427F-54E5-967F0A28DB5C}" dt="2026-04-12T23:41:12.013" v="185"/>
        <pc:sldMkLst>
          <pc:docMk/>
          <pc:sldMk cId="480226779" sldId="267"/>
        </pc:sldMkLst>
        <pc:spChg chg="mod ord">
          <ac:chgData name="Varela, Trinity A" userId="S::varelat1472@uhcl.edu::8e774b34-1373-4562-a2c8-7841e1a65b4d" providerId="AD" clId="Web-{A331EC74-48B9-427F-54E5-967F0A28DB5C}" dt="2026-04-12T23:41:12.013" v="185"/>
          <ac:spMkLst>
            <pc:docMk/>
            <pc:sldMk cId="480226779" sldId="267"/>
            <ac:spMk id="2" creationId="{6DDD02A5-42B3-11CD-61D1-E64E69F29739}"/>
          </ac:spMkLst>
        </pc:spChg>
        <pc:spChg chg="mod ord">
          <ac:chgData name="Varela, Trinity A" userId="S::varelat1472@uhcl.edu::8e774b34-1373-4562-a2c8-7841e1a65b4d" providerId="AD" clId="Web-{A331EC74-48B9-427F-54E5-967F0A28DB5C}" dt="2026-04-12T23:41:12.013" v="185"/>
          <ac:spMkLst>
            <pc:docMk/>
            <pc:sldMk cId="480226779" sldId="267"/>
            <ac:spMk id="3" creationId="{714E1E1E-FA41-DB29-2F20-D52263AE3290}"/>
          </ac:spMkLst>
        </pc:spChg>
        <pc:spChg chg="mod ord">
          <ac:chgData name="Varela, Trinity A" userId="S::varelat1472@uhcl.edu::8e774b34-1373-4562-a2c8-7841e1a65b4d" providerId="AD" clId="Web-{A331EC74-48B9-427F-54E5-967F0A28DB5C}" dt="2026-04-12T23:41:12.013" v="185"/>
          <ac:spMkLst>
            <pc:docMk/>
            <pc:sldMk cId="480226779" sldId="267"/>
            <ac:spMk id="4" creationId="{1A3A1026-1524-824E-8741-499DC787ADCE}"/>
          </ac:spMkLst>
        </pc:spChg>
        <pc:spChg chg="mod ord">
          <ac:chgData name="Varela, Trinity A" userId="S::varelat1472@uhcl.edu::8e774b34-1373-4562-a2c8-7841e1a65b4d" providerId="AD" clId="Web-{A331EC74-48B9-427F-54E5-967F0A28DB5C}" dt="2026-04-12T23:41:12.013" v="185"/>
          <ac:spMkLst>
            <pc:docMk/>
            <pc:sldMk cId="480226779" sldId="267"/>
            <ac:spMk id="5" creationId="{FAC3BF22-E891-1A5C-8AC2-BE7DFB2B7C93}"/>
          </ac:spMkLst>
        </pc:spChg>
        <pc:spChg chg="add mod ord">
          <ac:chgData name="Varela, Trinity A" userId="S::varelat1472@uhcl.edu::8e774b34-1373-4562-a2c8-7841e1a65b4d" providerId="AD" clId="Web-{A331EC74-48B9-427F-54E5-967F0A28DB5C}" dt="2026-04-12T23:41:12.013" v="185"/>
          <ac:spMkLst>
            <pc:docMk/>
            <pc:sldMk cId="480226779" sldId="267"/>
            <ac:spMk id="8" creationId="{1B54A3A1-1C67-2929-38C0-0E644B9D0C3B}"/>
          </ac:spMkLst>
        </pc:spChg>
      </pc:sldChg>
      <pc:sldChg chg="addSp delSp modSp new mod ord setBg">
        <pc:chgData name="Varela, Trinity A" userId="S::varelat1472@uhcl.edu::8e774b34-1373-4562-a2c8-7841e1a65b4d" providerId="AD" clId="Web-{A331EC74-48B9-427F-54E5-967F0A28DB5C}" dt="2026-04-12T23:47:12.528" v="216"/>
        <pc:sldMkLst>
          <pc:docMk/>
          <pc:sldMk cId="840479131" sldId="268"/>
        </pc:sldMkLst>
        <pc:spChg chg="mod">
          <ac:chgData name="Varela, Trinity A" userId="S::varelat1472@uhcl.edu::8e774b34-1373-4562-a2c8-7841e1a65b4d" providerId="AD" clId="Web-{A331EC74-48B9-427F-54E5-967F0A28DB5C}" dt="2026-04-12T23:47:12.528" v="216"/>
          <ac:spMkLst>
            <pc:docMk/>
            <pc:sldMk cId="840479131" sldId="268"/>
            <ac:spMk id="2" creationId="{D286237C-CC7C-96E9-11B4-6AAAE111A8B5}"/>
          </ac:spMkLst>
        </pc:spChg>
        <pc:spChg chg="add">
          <ac:chgData name="Varela, Trinity A" userId="S::varelat1472@uhcl.edu::8e774b34-1373-4562-a2c8-7841e1a65b4d" providerId="AD" clId="Web-{A331EC74-48B9-427F-54E5-967F0A28DB5C}" dt="2026-04-12T23:47:12.528" v="216"/>
          <ac:spMkLst>
            <pc:docMk/>
            <pc:sldMk cId="840479131" sldId="268"/>
            <ac:spMk id="9" creationId="{6798E696-4BBA-46BE-AD86-F7E300B89368}"/>
          </ac:spMkLst>
        </pc:spChg>
        <pc:spChg chg="add">
          <ac:chgData name="Varela, Trinity A" userId="S::varelat1472@uhcl.edu::8e774b34-1373-4562-a2c8-7841e1a65b4d" providerId="AD" clId="Web-{A331EC74-48B9-427F-54E5-967F0A28DB5C}" dt="2026-04-12T23:47:12.528" v="216"/>
          <ac:spMkLst>
            <pc:docMk/>
            <pc:sldMk cId="840479131" sldId="268"/>
            <ac:spMk id="11" creationId="{090B0CA3-C333-4560-9975-E31D1B7B921D}"/>
          </ac:spMkLst>
        </pc:spChg>
        <pc:graphicFrameChg chg="add">
          <ac:chgData name="Varela, Trinity A" userId="S::varelat1472@uhcl.edu::8e774b34-1373-4562-a2c8-7841e1a65b4d" providerId="AD" clId="Web-{A331EC74-48B9-427F-54E5-967F0A28DB5C}" dt="2026-04-12T23:47:12.528" v="216"/>
          <ac:graphicFrameMkLst>
            <pc:docMk/>
            <pc:sldMk cId="840479131" sldId="268"/>
            <ac:graphicFrameMk id="5" creationId="{B1B89801-519B-6476-9E20-F57C0C730E2D}"/>
          </ac:graphicFrameMkLst>
        </pc:graphicFrameChg>
      </pc:sldChg>
      <pc:sldMasterChg chg="add addSldLayout modSldLayout">
        <pc:chgData name="Varela, Trinity A" userId="S::varelat1472@uhcl.edu::8e774b34-1373-4562-a2c8-7841e1a65b4d" providerId="AD" clId="Web-{A331EC74-48B9-427F-54E5-967F0A28DB5C}" dt="2026-04-12T23:41:12.013" v="185"/>
        <pc:sldMasterMkLst>
          <pc:docMk/>
          <pc:sldMasterMk cId="496285286" sldId="2147483720"/>
        </pc:sldMasterMkLst>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4216906432" sldId="2147483721"/>
          </pc:sldLayoutMkLst>
        </pc:sldLayoutChg>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1615309806" sldId="2147483722"/>
          </pc:sldLayoutMkLst>
        </pc:sldLayoutChg>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2177092650" sldId="2147483723"/>
          </pc:sldLayoutMkLst>
        </pc:sldLayoutChg>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315991211" sldId="2147483724"/>
          </pc:sldLayoutMkLst>
        </pc:sldLayoutChg>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3222630321" sldId="2147483725"/>
          </pc:sldLayoutMkLst>
        </pc:sldLayoutChg>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3942272729" sldId="2147483726"/>
          </pc:sldLayoutMkLst>
        </pc:sldLayoutChg>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816159085" sldId="2147483727"/>
          </pc:sldLayoutMkLst>
        </pc:sldLayoutChg>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2101061186" sldId="2147483728"/>
          </pc:sldLayoutMkLst>
        </pc:sldLayoutChg>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2494157780" sldId="2147483729"/>
          </pc:sldLayoutMkLst>
        </pc:sldLayoutChg>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249641409" sldId="2147483730"/>
          </pc:sldLayoutMkLst>
        </pc:sldLayoutChg>
        <pc:sldLayoutChg chg="add mod replId">
          <pc:chgData name="Varela, Trinity A" userId="S::varelat1472@uhcl.edu::8e774b34-1373-4562-a2c8-7841e1a65b4d" providerId="AD" clId="Web-{A331EC74-48B9-427F-54E5-967F0A28DB5C}" dt="2026-04-12T23:41:12.013" v="185"/>
          <pc:sldLayoutMkLst>
            <pc:docMk/>
            <pc:sldMasterMk cId="496285286" sldId="2147483720"/>
            <pc:sldLayoutMk cId="1367545677" sldId="2147483731"/>
          </pc:sldLayoutMkLst>
        </pc:sldLayoutChg>
      </pc:sldMasterChg>
    </pc:docChg>
  </pc:docChgLst>
  <pc:docChgLst>
    <pc:chgData name="Varela, Trinity A" userId="S::varelat1472@uhcl.edu::8e774b34-1373-4562-a2c8-7841e1a65b4d" providerId="AD" clId="Web-{D6762574-165C-55E6-3259-374CA6BE5848}"/>
    <pc:docChg chg="modSld">
      <pc:chgData name="Varela, Trinity A" userId="S::varelat1472@uhcl.edu::8e774b34-1373-4562-a2c8-7841e1a65b4d" providerId="AD" clId="Web-{D6762574-165C-55E6-3259-374CA6BE5848}" dt="2026-04-13T14:43:22.855" v="4"/>
      <pc:docMkLst>
        <pc:docMk/>
      </pc:docMkLst>
      <pc:sldChg chg="modSp">
        <pc:chgData name="Varela, Trinity A" userId="S::varelat1472@uhcl.edu::8e774b34-1373-4562-a2c8-7841e1a65b4d" providerId="AD" clId="Web-{D6762574-165C-55E6-3259-374CA6BE5848}" dt="2026-04-13T14:42:19.463" v="2" actId="20577"/>
        <pc:sldMkLst>
          <pc:docMk/>
          <pc:sldMk cId="4103041463" sldId="257"/>
        </pc:sldMkLst>
        <pc:spChg chg="mod">
          <ac:chgData name="Varela, Trinity A" userId="S::varelat1472@uhcl.edu::8e774b34-1373-4562-a2c8-7841e1a65b4d" providerId="AD" clId="Web-{D6762574-165C-55E6-3259-374CA6BE5848}" dt="2026-04-13T14:42:19.463" v="2" actId="20577"/>
          <ac:spMkLst>
            <pc:docMk/>
            <pc:sldMk cId="4103041463" sldId="257"/>
            <ac:spMk id="7" creationId="{F1A2FDE6-C057-3689-370F-1D893C744F89}"/>
          </ac:spMkLst>
        </pc:spChg>
      </pc:sldChg>
      <pc:sldChg chg="modSp">
        <pc:chgData name="Varela, Trinity A" userId="S::varelat1472@uhcl.edu::8e774b34-1373-4562-a2c8-7841e1a65b4d" providerId="AD" clId="Web-{D6762574-165C-55E6-3259-374CA6BE5848}" dt="2026-04-13T14:43:22.855" v="4"/>
        <pc:sldMkLst>
          <pc:docMk/>
          <pc:sldMk cId="44915991" sldId="261"/>
        </pc:sldMkLst>
        <pc:graphicFrameChg chg="mod modGraphic">
          <ac:chgData name="Varela, Trinity A" userId="S::varelat1472@uhcl.edu::8e774b34-1373-4562-a2c8-7841e1a65b4d" providerId="AD" clId="Web-{D6762574-165C-55E6-3259-374CA6BE5848}" dt="2026-04-13T14:43:22.855" v="4"/>
          <ac:graphicFrameMkLst>
            <pc:docMk/>
            <pc:sldMk cId="44915991" sldId="261"/>
            <ac:graphicFrameMk id="3" creationId="{24EE80E4-3DE9-3257-0059-8CDCBB3AF0BF}"/>
          </ac:graphicFrameMkLst>
        </pc:graphicFrameChg>
      </pc:sldChg>
    </pc:docChg>
  </pc:docChgLst>
  <pc:docChgLst>
    <pc:chgData name="Varela, Trinity A" userId="S::varelat1472@uhcl.edu::8e774b34-1373-4562-a2c8-7841e1a65b4d" providerId="AD" clId="Web-{4E5AD286-3E34-2C41-13BC-C5D85D02F791}"/>
    <pc:docChg chg="addSld modSld addMainMaster delMainMaster">
      <pc:chgData name="Varela, Trinity A" userId="S::varelat1472@uhcl.edu::8e774b34-1373-4562-a2c8-7841e1a65b4d" providerId="AD" clId="Web-{4E5AD286-3E34-2C41-13BC-C5D85D02F791}" dt="2026-04-01T18:29:52.696" v="26" actId="20577"/>
      <pc:docMkLst>
        <pc:docMk/>
      </pc:docMkLst>
      <pc:sldChg chg="addSp modSp mod setBg modClrScheme chgLayout">
        <pc:chgData name="Varela, Trinity A" userId="S::varelat1472@uhcl.edu::8e774b34-1373-4562-a2c8-7841e1a65b4d" providerId="AD" clId="Web-{4E5AD286-3E34-2C41-13BC-C5D85D02F791}" dt="2026-04-01T18:29:52.696" v="26" actId="20577"/>
        <pc:sldMkLst>
          <pc:docMk/>
          <pc:sldMk cId="109857222" sldId="256"/>
        </pc:sldMkLst>
        <pc:spChg chg="mod">
          <ac:chgData name="Varela, Trinity A" userId="S::varelat1472@uhcl.edu::8e774b34-1373-4562-a2c8-7841e1a65b4d" providerId="AD" clId="Web-{4E5AD286-3E34-2C41-13BC-C5D85D02F791}" dt="2026-04-01T18:29:30.479" v="11" actId="20577"/>
          <ac:spMkLst>
            <pc:docMk/>
            <pc:sldMk cId="109857222" sldId="256"/>
            <ac:spMk id="2" creationId="{00000000-0000-0000-0000-000000000000}"/>
          </ac:spMkLst>
        </pc:spChg>
        <pc:spChg chg="mod">
          <ac:chgData name="Varela, Trinity A" userId="S::varelat1472@uhcl.edu::8e774b34-1373-4562-a2c8-7841e1a65b4d" providerId="AD" clId="Web-{4E5AD286-3E34-2C41-13BC-C5D85D02F791}" dt="2026-04-01T18:29:52.696" v="26" actId="20577"/>
          <ac:spMkLst>
            <pc:docMk/>
            <pc:sldMk cId="109857222" sldId="256"/>
            <ac:spMk id="3" creationId="{00000000-0000-0000-0000-000000000000}"/>
          </ac:spMkLst>
        </pc:spChg>
      </pc:sldChg>
      <pc:sldChg chg="new">
        <pc:chgData name="Varela, Trinity A" userId="S::varelat1472@uhcl.edu::8e774b34-1373-4562-a2c8-7841e1a65b4d" providerId="AD" clId="Web-{4E5AD286-3E34-2C41-13BC-C5D85D02F791}" dt="2026-04-01T18:28:48.405" v="1"/>
        <pc:sldMkLst>
          <pc:docMk/>
          <pc:sldMk cId="4103041463" sldId="257"/>
        </pc:sldMkLst>
      </pc:sldChg>
    </pc:docChg>
  </pc:docChgLst>
  <pc:docChgLst>
    <pc:chgData name="Varela, Trinity A" userId="S::varelat1472@uhcl.edu::8e774b34-1373-4562-a2c8-7841e1a65b4d" providerId="AD" clId="Web-{C001E4FA-04FB-5399-9008-BD1E7CB5BDA9}"/>
    <pc:docChg chg="addSld modSld sldOrd">
      <pc:chgData name="Varela, Trinity A" userId="S::varelat1472@uhcl.edu::8e774b34-1373-4562-a2c8-7841e1a65b4d" providerId="AD" clId="Web-{C001E4FA-04FB-5399-9008-BD1E7CB5BDA9}" dt="2026-04-07T19:51:08.991" v="31"/>
      <pc:docMkLst>
        <pc:docMk/>
      </pc:docMkLst>
      <pc:sldChg chg="modSp ord">
        <pc:chgData name="Varela, Trinity A" userId="S::varelat1472@uhcl.edu::8e774b34-1373-4562-a2c8-7841e1a65b4d" providerId="AD" clId="Web-{C001E4FA-04FB-5399-9008-BD1E7CB5BDA9}" dt="2026-04-07T19:51:08.991" v="31"/>
        <pc:sldMkLst>
          <pc:docMk/>
          <pc:sldMk cId="4103041463" sldId="257"/>
        </pc:sldMkLst>
        <pc:spChg chg="mod">
          <ac:chgData name="Varela, Trinity A" userId="S::varelat1472@uhcl.edu::8e774b34-1373-4562-a2c8-7841e1a65b4d" providerId="AD" clId="Web-{C001E4FA-04FB-5399-9008-BD1E7CB5BDA9}" dt="2026-04-07T19:49:24.882" v="1" actId="20577"/>
          <ac:spMkLst>
            <pc:docMk/>
            <pc:sldMk cId="4103041463" sldId="257"/>
            <ac:spMk id="2" creationId="{889ED094-3CD9-E858-5AE5-21C3681B5702}"/>
          </ac:spMkLst>
        </pc:spChg>
      </pc:sldChg>
      <pc:sldChg chg="modSp new">
        <pc:chgData name="Varela, Trinity A" userId="S::varelat1472@uhcl.edu::8e774b34-1373-4562-a2c8-7841e1a65b4d" providerId="AD" clId="Web-{C001E4FA-04FB-5399-9008-BD1E7CB5BDA9}" dt="2026-04-07T19:49:46.835" v="10" actId="20577"/>
        <pc:sldMkLst>
          <pc:docMk/>
          <pc:sldMk cId="3566533751" sldId="258"/>
        </pc:sldMkLst>
        <pc:spChg chg="mod">
          <ac:chgData name="Varela, Trinity A" userId="S::varelat1472@uhcl.edu::8e774b34-1373-4562-a2c8-7841e1a65b4d" providerId="AD" clId="Web-{C001E4FA-04FB-5399-9008-BD1E7CB5BDA9}" dt="2026-04-07T19:49:46.835" v="10" actId="20577"/>
          <ac:spMkLst>
            <pc:docMk/>
            <pc:sldMk cId="3566533751" sldId="258"/>
            <ac:spMk id="2" creationId="{844A5627-B35F-7CFB-A542-3AF7EC56E277}"/>
          </ac:spMkLst>
        </pc:spChg>
      </pc:sldChg>
      <pc:sldChg chg="modSp new ord">
        <pc:chgData name="Varela, Trinity A" userId="S::varelat1472@uhcl.edu::8e774b34-1373-4562-a2c8-7841e1a65b4d" providerId="AD" clId="Web-{C001E4FA-04FB-5399-9008-BD1E7CB5BDA9}" dt="2026-04-07T19:50:24.522" v="17" actId="20577"/>
        <pc:sldMkLst>
          <pc:docMk/>
          <pc:sldMk cId="2569196999" sldId="259"/>
        </pc:sldMkLst>
        <pc:spChg chg="mod">
          <ac:chgData name="Varela, Trinity A" userId="S::varelat1472@uhcl.edu::8e774b34-1373-4562-a2c8-7841e1a65b4d" providerId="AD" clId="Web-{C001E4FA-04FB-5399-9008-BD1E7CB5BDA9}" dt="2026-04-07T19:50:24.522" v="17" actId="20577"/>
          <ac:spMkLst>
            <pc:docMk/>
            <pc:sldMk cId="2569196999" sldId="259"/>
            <ac:spMk id="2" creationId="{5C699606-3F99-18EC-CA21-B3B4FB925942}"/>
          </ac:spMkLst>
        </pc:spChg>
      </pc:sldChg>
      <pc:sldChg chg="modSp new">
        <pc:chgData name="Varela, Trinity A" userId="S::varelat1472@uhcl.edu::8e774b34-1373-4562-a2c8-7841e1a65b4d" providerId="AD" clId="Web-{C001E4FA-04FB-5399-9008-BD1E7CB5BDA9}" dt="2026-04-07T19:50:39.491" v="29" actId="20577"/>
        <pc:sldMkLst>
          <pc:docMk/>
          <pc:sldMk cId="367109924" sldId="260"/>
        </pc:sldMkLst>
        <pc:spChg chg="mod">
          <ac:chgData name="Varela, Trinity A" userId="S::varelat1472@uhcl.edu::8e774b34-1373-4562-a2c8-7841e1a65b4d" providerId="AD" clId="Web-{C001E4FA-04FB-5399-9008-BD1E7CB5BDA9}" dt="2026-04-07T19:50:39.491" v="29" actId="20577"/>
          <ac:spMkLst>
            <pc:docMk/>
            <pc:sldMk cId="367109924" sldId="260"/>
            <ac:spMk id="2" creationId="{0297AC41-B049-312F-F3EF-B1221A70EEE2}"/>
          </ac:spMkLst>
        </pc:spChg>
      </pc:sldChg>
    </pc:docChg>
  </pc:docChgLst>
  <pc:docChgLst>
    <pc:chgData name="Varela, Trinity A" userId="S::varelat1472@uhcl.edu::8e774b34-1373-4562-a2c8-7841e1a65b4d" providerId="AD" clId="Web-{45C74657-4ABE-8910-9E95-13839414F37A}"/>
    <pc:docChg chg="modSld">
      <pc:chgData name="Varela, Trinity A" userId="S::varelat1472@uhcl.edu::8e774b34-1373-4562-a2c8-7841e1a65b4d" providerId="AD" clId="Web-{45C74657-4ABE-8910-9E95-13839414F37A}" dt="2026-04-13T14:28:10.869" v="178"/>
      <pc:docMkLst>
        <pc:docMk/>
      </pc:docMkLst>
      <pc:sldChg chg="modSp">
        <pc:chgData name="Varela, Trinity A" userId="S::varelat1472@uhcl.edu::8e774b34-1373-4562-a2c8-7841e1a65b4d" providerId="AD" clId="Web-{45C74657-4ABE-8910-9E95-13839414F37A}" dt="2026-04-13T14:28:10.869" v="178"/>
        <pc:sldMkLst>
          <pc:docMk/>
          <pc:sldMk cId="3566533751" sldId="258"/>
        </pc:sldMkLst>
        <pc:graphicFrameChg chg="modGraphic">
          <ac:chgData name="Varela, Trinity A" userId="S::varelat1472@uhcl.edu::8e774b34-1373-4562-a2c8-7841e1a65b4d" providerId="AD" clId="Web-{45C74657-4ABE-8910-9E95-13839414F37A}" dt="2026-04-13T14:28:10.869" v="178"/>
          <ac:graphicFrameMkLst>
            <pc:docMk/>
            <pc:sldMk cId="3566533751" sldId="258"/>
            <ac:graphicFrameMk id="5" creationId="{35E28D6A-60B0-9B5C-C01B-1776B3DAD92A}"/>
          </ac:graphicFrameMkLst>
        </pc:graphicFrameChg>
      </pc:sldChg>
      <pc:sldChg chg="addSp delSp modSp">
        <pc:chgData name="Varela, Trinity A" userId="S::varelat1472@uhcl.edu::8e774b34-1373-4562-a2c8-7841e1a65b4d" providerId="AD" clId="Web-{45C74657-4ABE-8910-9E95-13839414F37A}" dt="2026-04-13T14:14:27.884" v="74" actId="1076"/>
        <pc:sldMkLst>
          <pc:docMk/>
          <pc:sldMk cId="367109924" sldId="260"/>
        </pc:sldMkLst>
        <pc:graphicFrameChg chg="add del mod modGraphic">
          <ac:chgData name="Varela, Trinity A" userId="S::varelat1472@uhcl.edu::8e774b34-1373-4562-a2c8-7841e1a65b4d" providerId="AD" clId="Web-{45C74657-4ABE-8910-9E95-13839414F37A}" dt="2026-04-13T14:13:55.947" v="65" actId="1076"/>
          <ac:graphicFrameMkLst>
            <pc:docMk/>
            <pc:sldMk cId="367109924" sldId="260"/>
            <ac:graphicFrameMk id="5" creationId="{6DCB533E-46EC-BABC-B8CC-F731310945F0}"/>
          </ac:graphicFrameMkLst>
        </pc:graphicFrameChg>
        <pc:graphicFrameChg chg="add mod modGraphic">
          <ac:chgData name="Varela, Trinity A" userId="S::varelat1472@uhcl.edu::8e774b34-1373-4562-a2c8-7841e1a65b4d" providerId="AD" clId="Web-{45C74657-4ABE-8910-9E95-13839414F37A}" dt="2026-04-13T14:14:27.884" v="74" actId="1076"/>
          <ac:graphicFrameMkLst>
            <pc:docMk/>
            <pc:sldMk cId="367109924" sldId="260"/>
            <ac:graphicFrameMk id="226" creationId="{DFFFDDE0-F50B-6EB3-29FA-07875C3B0161}"/>
          </ac:graphicFrameMkLst>
        </pc:graphicFrameChg>
      </pc:sldChg>
      <pc:sldChg chg="modSp">
        <pc:chgData name="Varela, Trinity A" userId="S::varelat1472@uhcl.edu::8e774b34-1373-4562-a2c8-7841e1a65b4d" providerId="AD" clId="Web-{45C74657-4ABE-8910-9E95-13839414F37A}" dt="2026-04-13T14:15:33.041" v="76"/>
        <pc:sldMkLst>
          <pc:docMk/>
          <pc:sldMk cId="44915991" sldId="261"/>
        </pc:sldMkLst>
        <pc:graphicFrameChg chg="mod modGraphic">
          <ac:chgData name="Varela, Trinity A" userId="S::varelat1472@uhcl.edu::8e774b34-1373-4562-a2c8-7841e1a65b4d" providerId="AD" clId="Web-{45C74657-4ABE-8910-9E95-13839414F37A}" dt="2026-04-13T14:15:33.041" v="76"/>
          <ac:graphicFrameMkLst>
            <pc:docMk/>
            <pc:sldMk cId="44915991" sldId="261"/>
            <ac:graphicFrameMk id="3" creationId="{24EE80E4-3DE9-3257-0059-8CDCBB3AF0BF}"/>
          </ac:graphicFrameMkLst>
        </pc:graphicFrameChg>
      </pc:sldChg>
      <pc:sldChg chg="modSp">
        <pc:chgData name="Varela, Trinity A" userId="S::varelat1472@uhcl.edu::8e774b34-1373-4562-a2c8-7841e1a65b4d" providerId="AD" clId="Web-{45C74657-4ABE-8910-9E95-13839414F37A}" dt="2026-04-13T14:23:04.447" v="108"/>
        <pc:sldMkLst>
          <pc:docMk/>
          <pc:sldMk cId="420307137" sldId="262"/>
        </pc:sldMkLst>
        <pc:graphicFrameChg chg="mod modGraphic">
          <ac:chgData name="Varela, Trinity A" userId="S::varelat1472@uhcl.edu::8e774b34-1373-4562-a2c8-7841e1a65b4d" providerId="AD" clId="Web-{45C74657-4ABE-8910-9E95-13839414F37A}" dt="2026-04-13T14:16:15.541" v="82"/>
          <ac:graphicFrameMkLst>
            <pc:docMk/>
            <pc:sldMk cId="420307137" sldId="262"/>
            <ac:graphicFrameMk id="3" creationId="{BA4A8AAB-DBCA-6F29-AC9C-0ABCB30711D2}"/>
          </ac:graphicFrameMkLst>
        </pc:graphicFrameChg>
        <pc:graphicFrameChg chg="mod modGraphic">
          <ac:chgData name="Varela, Trinity A" userId="S::varelat1472@uhcl.edu::8e774b34-1373-4562-a2c8-7841e1a65b4d" providerId="AD" clId="Web-{45C74657-4ABE-8910-9E95-13839414F37A}" dt="2026-04-13T14:23:04.447" v="108"/>
          <ac:graphicFrameMkLst>
            <pc:docMk/>
            <pc:sldMk cId="420307137" sldId="262"/>
            <ac:graphicFrameMk id="5" creationId="{0F2C427A-2B1B-B0B0-8E8B-EB2432761B5C}"/>
          </ac:graphicFrameMkLst>
        </pc:graphicFrameChg>
      </pc:sldChg>
      <pc:sldChg chg="modSp">
        <pc:chgData name="Varela, Trinity A" userId="S::varelat1472@uhcl.edu::8e774b34-1373-4562-a2c8-7841e1a65b4d" providerId="AD" clId="Web-{45C74657-4ABE-8910-9E95-13839414F37A}" dt="2026-04-13T14:23:14.369" v="120"/>
        <pc:sldMkLst>
          <pc:docMk/>
          <pc:sldMk cId="182586048" sldId="263"/>
        </pc:sldMkLst>
        <pc:graphicFrameChg chg="mod modGraphic">
          <ac:chgData name="Varela, Trinity A" userId="S::varelat1472@uhcl.edu::8e774b34-1373-4562-a2c8-7841e1a65b4d" providerId="AD" clId="Web-{45C74657-4ABE-8910-9E95-13839414F37A}" dt="2026-04-13T14:23:09.822" v="114"/>
          <ac:graphicFrameMkLst>
            <pc:docMk/>
            <pc:sldMk cId="182586048" sldId="263"/>
            <ac:graphicFrameMk id="3" creationId="{5A133EBC-7492-2C2B-BDA4-4AA7CCAC8B1C}"/>
          </ac:graphicFrameMkLst>
        </pc:graphicFrameChg>
        <pc:graphicFrameChg chg="mod modGraphic">
          <ac:chgData name="Varela, Trinity A" userId="S::varelat1472@uhcl.edu::8e774b34-1373-4562-a2c8-7841e1a65b4d" providerId="AD" clId="Web-{45C74657-4ABE-8910-9E95-13839414F37A}" dt="2026-04-13T14:23:14.369" v="120"/>
          <ac:graphicFrameMkLst>
            <pc:docMk/>
            <pc:sldMk cId="182586048" sldId="263"/>
            <ac:graphicFrameMk id="5" creationId="{DEF32DAE-0D74-1B54-79DB-D343B6C74DA7}"/>
          </ac:graphicFrameMkLst>
        </pc:graphicFrameChg>
      </pc:sldChg>
      <pc:sldChg chg="modSp">
        <pc:chgData name="Varela, Trinity A" userId="S::varelat1472@uhcl.edu::8e774b34-1373-4562-a2c8-7841e1a65b4d" providerId="AD" clId="Web-{45C74657-4ABE-8910-9E95-13839414F37A}" dt="2026-04-13T14:23:27.150" v="136"/>
        <pc:sldMkLst>
          <pc:docMk/>
          <pc:sldMk cId="1764494965" sldId="264"/>
        </pc:sldMkLst>
        <pc:graphicFrameChg chg="mod modGraphic">
          <ac:chgData name="Varela, Trinity A" userId="S::varelat1472@uhcl.edu::8e774b34-1373-4562-a2c8-7841e1a65b4d" providerId="AD" clId="Web-{45C74657-4ABE-8910-9E95-13839414F37A}" dt="2026-04-13T14:23:20.713" v="130"/>
          <ac:graphicFrameMkLst>
            <pc:docMk/>
            <pc:sldMk cId="1764494965" sldId="264"/>
            <ac:graphicFrameMk id="3" creationId="{D1F4F976-BD5A-0538-DA57-178D1A903CF2}"/>
          </ac:graphicFrameMkLst>
        </pc:graphicFrameChg>
        <pc:graphicFrameChg chg="mod modGraphic">
          <ac:chgData name="Varela, Trinity A" userId="S::varelat1472@uhcl.edu::8e774b34-1373-4562-a2c8-7841e1a65b4d" providerId="AD" clId="Web-{45C74657-4ABE-8910-9E95-13839414F37A}" dt="2026-04-13T14:23:27.150" v="136"/>
          <ac:graphicFrameMkLst>
            <pc:docMk/>
            <pc:sldMk cId="1764494965" sldId="264"/>
            <ac:graphicFrameMk id="5" creationId="{7CCF6C08-EE5F-2EF3-A379-AFEFAB2FEE2E}"/>
          </ac:graphicFrameMkLst>
        </pc:graphicFrameChg>
      </pc:sldChg>
      <pc:sldChg chg="addSp delSp modSp">
        <pc:chgData name="Varela, Trinity A" userId="S::varelat1472@uhcl.edu::8e774b34-1373-4562-a2c8-7841e1a65b4d" providerId="AD" clId="Web-{45C74657-4ABE-8910-9E95-13839414F37A}" dt="2026-04-13T14:26:19.775" v="170"/>
        <pc:sldMkLst>
          <pc:docMk/>
          <pc:sldMk cId="4022882136" sldId="265"/>
        </pc:sldMkLst>
        <pc:graphicFrameChg chg="mod modGraphic">
          <ac:chgData name="Varela, Trinity A" userId="S::varelat1472@uhcl.edu::8e774b34-1373-4562-a2c8-7841e1a65b4d" providerId="AD" clId="Web-{45C74657-4ABE-8910-9E95-13839414F37A}" dt="2026-04-13T14:23:33.025" v="146"/>
          <ac:graphicFrameMkLst>
            <pc:docMk/>
            <pc:sldMk cId="4022882136" sldId="265"/>
            <ac:graphicFrameMk id="3" creationId="{B41007BD-DA5D-696A-E398-0DF2721457E9}"/>
          </ac:graphicFrameMkLst>
        </pc:graphicFrameChg>
        <pc:graphicFrameChg chg="add del mod modGraphic">
          <ac:chgData name="Varela, Trinity A" userId="S::varelat1472@uhcl.edu::8e774b34-1373-4562-a2c8-7841e1a65b4d" providerId="AD" clId="Web-{45C74657-4ABE-8910-9E95-13839414F37A}" dt="2026-04-13T14:26:19.775" v="170"/>
          <ac:graphicFrameMkLst>
            <pc:docMk/>
            <pc:sldMk cId="4022882136" sldId="265"/>
            <ac:graphicFrameMk id="5" creationId="{D6AACBA4-7184-5D5D-3B7D-D4C2D1896579}"/>
          </ac:graphicFrameMkLst>
        </pc:graphicFrameChg>
      </pc:sldChg>
      <pc:sldChg chg="addSp delSp modSp">
        <pc:chgData name="Varela, Trinity A" userId="S::varelat1472@uhcl.edu::8e774b34-1373-4562-a2c8-7841e1a65b4d" providerId="AD" clId="Web-{45C74657-4ABE-8910-9E95-13839414F37A}" dt="2026-04-13T14:26:51.588" v="174"/>
        <pc:sldMkLst>
          <pc:docMk/>
          <pc:sldMk cId="4074458667" sldId="266"/>
        </pc:sldMkLst>
        <pc:graphicFrameChg chg="add mod modGraphic">
          <ac:chgData name="Varela, Trinity A" userId="S::varelat1472@uhcl.edu::8e774b34-1373-4562-a2c8-7841e1a65b4d" providerId="AD" clId="Web-{45C74657-4ABE-8910-9E95-13839414F37A}" dt="2026-04-13T14:26:51.588" v="174"/>
          <ac:graphicFrameMkLst>
            <pc:docMk/>
            <pc:sldMk cId="4074458667" sldId="266"/>
            <ac:graphicFrameMk id="4" creationId="{F3F04C51-F3CC-8E8C-98F8-43E7855348C4}"/>
          </ac:graphicFrameMkLst>
        </pc:graphicFrameChg>
      </pc:sldChg>
    </pc:docChg>
  </pc:docChgLst>
  <pc:docChgLst>
    <pc:chgData name="Maisuria, Rohan N" userId="S::maisuriar4725@uhcl.edu::3ba683bb-df3e-4b87-bf69-1e34f6a55894" providerId="AD" clId="Web-{6E7CA78B-6A59-C5C5-5A3F-DBB25C3C76F6}"/>
    <pc:docChg chg="modSld">
      <pc:chgData name="Maisuria, Rohan N" userId="S::maisuriar4725@uhcl.edu::3ba683bb-df3e-4b87-bf69-1e34f6a55894" providerId="AD" clId="Web-{6E7CA78B-6A59-C5C5-5A3F-DBB25C3C76F6}" dt="2026-04-14T20:22:05.581" v="33"/>
      <pc:docMkLst>
        <pc:docMk/>
      </pc:docMkLst>
      <pc:sldChg chg="modSp">
        <pc:chgData name="Maisuria, Rohan N" userId="S::maisuriar4725@uhcl.edu::3ba683bb-df3e-4b87-bf69-1e34f6a55894" providerId="AD" clId="Web-{6E7CA78B-6A59-C5C5-5A3F-DBB25C3C76F6}" dt="2026-04-14T20:22:05.581" v="33"/>
        <pc:sldMkLst>
          <pc:docMk/>
          <pc:sldMk cId="182586048" sldId="263"/>
        </pc:sldMkLst>
        <pc:graphicFrameChg chg="mod modGraphic">
          <ac:chgData name="Maisuria, Rohan N" userId="S::maisuriar4725@uhcl.edu::3ba683bb-df3e-4b87-bf69-1e34f6a55894" providerId="AD" clId="Web-{6E7CA78B-6A59-C5C5-5A3F-DBB25C3C76F6}" dt="2026-04-14T20:19:27.268" v="11"/>
          <ac:graphicFrameMkLst>
            <pc:docMk/>
            <pc:sldMk cId="182586048" sldId="263"/>
            <ac:graphicFrameMk id="3" creationId="{5A133EBC-7492-2C2B-BDA4-4AA7CCAC8B1C}"/>
          </ac:graphicFrameMkLst>
        </pc:graphicFrameChg>
        <pc:graphicFrameChg chg="mod modGraphic">
          <ac:chgData name="Maisuria, Rohan N" userId="S::maisuriar4725@uhcl.edu::3ba683bb-df3e-4b87-bf69-1e34f6a55894" providerId="AD" clId="Web-{6E7CA78B-6A59-C5C5-5A3F-DBB25C3C76F6}" dt="2026-04-14T20:22:05.581" v="33"/>
          <ac:graphicFrameMkLst>
            <pc:docMk/>
            <pc:sldMk cId="182586048" sldId="263"/>
            <ac:graphicFrameMk id="5" creationId="{DEF32DAE-0D74-1B54-79DB-D343B6C74DA7}"/>
          </ac:graphicFrameMkLst>
        </pc:graphicFrame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ata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4E6466-E7C8-42FB-91A7-D98CE357E602}" type="doc">
      <dgm:prSet loTypeId="urn:microsoft.com/office/officeart/2018/5/layout/Centered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A0786939-D914-42B0-B658-ED9453B678C3}">
      <dgm:prSet/>
      <dgm:spPr/>
      <dgm:t>
        <a:bodyPr/>
        <a:lstStyle/>
        <a:p>
          <a:pPr>
            <a:lnSpc>
              <a:spcPct val="100000"/>
            </a:lnSpc>
            <a:defRPr b="1"/>
          </a:pPr>
          <a:r>
            <a:rPr lang="en-US"/>
            <a:t>Hardware</a:t>
          </a:r>
        </a:p>
      </dgm:t>
    </dgm:pt>
    <dgm:pt modelId="{D4D8DCF3-EC91-4189-8E05-167FE93E997F}" type="parTrans" cxnId="{F27E04B7-3A9D-40A2-9B40-C7DBB347D010}">
      <dgm:prSet/>
      <dgm:spPr/>
      <dgm:t>
        <a:bodyPr/>
        <a:lstStyle/>
        <a:p>
          <a:endParaRPr lang="en-US"/>
        </a:p>
      </dgm:t>
    </dgm:pt>
    <dgm:pt modelId="{6C5338F7-CF97-4759-8537-99A07635427B}" type="sibTrans" cxnId="{F27E04B7-3A9D-40A2-9B40-C7DBB347D010}">
      <dgm:prSet/>
      <dgm:spPr/>
      <dgm:t>
        <a:bodyPr/>
        <a:lstStyle/>
        <a:p>
          <a:endParaRPr lang="en-US"/>
        </a:p>
      </dgm:t>
    </dgm:pt>
    <dgm:pt modelId="{12FB9CC8-82B5-4B17-8792-4D9E1C265D3D}">
      <dgm:prSet/>
      <dgm:spPr/>
      <dgm:t>
        <a:bodyPr/>
        <a:lstStyle/>
        <a:p>
          <a:pPr>
            <a:lnSpc>
              <a:spcPct val="100000"/>
            </a:lnSpc>
          </a:pPr>
          <a:r>
            <a:rPr lang="en-US"/>
            <a:t>A computer capable of running Android Studio</a:t>
          </a:r>
        </a:p>
      </dgm:t>
    </dgm:pt>
    <dgm:pt modelId="{FAC39629-49B4-487B-8E5A-ECB1357CA3AA}" type="parTrans" cxnId="{AF139A0B-CC5B-4288-AAD0-A9AD7E3851D3}">
      <dgm:prSet/>
      <dgm:spPr/>
      <dgm:t>
        <a:bodyPr/>
        <a:lstStyle/>
        <a:p>
          <a:endParaRPr lang="en-US"/>
        </a:p>
      </dgm:t>
    </dgm:pt>
    <dgm:pt modelId="{77CD51C3-7BB2-4A7C-9F7E-1906F13793FE}" type="sibTrans" cxnId="{AF139A0B-CC5B-4288-AAD0-A9AD7E3851D3}">
      <dgm:prSet/>
      <dgm:spPr/>
      <dgm:t>
        <a:bodyPr/>
        <a:lstStyle/>
        <a:p>
          <a:endParaRPr lang="en-US"/>
        </a:p>
      </dgm:t>
    </dgm:pt>
    <dgm:pt modelId="{CB387F44-F9B8-4B0E-9CB7-2477A71D7C17}">
      <dgm:prSet/>
      <dgm:spPr/>
      <dgm:t>
        <a:bodyPr/>
        <a:lstStyle/>
        <a:p>
          <a:pPr>
            <a:lnSpc>
              <a:spcPct val="100000"/>
            </a:lnSpc>
            <a:defRPr b="1"/>
          </a:pPr>
          <a:r>
            <a:rPr lang="en-US"/>
            <a:t>Software</a:t>
          </a:r>
        </a:p>
      </dgm:t>
    </dgm:pt>
    <dgm:pt modelId="{C198ADB1-A6C7-4031-B07D-B6F84259DF08}" type="parTrans" cxnId="{4D2C743C-F216-4293-A8E0-EA63F6885A32}">
      <dgm:prSet/>
      <dgm:spPr/>
      <dgm:t>
        <a:bodyPr/>
        <a:lstStyle/>
        <a:p>
          <a:endParaRPr lang="en-US"/>
        </a:p>
      </dgm:t>
    </dgm:pt>
    <dgm:pt modelId="{CAEB6BE1-5EB1-4006-9741-2FCFD7EED63F}" type="sibTrans" cxnId="{4D2C743C-F216-4293-A8E0-EA63F6885A32}">
      <dgm:prSet/>
      <dgm:spPr/>
      <dgm:t>
        <a:bodyPr/>
        <a:lstStyle/>
        <a:p>
          <a:endParaRPr lang="en-US"/>
        </a:p>
      </dgm:t>
    </dgm:pt>
    <dgm:pt modelId="{FCC7AA76-A86B-46D0-B763-A176DCFE5133}">
      <dgm:prSet/>
      <dgm:spPr/>
      <dgm:t>
        <a:bodyPr/>
        <a:lstStyle/>
        <a:p>
          <a:pPr>
            <a:lnSpc>
              <a:spcPct val="100000"/>
            </a:lnSpc>
          </a:pPr>
          <a:r>
            <a:rPr lang="en-US"/>
            <a:t>Android Studio</a:t>
          </a:r>
        </a:p>
      </dgm:t>
    </dgm:pt>
    <dgm:pt modelId="{63D7A63F-222A-4825-89F8-E304E79F5C34}" type="parTrans" cxnId="{DA4B0C32-B73A-4A48-A1A5-A81C11B4E30A}">
      <dgm:prSet/>
      <dgm:spPr/>
      <dgm:t>
        <a:bodyPr/>
        <a:lstStyle/>
        <a:p>
          <a:endParaRPr lang="en-US"/>
        </a:p>
      </dgm:t>
    </dgm:pt>
    <dgm:pt modelId="{71FB1487-BD2E-466B-8C42-AA27BBF40E50}" type="sibTrans" cxnId="{DA4B0C32-B73A-4A48-A1A5-A81C11B4E30A}">
      <dgm:prSet/>
      <dgm:spPr/>
      <dgm:t>
        <a:bodyPr/>
        <a:lstStyle/>
        <a:p>
          <a:endParaRPr lang="en-US"/>
        </a:p>
      </dgm:t>
    </dgm:pt>
    <dgm:pt modelId="{CAF3711E-F8CA-43FF-9FA9-F6CABADCEEE8}" type="pres">
      <dgm:prSet presAssocID="{174E6466-E7C8-42FB-91A7-D98CE357E602}" presName="root" presStyleCnt="0">
        <dgm:presLayoutVars>
          <dgm:dir/>
          <dgm:resizeHandles val="exact"/>
        </dgm:presLayoutVars>
      </dgm:prSet>
      <dgm:spPr/>
    </dgm:pt>
    <dgm:pt modelId="{C16D523A-8899-4C99-920A-1574ECB2DE94}" type="pres">
      <dgm:prSet presAssocID="{A0786939-D914-42B0-B658-ED9453B678C3}" presName="compNode" presStyleCnt="0"/>
      <dgm:spPr/>
    </dgm:pt>
    <dgm:pt modelId="{3313713E-BC1F-4B47-BD0A-23BAF0251FB5}" type="pres">
      <dgm:prSet presAssocID="{A0786939-D914-42B0-B658-ED9453B678C3}"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mart Phone"/>
        </a:ext>
      </dgm:extLst>
    </dgm:pt>
    <dgm:pt modelId="{31F0C871-A9B0-40B6-B4B1-0750F83BAE46}" type="pres">
      <dgm:prSet presAssocID="{A0786939-D914-42B0-B658-ED9453B678C3}" presName="iconSpace" presStyleCnt="0"/>
      <dgm:spPr/>
    </dgm:pt>
    <dgm:pt modelId="{8A37B34D-EA70-42EF-80A0-DCE2CCAC3F9E}" type="pres">
      <dgm:prSet presAssocID="{A0786939-D914-42B0-B658-ED9453B678C3}" presName="parTx" presStyleLbl="revTx" presStyleIdx="0" presStyleCnt="4">
        <dgm:presLayoutVars>
          <dgm:chMax val="0"/>
          <dgm:chPref val="0"/>
        </dgm:presLayoutVars>
      </dgm:prSet>
      <dgm:spPr/>
    </dgm:pt>
    <dgm:pt modelId="{936546F1-1AF7-4572-BC6F-57A52B3BC0BB}" type="pres">
      <dgm:prSet presAssocID="{A0786939-D914-42B0-B658-ED9453B678C3}" presName="txSpace" presStyleCnt="0"/>
      <dgm:spPr/>
    </dgm:pt>
    <dgm:pt modelId="{839A1696-CCD5-426E-8C93-E7B20D1623F4}" type="pres">
      <dgm:prSet presAssocID="{A0786939-D914-42B0-B658-ED9453B678C3}" presName="desTx" presStyleLbl="revTx" presStyleIdx="1" presStyleCnt="4">
        <dgm:presLayoutVars/>
      </dgm:prSet>
      <dgm:spPr/>
    </dgm:pt>
    <dgm:pt modelId="{13195789-BFC1-4C1F-81D0-54DAF098B729}" type="pres">
      <dgm:prSet presAssocID="{6C5338F7-CF97-4759-8537-99A07635427B}" presName="sibTrans" presStyleCnt="0"/>
      <dgm:spPr/>
    </dgm:pt>
    <dgm:pt modelId="{5D703703-D518-46DE-89D0-F8F053DEBDB8}" type="pres">
      <dgm:prSet presAssocID="{CB387F44-F9B8-4B0E-9CB7-2477A71D7C17}" presName="compNode" presStyleCnt="0"/>
      <dgm:spPr/>
    </dgm:pt>
    <dgm:pt modelId="{DFBEEA23-2A41-4227-87D9-9E44C6D0F8C5}" type="pres">
      <dgm:prSet presAssocID="{CB387F44-F9B8-4B0E-9CB7-2477A71D7C17}"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t"/>
        </a:ext>
      </dgm:extLst>
    </dgm:pt>
    <dgm:pt modelId="{162E07D8-8994-4BB6-878B-566587CF31C6}" type="pres">
      <dgm:prSet presAssocID="{CB387F44-F9B8-4B0E-9CB7-2477A71D7C17}" presName="iconSpace" presStyleCnt="0"/>
      <dgm:spPr/>
    </dgm:pt>
    <dgm:pt modelId="{79E6839E-BB07-4837-9FDD-BF418AE93EDB}" type="pres">
      <dgm:prSet presAssocID="{CB387F44-F9B8-4B0E-9CB7-2477A71D7C17}" presName="parTx" presStyleLbl="revTx" presStyleIdx="2" presStyleCnt="4">
        <dgm:presLayoutVars>
          <dgm:chMax val="0"/>
          <dgm:chPref val="0"/>
        </dgm:presLayoutVars>
      </dgm:prSet>
      <dgm:spPr/>
    </dgm:pt>
    <dgm:pt modelId="{E7CD2473-B92F-479B-9199-8985B7920509}" type="pres">
      <dgm:prSet presAssocID="{CB387F44-F9B8-4B0E-9CB7-2477A71D7C17}" presName="txSpace" presStyleCnt="0"/>
      <dgm:spPr/>
    </dgm:pt>
    <dgm:pt modelId="{A2A9BE47-EA62-490C-9C85-EF4324B6BC48}" type="pres">
      <dgm:prSet presAssocID="{CB387F44-F9B8-4B0E-9CB7-2477A71D7C17}" presName="desTx" presStyleLbl="revTx" presStyleIdx="3" presStyleCnt="4">
        <dgm:presLayoutVars/>
      </dgm:prSet>
      <dgm:spPr/>
    </dgm:pt>
  </dgm:ptLst>
  <dgm:cxnLst>
    <dgm:cxn modelId="{34142C01-5463-4F5E-8B81-262B245A4C86}" type="presOf" srcId="{FCC7AA76-A86B-46D0-B763-A176DCFE5133}" destId="{A2A9BE47-EA62-490C-9C85-EF4324B6BC48}" srcOrd="0" destOrd="0" presId="urn:microsoft.com/office/officeart/2018/5/layout/CenteredIconLabelDescriptionList"/>
    <dgm:cxn modelId="{AF139A0B-CC5B-4288-AAD0-A9AD7E3851D3}" srcId="{A0786939-D914-42B0-B658-ED9453B678C3}" destId="{12FB9CC8-82B5-4B17-8792-4D9E1C265D3D}" srcOrd="0" destOrd="0" parTransId="{FAC39629-49B4-487B-8E5A-ECB1357CA3AA}" sibTransId="{77CD51C3-7BB2-4A7C-9F7E-1906F13793FE}"/>
    <dgm:cxn modelId="{35096912-2BF2-4927-9F87-DACC750BC49B}" type="presOf" srcId="{12FB9CC8-82B5-4B17-8792-4D9E1C265D3D}" destId="{839A1696-CCD5-426E-8C93-E7B20D1623F4}" srcOrd="0" destOrd="0" presId="urn:microsoft.com/office/officeart/2018/5/layout/CenteredIconLabelDescriptionList"/>
    <dgm:cxn modelId="{DA4B0C32-B73A-4A48-A1A5-A81C11B4E30A}" srcId="{CB387F44-F9B8-4B0E-9CB7-2477A71D7C17}" destId="{FCC7AA76-A86B-46D0-B763-A176DCFE5133}" srcOrd="0" destOrd="0" parTransId="{63D7A63F-222A-4825-89F8-E304E79F5C34}" sibTransId="{71FB1487-BD2E-466B-8C42-AA27BBF40E50}"/>
    <dgm:cxn modelId="{4D2C743C-F216-4293-A8E0-EA63F6885A32}" srcId="{174E6466-E7C8-42FB-91A7-D98CE357E602}" destId="{CB387F44-F9B8-4B0E-9CB7-2477A71D7C17}" srcOrd="1" destOrd="0" parTransId="{C198ADB1-A6C7-4031-B07D-B6F84259DF08}" sibTransId="{CAEB6BE1-5EB1-4006-9741-2FCFD7EED63F}"/>
    <dgm:cxn modelId="{842CAE5D-F47F-4BAC-8B75-342D1F38E9D4}" type="presOf" srcId="{A0786939-D914-42B0-B658-ED9453B678C3}" destId="{8A37B34D-EA70-42EF-80A0-DCE2CCAC3F9E}" srcOrd="0" destOrd="0" presId="urn:microsoft.com/office/officeart/2018/5/layout/CenteredIconLabelDescriptionList"/>
    <dgm:cxn modelId="{80F5B554-8960-458D-AB58-B25C40662EF6}" type="presOf" srcId="{174E6466-E7C8-42FB-91A7-D98CE357E602}" destId="{CAF3711E-F8CA-43FF-9FA9-F6CABADCEEE8}" srcOrd="0" destOrd="0" presId="urn:microsoft.com/office/officeart/2018/5/layout/CenteredIconLabelDescriptionList"/>
    <dgm:cxn modelId="{57156E59-821B-4114-BC1B-201BEE760C0B}" type="presOf" srcId="{CB387F44-F9B8-4B0E-9CB7-2477A71D7C17}" destId="{79E6839E-BB07-4837-9FDD-BF418AE93EDB}" srcOrd="0" destOrd="0" presId="urn:microsoft.com/office/officeart/2018/5/layout/CenteredIconLabelDescriptionList"/>
    <dgm:cxn modelId="{F27E04B7-3A9D-40A2-9B40-C7DBB347D010}" srcId="{174E6466-E7C8-42FB-91A7-D98CE357E602}" destId="{A0786939-D914-42B0-B658-ED9453B678C3}" srcOrd="0" destOrd="0" parTransId="{D4D8DCF3-EC91-4189-8E05-167FE93E997F}" sibTransId="{6C5338F7-CF97-4759-8537-99A07635427B}"/>
    <dgm:cxn modelId="{46ED035C-4D8A-4B0E-94CF-AF6C8AB26404}" type="presParOf" srcId="{CAF3711E-F8CA-43FF-9FA9-F6CABADCEEE8}" destId="{C16D523A-8899-4C99-920A-1574ECB2DE94}" srcOrd="0" destOrd="0" presId="urn:microsoft.com/office/officeart/2018/5/layout/CenteredIconLabelDescriptionList"/>
    <dgm:cxn modelId="{AEB13AF2-72BC-48CC-8209-608281FAEE7E}" type="presParOf" srcId="{C16D523A-8899-4C99-920A-1574ECB2DE94}" destId="{3313713E-BC1F-4B47-BD0A-23BAF0251FB5}" srcOrd="0" destOrd="0" presId="urn:microsoft.com/office/officeart/2018/5/layout/CenteredIconLabelDescriptionList"/>
    <dgm:cxn modelId="{ECFF4FC6-772E-4A3C-BFCC-6C0DF7EB3DF0}" type="presParOf" srcId="{C16D523A-8899-4C99-920A-1574ECB2DE94}" destId="{31F0C871-A9B0-40B6-B4B1-0750F83BAE46}" srcOrd="1" destOrd="0" presId="urn:microsoft.com/office/officeart/2018/5/layout/CenteredIconLabelDescriptionList"/>
    <dgm:cxn modelId="{851C502B-C067-4672-B190-12F16EDF7207}" type="presParOf" srcId="{C16D523A-8899-4C99-920A-1574ECB2DE94}" destId="{8A37B34D-EA70-42EF-80A0-DCE2CCAC3F9E}" srcOrd="2" destOrd="0" presId="urn:microsoft.com/office/officeart/2018/5/layout/CenteredIconLabelDescriptionList"/>
    <dgm:cxn modelId="{10E65CAF-0F80-4FFF-A2FF-46D8EEC458A4}" type="presParOf" srcId="{C16D523A-8899-4C99-920A-1574ECB2DE94}" destId="{936546F1-1AF7-4572-BC6F-57A52B3BC0BB}" srcOrd="3" destOrd="0" presId="urn:microsoft.com/office/officeart/2018/5/layout/CenteredIconLabelDescriptionList"/>
    <dgm:cxn modelId="{67CE67AD-4EB7-4BEA-9012-BB1E960348DD}" type="presParOf" srcId="{C16D523A-8899-4C99-920A-1574ECB2DE94}" destId="{839A1696-CCD5-426E-8C93-E7B20D1623F4}" srcOrd="4" destOrd="0" presId="urn:microsoft.com/office/officeart/2018/5/layout/CenteredIconLabelDescriptionList"/>
    <dgm:cxn modelId="{05C59C1F-88BC-4B4E-9760-8FD6F767C69A}" type="presParOf" srcId="{CAF3711E-F8CA-43FF-9FA9-F6CABADCEEE8}" destId="{13195789-BFC1-4C1F-81D0-54DAF098B729}" srcOrd="1" destOrd="0" presId="urn:microsoft.com/office/officeart/2018/5/layout/CenteredIconLabelDescriptionList"/>
    <dgm:cxn modelId="{6562F46D-F85A-43AD-9589-03A7F33DF191}" type="presParOf" srcId="{CAF3711E-F8CA-43FF-9FA9-F6CABADCEEE8}" destId="{5D703703-D518-46DE-89D0-F8F053DEBDB8}" srcOrd="2" destOrd="0" presId="urn:microsoft.com/office/officeart/2018/5/layout/CenteredIconLabelDescriptionList"/>
    <dgm:cxn modelId="{7CED8338-676F-4C24-A9D9-19BBC93470F1}" type="presParOf" srcId="{5D703703-D518-46DE-89D0-F8F053DEBDB8}" destId="{DFBEEA23-2A41-4227-87D9-9E44C6D0F8C5}" srcOrd="0" destOrd="0" presId="urn:microsoft.com/office/officeart/2018/5/layout/CenteredIconLabelDescriptionList"/>
    <dgm:cxn modelId="{95E4A84E-71D7-41D3-A283-119475B5C04C}" type="presParOf" srcId="{5D703703-D518-46DE-89D0-F8F053DEBDB8}" destId="{162E07D8-8994-4BB6-878B-566587CF31C6}" srcOrd="1" destOrd="0" presId="urn:microsoft.com/office/officeart/2018/5/layout/CenteredIconLabelDescriptionList"/>
    <dgm:cxn modelId="{AC5457F4-A286-422D-8F8D-798A2CE96E90}" type="presParOf" srcId="{5D703703-D518-46DE-89D0-F8F053DEBDB8}" destId="{79E6839E-BB07-4837-9FDD-BF418AE93EDB}" srcOrd="2" destOrd="0" presId="urn:microsoft.com/office/officeart/2018/5/layout/CenteredIconLabelDescriptionList"/>
    <dgm:cxn modelId="{7E776B4A-59CA-4E5E-98EA-593C7620AEF0}" type="presParOf" srcId="{5D703703-D518-46DE-89D0-F8F053DEBDB8}" destId="{E7CD2473-B92F-479B-9199-8985B7920509}" srcOrd="3" destOrd="0" presId="urn:microsoft.com/office/officeart/2018/5/layout/CenteredIconLabelDescriptionList"/>
    <dgm:cxn modelId="{51651DB8-C7A0-4E7C-BD9F-04DDEC3BF999}" type="presParOf" srcId="{5D703703-D518-46DE-89D0-F8F053DEBDB8}" destId="{A2A9BE47-EA62-490C-9C85-EF4324B6BC48}"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ED014E-57F4-4B60-AA61-37D257C8ABC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7E2D7B4-F847-4D71-8E51-ACFB2116BF86}">
      <dgm:prSet/>
      <dgm:spPr/>
      <dgm:t>
        <a:bodyPr/>
        <a:lstStyle/>
        <a:p>
          <a:r>
            <a:rPr lang="en-US"/>
            <a:t>Issues discovered during testing will be documented and resolved to maintain system reliability</a:t>
          </a:r>
        </a:p>
      </dgm:t>
    </dgm:pt>
    <dgm:pt modelId="{483DF215-AD27-4462-A715-DEC59F992598}" type="parTrans" cxnId="{54584855-0734-4A2E-A4FF-4527CEB25105}">
      <dgm:prSet/>
      <dgm:spPr/>
      <dgm:t>
        <a:bodyPr/>
        <a:lstStyle/>
        <a:p>
          <a:endParaRPr lang="en-US"/>
        </a:p>
      </dgm:t>
    </dgm:pt>
    <dgm:pt modelId="{716D22DD-94AC-4E7D-9930-6A65BA5ACFBF}" type="sibTrans" cxnId="{54584855-0734-4A2E-A4FF-4527CEB25105}">
      <dgm:prSet/>
      <dgm:spPr/>
      <dgm:t>
        <a:bodyPr/>
        <a:lstStyle/>
        <a:p>
          <a:endParaRPr lang="en-US"/>
        </a:p>
      </dgm:t>
    </dgm:pt>
    <dgm:pt modelId="{D8652AB0-B36E-421D-9526-81A0061F44D2}">
      <dgm:prSet/>
      <dgm:spPr/>
      <dgm:t>
        <a:bodyPr/>
        <a:lstStyle/>
        <a:p>
          <a:r>
            <a:rPr lang="en-US"/>
            <a:t>The test environment mirrors the intended deployment setup to ensure accurate results</a:t>
          </a:r>
        </a:p>
      </dgm:t>
    </dgm:pt>
    <dgm:pt modelId="{E7CEEEFD-F29C-4AFB-BEF5-17AA9013DBB7}" type="parTrans" cxnId="{46B29B3C-9C96-468C-8496-33B33ABBFED8}">
      <dgm:prSet/>
      <dgm:spPr/>
      <dgm:t>
        <a:bodyPr/>
        <a:lstStyle/>
        <a:p>
          <a:endParaRPr lang="en-US"/>
        </a:p>
      </dgm:t>
    </dgm:pt>
    <dgm:pt modelId="{DAD4288C-9EB4-44F4-8D81-82A30D572547}" type="sibTrans" cxnId="{46B29B3C-9C96-468C-8496-33B33ABBFED8}">
      <dgm:prSet/>
      <dgm:spPr/>
      <dgm:t>
        <a:bodyPr/>
        <a:lstStyle/>
        <a:p>
          <a:endParaRPr lang="en-US"/>
        </a:p>
      </dgm:t>
    </dgm:pt>
    <dgm:pt modelId="{CEE23512-9877-4667-AF8B-F841FB1ACE29}">
      <dgm:prSet/>
      <dgm:spPr/>
      <dgm:t>
        <a:bodyPr/>
        <a:lstStyle/>
        <a:p>
          <a:r>
            <a:rPr lang="en-US"/>
            <a:t>Overall goal: confirm the application is stable, secure, and ready for real‑world use</a:t>
          </a:r>
        </a:p>
      </dgm:t>
    </dgm:pt>
    <dgm:pt modelId="{C9BB19D0-7734-470A-9492-12C0B60028CD}" type="parTrans" cxnId="{DE0CCB71-B91F-481F-84CD-B53F67484132}">
      <dgm:prSet/>
      <dgm:spPr/>
      <dgm:t>
        <a:bodyPr/>
        <a:lstStyle/>
        <a:p>
          <a:endParaRPr lang="en-US"/>
        </a:p>
      </dgm:t>
    </dgm:pt>
    <dgm:pt modelId="{6D5A58F4-FEDA-4CC6-8640-9A5C697C1F1F}" type="sibTrans" cxnId="{DE0CCB71-B91F-481F-84CD-B53F67484132}">
      <dgm:prSet/>
      <dgm:spPr/>
      <dgm:t>
        <a:bodyPr/>
        <a:lstStyle/>
        <a:p>
          <a:endParaRPr lang="en-US"/>
        </a:p>
      </dgm:t>
    </dgm:pt>
    <dgm:pt modelId="{09E48626-BCD8-4E7D-8EC4-44F7103D424E}" type="pres">
      <dgm:prSet presAssocID="{3FED014E-57F4-4B60-AA61-37D257C8ABCA}" presName="root" presStyleCnt="0">
        <dgm:presLayoutVars>
          <dgm:dir/>
          <dgm:resizeHandles val="exact"/>
        </dgm:presLayoutVars>
      </dgm:prSet>
      <dgm:spPr/>
    </dgm:pt>
    <dgm:pt modelId="{52257FD0-2840-4DC7-8CE4-81E23CFAC3ED}" type="pres">
      <dgm:prSet presAssocID="{37E2D7B4-F847-4D71-8E51-ACFB2116BF86}" presName="compNode" presStyleCnt="0"/>
      <dgm:spPr/>
    </dgm:pt>
    <dgm:pt modelId="{B64949A1-332B-4B98-9C98-65DE28A83E8F}" type="pres">
      <dgm:prSet presAssocID="{37E2D7B4-F847-4D71-8E51-ACFB2116BF86}" presName="bgRect" presStyleLbl="bgShp" presStyleIdx="0" presStyleCnt="3"/>
      <dgm:spPr/>
    </dgm:pt>
    <dgm:pt modelId="{9945AEAE-6252-4908-A336-12D1EA76639E}" type="pres">
      <dgm:prSet presAssocID="{37E2D7B4-F847-4D71-8E51-ACFB2116BF8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esentation with Checklist"/>
        </a:ext>
      </dgm:extLst>
    </dgm:pt>
    <dgm:pt modelId="{D84350B4-E1F9-44BA-987C-31EB49A93646}" type="pres">
      <dgm:prSet presAssocID="{37E2D7B4-F847-4D71-8E51-ACFB2116BF86}" presName="spaceRect" presStyleCnt="0"/>
      <dgm:spPr/>
    </dgm:pt>
    <dgm:pt modelId="{A7546BA7-8762-44A6-AA09-751221FE6B6F}" type="pres">
      <dgm:prSet presAssocID="{37E2D7B4-F847-4D71-8E51-ACFB2116BF86}" presName="parTx" presStyleLbl="revTx" presStyleIdx="0" presStyleCnt="3">
        <dgm:presLayoutVars>
          <dgm:chMax val="0"/>
          <dgm:chPref val="0"/>
        </dgm:presLayoutVars>
      </dgm:prSet>
      <dgm:spPr/>
    </dgm:pt>
    <dgm:pt modelId="{EC2A1078-CDB8-42AF-8025-1AB4CFF605E7}" type="pres">
      <dgm:prSet presAssocID="{716D22DD-94AC-4E7D-9930-6A65BA5ACFBF}" presName="sibTrans" presStyleCnt="0"/>
      <dgm:spPr/>
    </dgm:pt>
    <dgm:pt modelId="{6098A5EE-1AA5-41CA-A439-C9EEEB64C6A1}" type="pres">
      <dgm:prSet presAssocID="{D8652AB0-B36E-421D-9526-81A0061F44D2}" presName="compNode" presStyleCnt="0"/>
      <dgm:spPr/>
    </dgm:pt>
    <dgm:pt modelId="{DEB4D850-F5AC-4A1D-B95A-38FA1FBABE8D}" type="pres">
      <dgm:prSet presAssocID="{D8652AB0-B36E-421D-9526-81A0061F44D2}" presName="bgRect" presStyleLbl="bgShp" presStyleIdx="1" presStyleCnt="3"/>
      <dgm:spPr/>
    </dgm:pt>
    <dgm:pt modelId="{691AAC6B-480F-4771-9278-AA91552F4324}" type="pres">
      <dgm:prSet presAssocID="{D8652AB0-B36E-421D-9526-81A0061F44D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5E8A246-B501-4FC5-B56A-F85CFF199B6F}" type="pres">
      <dgm:prSet presAssocID="{D8652AB0-B36E-421D-9526-81A0061F44D2}" presName="spaceRect" presStyleCnt="0"/>
      <dgm:spPr/>
    </dgm:pt>
    <dgm:pt modelId="{8AF0B8DA-C663-4232-BD66-45A5F7D65253}" type="pres">
      <dgm:prSet presAssocID="{D8652AB0-B36E-421D-9526-81A0061F44D2}" presName="parTx" presStyleLbl="revTx" presStyleIdx="1" presStyleCnt="3">
        <dgm:presLayoutVars>
          <dgm:chMax val="0"/>
          <dgm:chPref val="0"/>
        </dgm:presLayoutVars>
      </dgm:prSet>
      <dgm:spPr/>
    </dgm:pt>
    <dgm:pt modelId="{356D0237-1B1D-4010-9ACC-0863D75B37D2}" type="pres">
      <dgm:prSet presAssocID="{DAD4288C-9EB4-44F4-8D81-82A30D572547}" presName="sibTrans" presStyleCnt="0"/>
      <dgm:spPr/>
    </dgm:pt>
    <dgm:pt modelId="{245CD63B-C993-4388-AEF2-7AC48AF0A9CF}" type="pres">
      <dgm:prSet presAssocID="{CEE23512-9877-4667-AF8B-F841FB1ACE29}" presName="compNode" presStyleCnt="0"/>
      <dgm:spPr/>
    </dgm:pt>
    <dgm:pt modelId="{00FA3B5E-AD7E-4C55-943D-C4E6137AFF41}" type="pres">
      <dgm:prSet presAssocID="{CEE23512-9877-4667-AF8B-F841FB1ACE29}" presName="bgRect" presStyleLbl="bgShp" presStyleIdx="2" presStyleCnt="3"/>
      <dgm:spPr/>
    </dgm:pt>
    <dgm:pt modelId="{F0D17C3D-3475-4013-BC5A-5344B24E0845}" type="pres">
      <dgm:prSet presAssocID="{CEE23512-9877-4667-AF8B-F841FB1ACE2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rker"/>
        </a:ext>
      </dgm:extLst>
    </dgm:pt>
    <dgm:pt modelId="{E724BC22-A73C-4C75-8C7D-4CEB11F648BE}" type="pres">
      <dgm:prSet presAssocID="{CEE23512-9877-4667-AF8B-F841FB1ACE29}" presName="spaceRect" presStyleCnt="0"/>
      <dgm:spPr/>
    </dgm:pt>
    <dgm:pt modelId="{DEA479F6-E2E6-4211-8443-9A7970162F6C}" type="pres">
      <dgm:prSet presAssocID="{CEE23512-9877-4667-AF8B-F841FB1ACE29}" presName="parTx" presStyleLbl="revTx" presStyleIdx="2" presStyleCnt="3">
        <dgm:presLayoutVars>
          <dgm:chMax val="0"/>
          <dgm:chPref val="0"/>
        </dgm:presLayoutVars>
      </dgm:prSet>
      <dgm:spPr/>
    </dgm:pt>
  </dgm:ptLst>
  <dgm:cxnLst>
    <dgm:cxn modelId="{2DE66C18-3F34-4A7E-BE3C-F1F58D4D63E7}" type="presOf" srcId="{3FED014E-57F4-4B60-AA61-37D257C8ABCA}" destId="{09E48626-BCD8-4E7D-8EC4-44F7103D424E}" srcOrd="0" destOrd="0" presId="urn:microsoft.com/office/officeart/2018/2/layout/IconVerticalSolidList"/>
    <dgm:cxn modelId="{46B29B3C-9C96-468C-8496-33B33ABBFED8}" srcId="{3FED014E-57F4-4B60-AA61-37D257C8ABCA}" destId="{D8652AB0-B36E-421D-9526-81A0061F44D2}" srcOrd="1" destOrd="0" parTransId="{E7CEEEFD-F29C-4AFB-BEF5-17AA9013DBB7}" sibTransId="{DAD4288C-9EB4-44F4-8D81-82A30D572547}"/>
    <dgm:cxn modelId="{999CE060-67EE-4933-A73E-5C13C5CDEE07}" type="presOf" srcId="{CEE23512-9877-4667-AF8B-F841FB1ACE29}" destId="{DEA479F6-E2E6-4211-8443-9A7970162F6C}" srcOrd="0" destOrd="0" presId="urn:microsoft.com/office/officeart/2018/2/layout/IconVerticalSolidList"/>
    <dgm:cxn modelId="{8488C54A-3DC3-4BC2-987F-38E5B9AE6CE1}" type="presOf" srcId="{D8652AB0-B36E-421D-9526-81A0061F44D2}" destId="{8AF0B8DA-C663-4232-BD66-45A5F7D65253}" srcOrd="0" destOrd="0" presId="urn:microsoft.com/office/officeart/2018/2/layout/IconVerticalSolidList"/>
    <dgm:cxn modelId="{DE0CCB71-B91F-481F-84CD-B53F67484132}" srcId="{3FED014E-57F4-4B60-AA61-37D257C8ABCA}" destId="{CEE23512-9877-4667-AF8B-F841FB1ACE29}" srcOrd="2" destOrd="0" parTransId="{C9BB19D0-7734-470A-9492-12C0B60028CD}" sibTransId="{6D5A58F4-FEDA-4CC6-8640-9A5C697C1F1F}"/>
    <dgm:cxn modelId="{54584855-0734-4A2E-A4FF-4527CEB25105}" srcId="{3FED014E-57F4-4B60-AA61-37D257C8ABCA}" destId="{37E2D7B4-F847-4D71-8E51-ACFB2116BF86}" srcOrd="0" destOrd="0" parTransId="{483DF215-AD27-4462-A715-DEC59F992598}" sibTransId="{716D22DD-94AC-4E7D-9930-6A65BA5ACFBF}"/>
    <dgm:cxn modelId="{FA1D737E-D528-464F-A8FC-45BD110FF72C}" type="presOf" srcId="{37E2D7B4-F847-4D71-8E51-ACFB2116BF86}" destId="{A7546BA7-8762-44A6-AA09-751221FE6B6F}" srcOrd="0" destOrd="0" presId="urn:microsoft.com/office/officeart/2018/2/layout/IconVerticalSolidList"/>
    <dgm:cxn modelId="{AFB7640F-0D4E-49BC-9AE9-ABC5764FC2EE}" type="presParOf" srcId="{09E48626-BCD8-4E7D-8EC4-44F7103D424E}" destId="{52257FD0-2840-4DC7-8CE4-81E23CFAC3ED}" srcOrd="0" destOrd="0" presId="urn:microsoft.com/office/officeart/2018/2/layout/IconVerticalSolidList"/>
    <dgm:cxn modelId="{6DFE05D5-B699-468B-859E-95C292ECFE8C}" type="presParOf" srcId="{52257FD0-2840-4DC7-8CE4-81E23CFAC3ED}" destId="{B64949A1-332B-4B98-9C98-65DE28A83E8F}" srcOrd="0" destOrd="0" presId="urn:microsoft.com/office/officeart/2018/2/layout/IconVerticalSolidList"/>
    <dgm:cxn modelId="{80866831-4D76-4BB1-A81C-1AF9BE241C14}" type="presParOf" srcId="{52257FD0-2840-4DC7-8CE4-81E23CFAC3ED}" destId="{9945AEAE-6252-4908-A336-12D1EA76639E}" srcOrd="1" destOrd="0" presId="urn:microsoft.com/office/officeart/2018/2/layout/IconVerticalSolidList"/>
    <dgm:cxn modelId="{007C1B43-847C-4089-BB1B-13A064765D4B}" type="presParOf" srcId="{52257FD0-2840-4DC7-8CE4-81E23CFAC3ED}" destId="{D84350B4-E1F9-44BA-987C-31EB49A93646}" srcOrd="2" destOrd="0" presId="urn:microsoft.com/office/officeart/2018/2/layout/IconVerticalSolidList"/>
    <dgm:cxn modelId="{22C42EE2-2AEE-4956-A02B-BC826FFA6F28}" type="presParOf" srcId="{52257FD0-2840-4DC7-8CE4-81E23CFAC3ED}" destId="{A7546BA7-8762-44A6-AA09-751221FE6B6F}" srcOrd="3" destOrd="0" presId="urn:microsoft.com/office/officeart/2018/2/layout/IconVerticalSolidList"/>
    <dgm:cxn modelId="{6F874E63-1738-4C3C-BC34-E47C3CCC190E}" type="presParOf" srcId="{09E48626-BCD8-4E7D-8EC4-44F7103D424E}" destId="{EC2A1078-CDB8-42AF-8025-1AB4CFF605E7}" srcOrd="1" destOrd="0" presId="urn:microsoft.com/office/officeart/2018/2/layout/IconVerticalSolidList"/>
    <dgm:cxn modelId="{22B77CF0-88BF-441C-8CDE-EBC3F95F7956}" type="presParOf" srcId="{09E48626-BCD8-4E7D-8EC4-44F7103D424E}" destId="{6098A5EE-1AA5-41CA-A439-C9EEEB64C6A1}" srcOrd="2" destOrd="0" presId="urn:microsoft.com/office/officeart/2018/2/layout/IconVerticalSolidList"/>
    <dgm:cxn modelId="{C4C16FB3-F0B1-4760-8CFE-A44D730888D0}" type="presParOf" srcId="{6098A5EE-1AA5-41CA-A439-C9EEEB64C6A1}" destId="{DEB4D850-F5AC-4A1D-B95A-38FA1FBABE8D}" srcOrd="0" destOrd="0" presId="urn:microsoft.com/office/officeart/2018/2/layout/IconVerticalSolidList"/>
    <dgm:cxn modelId="{09E31ADF-4883-4383-9E71-3A21785B8DA9}" type="presParOf" srcId="{6098A5EE-1AA5-41CA-A439-C9EEEB64C6A1}" destId="{691AAC6B-480F-4771-9278-AA91552F4324}" srcOrd="1" destOrd="0" presId="urn:microsoft.com/office/officeart/2018/2/layout/IconVerticalSolidList"/>
    <dgm:cxn modelId="{6082C15E-EEF0-4459-A1F4-F296BE67DB8D}" type="presParOf" srcId="{6098A5EE-1AA5-41CA-A439-C9EEEB64C6A1}" destId="{25E8A246-B501-4FC5-B56A-F85CFF199B6F}" srcOrd="2" destOrd="0" presId="urn:microsoft.com/office/officeart/2018/2/layout/IconVerticalSolidList"/>
    <dgm:cxn modelId="{803CC6AE-A6FC-43E4-8294-4744F5EB2FE3}" type="presParOf" srcId="{6098A5EE-1AA5-41CA-A439-C9EEEB64C6A1}" destId="{8AF0B8DA-C663-4232-BD66-45A5F7D65253}" srcOrd="3" destOrd="0" presId="urn:microsoft.com/office/officeart/2018/2/layout/IconVerticalSolidList"/>
    <dgm:cxn modelId="{22C4B670-FEF8-4AA7-B6FC-1E459230D659}" type="presParOf" srcId="{09E48626-BCD8-4E7D-8EC4-44F7103D424E}" destId="{356D0237-1B1D-4010-9ACC-0863D75B37D2}" srcOrd="3" destOrd="0" presId="urn:microsoft.com/office/officeart/2018/2/layout/IconVerticalSolidList"/>
    <dgm:cxn modelId="{384E6B92-00C2-469B-8A32-36993506D223}" type="presParOf" srcId="{09E48626-BCD8-4E7D-8EC4-44F7103D424E}" destId="{245CD63B-C993-4388-AEF2-7AC48AF0A9CF}" srcOrd="4" destOrd="0" presId="urn:microsoft.com/office/officeart/2018/2/layout/IconVerticalSolidList"/>
    <dgm:cxn modelId="{A7CCE7AB-5B95-49A3-9882-FACC734C3A16}" type="presParOf" srcId="{245CD63B-C993-4388-AEF2-7AC48AF0A9CF}" destId="{00FA3B5E-AD7E-4C55-943D-C4E6137AFF41}" srcOrd="0" destOrd="0" presId="urn:microsoft.com/office/officeart/2018/2/layout/IconVerticalSolidList"/>
    <dgm:cxn modelId="{AC4DFA65-C953-482A-B804-C6E0E0BDEDEA}" type="presParOf" srcId="{245CD63B-C993-4388-AEF2-7AC48AF0A9CF}" destId="{F0D17C3D-3475-4013-BC5A-5344B24E0845}" srcOrd="1" destOrd="0" presId="urn:microsoft.com/office/officeart/2018/2/layout/IconVerticalSolidList"/>
    <dgm:cxn modelId="{BAE89F29-A0E3-4680-89CC-86DA22812B62}" type="presParOf" srcId="{245CD63B-C993-4388-AEF2-7AC48AF0A9CF}" destId="{E724BC22-A73C-4C75-8C7D-4CEB11F648BE}" srcOrd="2" destOrd="0" presId="urn:microsoft.com/office/officeart/2018/2/layout/IconVerticalSolidList"/>
    <dgm:cxn modelId="{128C02EB-6FD6-4719-952A-C68869F3BF8E}" type="presParOf" srcId="{245CD63B-C993-4388-AEF2-7AC48AF0A9CF}" destId="{DEA479F6-E2E6-4211-8443-9A7970162F6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3713E-BC1F-4B47-BD0A-23BAF0251FB5}">
      <dsp:nvSpPr>
        <dsp:cNvPr id="0" name=""/>
        <dsp:cNvSpPr/>
      </dsp:nvSpPr>
      <dsp:spPr>
        <a:xfrm>
          <a:off x="1071743" y="0"/>
          <a:ext cx="1145049" cy="9205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37B34D-EA70-42EF-80A0-DCE2CCAC3F9E}">
      <dsp:nvSpPr>
        <dsp:cNvPr id="0" name=""/>
        <dsp:cNvSpPr/>
      </dsp:nvSpPr>
      <dsp:spPr>
        <a:xfrm>
          <a:off x="8483" y="983285"/>
          <a:ext cx="3271569" cy="3945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b="1"/>
          </a:pPr>
          <a:r>
            <a:rPr lang="en-US" sz="2600" kern="1200"/>
            <a:t>Hardware</a:t>
          </a:r>
        </a:p>
      </dsp:txBody>
      <dsp:txXfrm>
        <a:off x="8483" y="983285"/>
        <a:ext cx="3271569" cy="394538"/>
      </dsp:txXfrm>
    </dsp:sp>
    <dsp:sp modelId="{839A1696-CCD5-426E-8C93-E7B20D1623F4}">
      <dsp:nvSpPr>
        <dsp:cNvPr id="0" name=""/>
        <dsp:cNvSpPr/>
      </dsp:nvSpPr>
      <dsp:spPr>
        <a:xfrm>
          <a:off x="8483" y="1406984"/>
          <a:ext cx="3271569" cy="4083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A computer capable of running Android Studio</a:t>
          </a:r>
        </a:p>
      </dsp:txBody>
      <dsp:txXfrm>
        <a:off x="8483" y="1406984"/>
        <a:ext cx="3271569" cy="408307"/>
      </dsp:txXfrm>
    </dsp:sp>
    <dsp:sp modelId="{DFBEEA23-2A41-4227-87D9-9E44C6D0F8C5}">
      <dsp:nvSpPr>
        <dsp:cNvPr id="0" name=""/>
        <dsp:cNvSpPr/>
      </dsp:nvSpPr>
      <dsp:spPr>
        <a:xfrm>
          <a:off x="4915837" y="178634"/>
          <a:ext cx="1145049" cy="9205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9E6839E-BB07-4837-9FDD-BF418AE93EDB}">
      <dsp:nvSpPr>
        <dsp:cNvPr id="0" name=""/>
        <dsp:cNvSpPr/>
      </dsp:nvSpPr>
      <dsp:spPr>
        <a:xfrm>
          <a:off x="3852577" y="1161919"/>
          <a:ext cx="3271569" cy="3945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b="1"/>
          </a:pPr>
          <a:r>
            <a:rPr lang="en-US" sz="2600" kern="1200"/>
            <a:t>Software</a:t>
          </a:r>
        </a:p>
      </dsp:txBody>
      <dsp:txXfrm>
        <a:off x="3852577" y="1161919"/>
        <a:ext cx="3271569" cy="394538"/>
      </dsp:txXfrm>
    </dsp:sp>
    <dsp:sp modelId="{A2A9BE47-EA62-490C-9C85-EF4324B6BC48}">
      <dsp:nvSpPr>
        <dsp:cNvPr id="0" name=""/>
        <dsp:cNvSpPr/>
      </dsp:nvSpPr>
      <dsp:spPr>
        <a:xfrm>
          <a:off x="3852577" y="1585618"/>
          <a:ext cx="3271569" cy="510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Android Studio</a:t>
          </a:r>
        </a:p>
      </dsp:txBody>
      <dsp:txXfrm>
        <a:off x="3852577" y="1585618"/>
        <a:ext cx="3271569" cy="510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4949A1-332B-4B98-9C98-65DE28A83E8F}">
      <dsp:nvSpPr>
        <dsp:cNvPr id="0" name=""/>
        <dsp:cNvSpPr/>
      </dsp:nvSpPr>
      <dsp:spPr>
        <a:xfrm>
          <a:off x="0" y="574"/>
          <a:ext cx="7012370" cy="13451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45AEAE-6252-4908-A336-12D1EA76639E}">
      <dsp:nvSpPr>
        <dsp:cNvPr id="0" name=""/>
        <dsp:cNvSpPr/>
      </dsp:nvSpPr>
      <dsp:spPr>
        <a:xfrm>
          <a:off x="406904" y="303230"/>
          <a:ext cx="739825" cy="7398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7546BA7-8762-44A6-AA09-751221FE6B6F}">
      <dsp:nvSpPr>
        <dsp:cNvPr id="0" name=""/>
        <dsp:cNvSpPr/>
      </dsp:nvSpPr>
      <dsp:spPr>
        <a:xfrm>
          <a:off x="1553633" y="574"/>
          <a:ext cx="5458736" cy="1345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360" tIns="142360" rIns="142360" bIns="142360" numCol="1" spcCol="1270" anchor="ctr" anchorCtr="0">
          <a:noAutofit/>
        </a:bodyPr>
        <a:lstStyle/>
        <a:p>
          <a:pPr marL="0" lvl="0" indent="0" algn="l" defTabSz="1111250">
            <a:lnSpc>
              <a:spcPct val="90000"/>
            </a:lnSpc>
            <a:spcBef>
              <a:spcPct val="0"/>
            </a:spcBef>
            <a:spcAft>
              <a:spcPct val="35000"/>
            </a:spcAft>
            <a:buNone/>
          </a:pPr>
          <a:r>
            <a:rPr lang="en-US" sz="2500" kern="1200"/>
            <a:t>Issues discovered during testing will be documented and resolved to maintain system reliability</a:t>
          </a:r>
        </a:p>
      </dsp:txBody>
      <dsp:txXfrm>
        <a:off x="1553633" y="574"/>
        <a:ext cx="5458736" cy="1345137"/>
      </dsp:txXfrm>
    </dsp:sp>
    <dsp:sp modelId="{DEB4D850-F5AC-4A1D-B95A-38FA1FBABE8D}">
      <dsp:nvSpPr>
        <dsp:cNvPr id="0" name=""/>
        <dsp:cNvSpPr/>
      </dsp:nvSpPr>
      <dsp:spPr>
        <a:xfrm>
          <a:off x="0" y="1681996"/>
          <a:ext cx="7012370" cy="13451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1AAC6B-480F-4771-9278-AA91552F4324}">
      <dsp:nvSpPr>
        <dsp:cNvPr id="0" name=""/>
        <dsp:cNvSpPr/>
      </dsp:nvSpPr>
      <dsp:spPr>
        <a:xfrm>
          <a:off x="406904" y="1984652"/>
          <a:ext cx="739825" cy="7398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F0B8DA-C663-4232-BD66-45A5F7D65253}">
      <dsp:nvSpPr>
        <dsp:cNvPr id="0" name=""/>
        <dsp:cNvSpPr/>
      </dsp:nvSpPr>
      <dsp:spPr>
        <a:xfrm>
          <a:off x="1553633" y="1681996"/>
          <a:ext cx="5458736" cy="1345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360" tIns="142360" rIns="142360" bIns="142360" numCol="1" spcCol="1270" anchor="ctr" anchorCtr="0">
          <a:noAutofit/>
        </a:bodyPr>
        <a:lstStyle/>
        <a:p>
          <a:pPr marL="0" lvl="0" indent="0" algn="l" defTabSz="1111250">
            <a:lnSpc>
              <a:spcPct val="90000"/>
            </a:lnSpc>
            <a:spcBef>
              <a:spcPct val="0"/>
            </a:spcBef>
            <a:spcAft>
              <a:spcPct val="35000"/>
            </a:spcAft>
            <a:buNone/>
          </a:pPr>
          <a:r>
            <a:rPr lang="en-US" sz="2500" kern="1200"/>
            <a:t>The test environment mirrors the intended deployment setup to ensure accurate results</a:t>
          </a:r>
        </a:p>
      </dsp:txBody>
      <dsp:txXfrm>
        <a:off x="1553633" y="1681996"/>
        <a:ext cx="5458736" cy="1345137"/>
      </dsp:txXfrm>
    </dsp:sp>
    <dsp:sp modelId="{00FA3B5E-AD7E-4C55-943D-C4E6137AFF41}">
      <dsp:nvSpPr>
        <dsp:cNvPr id="0" name=""/>
        <dsp:cNvSpPr/>
      </dsp:nvSpPr>
      <dsp:spPr>
        <a:xfrm>
          <a:off x="0" y="3363418"/>
          <a:ext cx="7012370" cy="134513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D17C3D-3475-4013-BC5A-5344B24E0845}">
      <dsp:nvSpPr>
        <dsp:cNvPr id="0" name=""/>
        <dsp:cNvSpPr/>
      </dsp:nvSpPr>
      <dsp:spPr>
        <a:xfrm>
          <a:off x="406904" y="3666074"/>
          <a:ext cx="739825" cy="7398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EA479F6-E2E6-4211-8443-9A7970162F6C}">
      <dsp:nvSpPr>
        <dsp:cNvPr id="0" name=""/>
        <dsp:cNvSpPr/>
      </dsp:nvSpPr>
      <dsp:spPr>
        <a:xfrm>
          <a:off x="1553633" y="3363418"/>
          <a:ext cx="5458736" cy="1345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360" tIns="142360" rIns="142360" bIns="142360" numCol="1" spcCol="1270" anchor="ctr" anchorCtr="0">
          <a:noAutofit/>
        </a:bodyPr>
        <a:lstStyle/>
        <a:p>
          <a:pPr marL="0" lvl="0" indent="0" algn="l" defTabSz="1111250">
            <a:lnSpc>
              <a:spcPct val="90000"/>
            </a:lnSpc>
            <a:spcBef>
              <a:spcPct val="0"/>
            </a:spcBef>
            <a:spcAft>
              <a:spcPct val="35000"/>
            </a:spcAft>
            <a:buNone/>
          </a:pPr>
          <a:r>
            <a:rPr lang="en-US" sz="2500" kern="1200"/>
            <a:t>Overall goal: confirm the application is stable, secure, and ready for real‑world use</a:t>
          </a:r>
        </a:p>
      </dsp:txBody>
      <dsp:txXfrm>
        <a:off x="1553633" y="3363418"/>
        <a:ext cx="5458736" cy="1345137"/>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4/18/2026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4216906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15309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4/18/2026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2177092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5991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22630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42272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16159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4/18/2026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2101061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94157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9641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4/18/2026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367545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a:t>
            </a:r>
          </a:p>
          <a:p>
            <a:pPr lvl="7"/>
            <a:r>
              <a:rPr lang="en-US"/>
              <a:t>Eight</a:t>
            </a:r>
          </a:p>
          <a:p>
            <a:pPr lvl="8"/>
            <a:r>
              <a:rPr lang="en-US"/>
              <a:t>nine</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4/18/2026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9628528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47700" y="437318"/>
            <a:ext cx="7467600" cy="3868273"/>
          </a:xfrm>
        </p:spPr>
        <p:txBody>
          <a:bodyPr>
            <a:normAutofit/>
          </a:bodyPr>
          <a:lstStyle/>
          <a:p>
            <a:r>
              <a:rPr lang="en-US" sz="8000">
                <a:solidFill>
                  <a:schemeClr val="bg1"/>
                </a:solidFill>
              </a:rPr>
              <a:t>Test plan</a:t>
            </a:r>
          </a:p>
        </p:txBody>
      </p:sp>
      <p:sp>
        <p:nvSpPr>
          <p:cNvPr id="3" name="Subtitle 2"/>
          <p:cNvSpPr>
            <a:spLocks noGrp="1"/>
          </p:cNvSpPr>
          <p:nvPr>
            <p:ph type="subTitle" idx="1"/>
          </p:nvPr>
        </p:nvSpPr>
        <p:spPr>
          <a:xfrm>
            <a:off x="695325" y="5385365"/>
            <a:ext cx="7419975" cy="834459"/>
          </a:xfrm>
        </p:spPr>
        <p:txBody>
          <a:bodyPr anchor="t">
            <a:normAutofit/>
          </a:bodyPr>
          <a:lstStyle/>
          <a:p>
            <a:r>
              <a:rPr lang="en-US"/>
              <a:t>Fitness Scholars – AI Fitness and Health App</a:t>
            </a:r>
          </a:p>
        </p:txBody>
      </p:sp>
      <p:pic>
        <p:nvPicPr>
          <p:cNvPr id="4" name="Picture 3" descr="Cartoon of a brain lifting weights&#10;&#10;AI-generated content may be incorrect.">
            <a:extLst>
              <a:ext uri="{FF2B5EF4-FFF2-40B4-BE49-F238E27FC236}">
                <a16:creationId xmlns:a16="http://schemas.microsoft.com/office/drawing/2014/main" id="{E2392D18-8C9E-D973-D717-0881798F6842}"/>
              </a:ext>
            </a:extLst>
          </p:cNvPr>
          <p:cNvPicPr>
            <a:picLocks noChangeAspect="1"/>
          </p:cNvPicPr>
          <p:nvPr/>
        </p:nvPicPr>
        <p:blipFill>
          <a:blip r:embed="rId2"/>
          <a:stretch>
            <a:fillRect/>
          </a:stretch>
        </p:blipFill>
        <p:spPr>
          <a:xfrm>
            <a:off x="5379451" y="831495"/>
            <a:ext cx="6484879" cy="4338932"/>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ED094-3CD9-E858-5AE5-21C3681B5702}"/>
              </a:ext>
            </a:extLst>
          </p:cNvPr>
          <p:cNvSpPr>
            <a:spLocks noGrp="1"/>
          </p:cNvSpPr>
          <p:nvPr>
            <p:ph type="title"/>
          </p:nvPr>
        </p:nvSpPr>
        <p:spPr>
          <a:xfrm>
            <a:off x="959157" y="1113764"/>
            <a:ext cx="3269749" cy="4624327"/>
          </a:xfrm>
        </p:spPr>
        <p:txBody>
          <a:bodyPr anchor="ctr">
            <a:normAutofit/>
          </a:bodyPr>
          <a:lstStyle/>
          <a:p>
            <a:r>
              <a:rPr lang="en-US" sz="3000">
                <a:solidFill>
                  <a:srgbClr val="FFFFFF"/>
                </a:solidFill>
              </a:rPr>
              <a:t>Introduction</a:t>
            </a:r>
          </a:p>
        </p:txBody>
      </p:sp>
      <p:sp>
        <p:nvSpPr>
          <p:cNvPr id="7" name="Content Placeholder 2">
            <a:extLst>
              <a:ext uri="{FF2B5EF4-FFF2-40B4-BE49-F238E27FC236}">
                <a16:creationId xmlns:a16="http://schemas.microsoft.com/office/drawing/2014/main" id="{F1A2FDE6-C057-3689-370F-1D893C744F89}"/>
              </a:ext>
            </a:extLst>
          </p:cNvPr>
          <p:cNvSpPr>
            <a:spLocks noGrp="1"/>
          </p:cNvSpPr>
          <p:nvPr>
            <p:ph idx="1"/>
          </p:nvPr>
        </p:nvSpPr>
        <p:spPr>
          <a:xfrm>
            <a:off x="5155905" y="1113764"/>
            <a:ext cx="6108179" cy="4624327"/>
          </a:xfrm>
        </p:spPr>
        <p:txBody>
          <a:bodyPr vert="horz" lIns="91440" tIns="45720" rIns="91440" bIns="45720" rtlCol="0" anchor="ctr">
            <a:normAutofit/>
          </a:bodyPr>
          <a:lstStyle/>
          <a:p>
            <a:pPr marL="305435" indent="-305435"/>
            <a:r>
              <a:rPr lang="en-US"/>
              <a:t>Focus testing on each requirement to confirm the feature works as intended</a:t>
            </a:r>
          </a:p>
          <a:p>
            <a:pPr marL="305435" indent="-305435"/>
            <a:r>
              <a:rPr lang="en-US"/>
              <a:t>Identify any issues or conflicts and resolve them as a team</a:t>
            </a:r>
          </a:p>
          <a:p>
            <a:pPr marL="305435" indent="-305435"/>
            <a:r>
              <a:rPr lang="en-US"/>
              <a:t>Verify that all functional behaviors match the expected results for each test case</a:t>
            </a:r>
          </a:p>
          <a:p>
            <a:pPr marL="305435" indent="-305435"/>
            <a:r>
              <a:rPr lang="en-US"/>
              <a:t>Evaluate non‑functional requirements, including:</a:t>
            </a:r>
          </a:p>
          <a:p>
            <a:pPr marL="629920" lvl="1" indent="-305435">
              <a:buFont typeface="Courier New" panose="020B0604020202020204" pitchFamily="34" charset="0"/>
              <a:buChar char="o"/>
            </a:pPr>
            <a:r>
              <a:rPr lang="en-US"/>
              <a:t>Speed (response time, performance)</a:t>
            </a:r>
          </a:p>
          <a:p>
            <a:pPr marL="629920" lvl="1" indent="-305435">
              <a:buFont typeface="Courier New" panose="020B0604020202020204" pitchFamily="34" charset="0"/>
              <a:buChar char="o"/>
            </a:pPr>
            <a:r>
              <a:rPr lang="en-US"/>
              <a:t>Usability (ease of use, clarity, user experience)</a:t>
            </a:r>
          </a:p>
          <a:p>
            <a:pPr marL="305435" indent="-305435"/>
            <a:r>
              <a:rPr lang="en-US"/>
              <a:t>Ensure the app behaves correctly under edge‑case conditions</a:t>
            </a:r>
          </a:p>
          <a:p>
            <a:endParaRPr lang="en-US"/>
          </a:p>
        </p:txBody>
      </p:sp>
    </p:spTree>
    <p:extLst>
      <p:ext uri="{BB962C8B-B14F-4D97-AF65-F5344CB8AC3E}">
        <p14:creationId xmlns:p14="http://schemas.microsoft.com/office/powerpoint/2010/main" val="4103041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699606-3F99-18EC-CA21-B3B4FB925942}"/>
              </a:ext>
            </a:extLst>
          </p:cNvPr>
          <p:cNvSpPr>
            <a:spLocks noGrp="1"/>
          </p:cNvSpPr>
          <p:nvPr>
            <p:ph type="title"/>
          </p:nvPr>
        </p:nvSpPr>
        <p:spPr>
          <a:xfrm>
            <a:off x="959157" y="1113764"/>
            <a:ext cx="3269749" cy="4624327"/>
          </a:xfrm>
        </p:spPr>
        <p:txBody>
          <a:bodyPr anchor="ctr">
            <a:normAutofit/>
          </a:bodyPr>
          <a:lstStyle/>
          <a:p>
            <a:r>
              <a:rPr lang="en-US" sz="3200">
                <a:solidFill>
                  <a:srgbClr val="FFFFFF"/>
                </a:solidFill>
              </a:rPr>
              <a:t>Test strategy</a:t>
            </a:r>
          </a:p>
        </p:txBody>
      </p:sp>
      <p:sp>
        <p:nvSpPr>
          <p:cNvPr id="3" name="Content Placeholder 2">
            <a:extLst>
              <a:ext uri="{FF2B5EF4-FFF2-40B4-BE49-F238E27FC236}">
                <a16:creationId xmlns:a16="http://schemas.microsoft.com/office/drawing/2014/main" id="{FBB50ECE-EE8F-5DA5-B9C0-952C1305B58E}"/>
              </a:ext>
            </a:extLst>
          </p:cNvPr>
          <p:cNvSpPr>
            <a:spLocks noGrp="1"/>
          </p:cNvSpPr>
          <p:nvPr>
            <p:ph idx="1"/>
          </p:nvPr>
        </p:nvSpPr>
        <p:spPr>
          <a:xfrm>
            <a:off x="5155905" y="1113764"/>
            <a:ext cx="6108179" cy="4624327"/>
          </a:xfrm>
        </p:spPr>
        <p:txBody>
          <a:bodyPr vert="horz" lIns="91440" tIns="45720" rIns="91440" bIns="45720" rtlCol="0" anchor="ctr">
            <a:normAutofit/>
          </a:bodyPr>
          <a:lstStyle/>
          <a:p>
            <a:r>
              <a:rPr lang="en-US">
                <a:latin typeface="Calisto MT"/>
                <a:cs typeface="Times New Roman"/>
              </a:rPr>
              <a:t>The testing approach for this application focuses on verifying that each feature works as intended and meets the functional requirements. Testing will be performed manually using an Android emulator and will complete the following:</a:t>
            </a:r>
          </a:p>
          <a:p>
            <a:pPr lvl="1">
              <a:buFont typeface="Courier New" panose="020B0604020202020204" pitchFamily="34" charset="0"/>
              <a:buChar char="o"/>
            </a:pPr>
            <a:r>
              <a:rPr lang="en-US">
                <a:latin typeface="Calisto MT"/>
                <a:cs typeface="Times New Roman"/>
              </a:rPr>
              <a:t>Functional Testing</a:t>
            </a:r>
          </a:p>
          <a:p>
            <a:pPr lvl="1">
              <a:buFont typeface="Courier New" panose="020B0604020202020204" pitchFamily="34" charset="0"/>
              <a:buChar char="o"/>
            </a:pPr>
            <a:r>
              <a:rPr lang="en-US">
                <a:latin typeface="Calisto MT"/>
                <a:cs typeface="Times New Roman"/>
              </a:rPr>
              <a:t>Authentication Testing</a:t>
            </a:r>
            <a:endParaRPr lang="en-US"/>
          </a:p>
          <a:p>
            <a:pPr lvl="1">
              <a:buFont typeface="Courier New" panose="020B0604020202020204" pitchFamily="34" charset="0"/>
              <a:buChar char="o"/>
            </a:pPr>
            <a:r>
              <a:rPr lang="en-US">
                <a:latin typeface="Calisto MT"/>
                <a:cs typeface="Times New Roman"/>
              </a:rPr>
              <a:t>Schedule Feature Testing</a:t>
            </a:r>
          </a:p>
          <a:p>
            <a:pPr lvl="1">
              <a:buFont typeface="Courier New" panose="020B0604020202020204" pitchFamily="34" charset="0"/>
              <a:buChar char="o"/>
            </a:pPr>
            <a:r>
              <a:rPr lang="en-US">
                <a:latin typeface="Calisto MT"/>
                <a:cs typeface="Times New Roman"/>
              </a:rPr>
              <a:t>Chatbot AI Testing</a:t>
            </a:r>
          </a:p>
          <a:p>
            <a:endParaRPr lang="en-US"/>
          </a:p>
        </p:txBody>
      </p:sp>
    </p:spTree>
    <p:extLst>
      <p:ext uri="{BB962C8B-B14F-4D97-AF65-F5344CB8AC3E}">
        <p14:creationId xmlns:p14="http://schemas.microsoft.com/office/powerpoint/2010/main" val="2569196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7AC41-B049-312F-F3EF-B1221A70EEE2}"/>
              </a:ext>
            </a:extLst>
          </p:cNvPr>
          <p:cNvSpPr>
            <a:spLocks noGrp="1"/>
          </p:cNvSpPr>
          <p:nvPr>
            <p:ph type="title"/>
          </p:nvPr>
        </p:nvSpPr>
        <p:spPr>
          <a:xfrm>
            <a:off x="581192" y="702156"/>
            <a:ext cx="11029616" cy="1013800"/>
          </a:xfrm>
        </p:spPr>
        <p:txBody>
          <a:bodyPr>
            <a:normAutofit/>
          </a:bodyPr>
          <a:lstStyle/>
          <a:p>
            <a:r>
              <a:rPr lang="en-US">
                <a:solidFill>
                  <a:srgbClr val="FFFEFF"/>
                </a:solidFill>
              </a:rPr>
              <a:t>TEst Environment</a:t>
            </a:r>
          </a:p>
        </p:txBody>
      </p:sp>
      <p:graphicFrame>
        <p:nvGraphicFramePr>
          <p:cNvPr id="5" name="Content Placeholder 2">
            <a:extLst>
              <a:ext uri="{FF2B5EF4-FFF2-40B4-BE49-F238E27FC236}">
                <a16:creationId xmlns:a16="http://schemas.microsoft.com/office/drawing/2014/main" id="{6DCB533E-46EC-BABC-B8CC-F731310945F0}"/>
              </a:ext>
            </a:extLst>
          </p:cNvPr>
          <p:cNvGraphicFramePr>
            <a:graphicFrameLocks noGrp="1"/>
          </p:cNvGraphicFramePr>
          <p:nvPr>
            <p:ph idx="1"/>
            <p:extLst>
              <p:ext uri="{D42A27DB-BD31-4B8C-83A1-F6EECF244321}">
                <p14:modId xmlns:p14="http://schemas.microsoft.com/office/powerpoint/2010/main" val="2969836952"/>
              </p:ext>
            </p:extLst>
          </p:nvPr>
        </p:nvGraphicFramePr>
        <p:xfrm>
          <a:off x="2530594" y="2334771"/>
          <a:ext cx="7132630" cy="18152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26" name="Table 225">
            <a:extLst>
              <a:ext uri="{FF2B5EF4-FFF2-40B4-BE49-F238E27FC236}">
                <a16:creationId xmlns:a16="http://schemas.microsoft.com/office/drawing/2014/main" id="{DFFFDDE0-F50B-6EB3-29FA-07875C3B0161}"/>
              </a:ext>
            </a:extLst>
          </p:cNvPr>
          <p:cNvGraphicFramePr>
            <a:graphicFrameLocks noGrp="1"/>
          </p:cNvGraphicFramePr>
          <p:nvPr>
            <p:extLst>
              <p:ext uri="{D42A27DB-BD31-4B8C-83A1-F6EECF244321}">
                <p14:modId xmlns:p14="http://schemas.microsoft.com/office/powerpoint/2010/main" val="3476186034"/>
              </p:ext>
            </p:extLst>
          </p:nvPr>
        </p:nvGraphicFramePr>
        <p:xfrm>
          <a:off x="1912214" y="4471783"/>
          <a:ext cx="4655629" cy="2057400"/>
        </p:xfrm>
        <a:graphic>
          <a:graphicData uri="http://schemas.openxmlformats.org/drawingml/2006/table">
            <a:tbl>
              <a:tblPr bandRow="1">
                <a:tableStyleId>{5C22544A-7EE6-4342-B048-85BDC9FD1C3A}</a:tableStyleId>
              </a:tblPr>
              <a:tblGrid>
                <a:gridCol w="1348308">
                  <a:extLst>
                    <a:ext uri="{9D8B030D-6E8A-4147-A177-3AD203B41FA5}">
                      <a16:colId xmlns:a16="http://schemas.microsoft.com/office/drawing/2014/main" val="2082755735"/>
                    </a:ext>
                  </a:extLst>
                </a:gridCol>
                <a:gridCol w="3307321">
                  <a:extLst>
                    <a:ext uri="{9D8B030D-6E8A-4147-A177-3AD203B41FA5}">
                      <a16:colId xmlns:a16="http://schemas.microsoft.com/office/drawing/2014/main" val="188108479"/>
                    </a:ext>
                  </a:extLst>
                </a:gridCol>
              </a:tblGrid>
              <a:tr h="190500">
                <a:tc>
                  <a:txBody>
                    <a:bodyPr/>
                    <a:lstStyle/>
                    <a:p>
                      <a:pPr algn="l" fontAlgn="base">
                        <a:lnSpc>
                          <a:spcPts val="1350"/>
                        </a:lnSpc>
                        <a:buNone/>
                      </a:pPr>
                      <a:r>
                        <a:rPr lang="en-US" sz="1200" b="1" i="0">
                          <a:solidFill>
                            <a:srgbClr val="737373"/>
                          </a:solidFill>
                          <a:effectLst/>
                          <a:latin typeface="Gill Sans MT" panose="020B0502020104020203" pitchFamily="34" charset="0"/>
                        </a:rPr>
                        <a:t>Operating System </a:t>
                      </a:r>
                      <a:endParaRPr lang="en-US" b="1" i="0">
                        <a:solidFill>
                          <a:srgbClr val="FFFFFF"/>
                        </a:solidFill>
                        <a:effectLst/>
                      </a:endParaRPr>
                    </a:p>
                  </a:txBody>
                  <a:tcPr marL="66675" marR="66675">
                    <a:lnL w="13487" cap="flat" cmpd="sng" algn="ctr">
                      <a:solidFill>
                        <a:srgbClr val="FFFFFF"/>
                      </a:solidFill>
                      <a:prstDash val="solid"/>
                      <a:round/>
                      <a:headEnd type="none" w="med" len="med"/>
                      <a:tailEnd type="none" w="med" len="med"/>
                    </a:lnL>
                    <a:lnR w="13487" cap="flat" cmpd="sng" algn="ctr">
                      <a:solidFill>
                        <a:srgbClr val="FFFFFF"/>
                      </a:solidFill>
                      <a:prstDash val="solid"/>
                      <a:round/>
                      <a:headEnd type="none" w="med" len="med"/>
                      <a:tailEnd type="none" w="med" len="med"/>
                    </a:lnR>
                    <a:lnT w="13487" cap="flat" cmpd="sng" algn="ctr">
                      <a:solidFill>
                        <a:srgbClr val="FFFFFF"/>
                      </a:solidFill>
                      <a:prstDash val="solid"/>
                      <a:round/>
                      <a:headEnd type="none" w="med" len="med"/>
                      <a:tailEnd type="none" w="med" len="med"/>
                    </a:lnT>
                    <a:lnB w="13487" cap="flat" cmpd="sng" algn="ctr">
                      <a:solidFill>
                        <a:srgbClr val="FFFFFF"/>
                      </a:solidFill>
                      <a:prstDash val="solid"/>
                      <a:round/>
                      <a:headEnd type="none" w="med" len="med"/>
                      <a:tailEnd type="none" w="med" len="med"/>
                    </a:lnB>
                    <a:solidFill>
                      <a:srgbClr val="969FA7"/>
                    </a:solidFill>
                  </a:tcPr>
                </a:tc>
                <a:tc>
                  <a:txBody>
                    <a:bodyPr/>
                    <a:lstStyle/>
                    <a:p>
                      <a:pPr algn="l" fontAlgn="base">
                        <a:lnSpc>
                          <a:spcPts val="1350"/>
                        </a:lnSpc>
                        <a:buNone/>
                      </a:pPr>
                      <a:r>
                        <a:rPr lang="en-US" sz="1200" b="0" i="0">
                          <a:solidFill>
                            <a:srgbClr val="737373"/>
                          </a:solidFill>
                          <a:effectLst/>
                          <a:latin typeface="Gill Sans MT" panose="020B0502020104020203" pitchFamily="34" charset="0"/>
                        </a:rPr>
                        <a:t>64-bit Microsoft Windows 10, Latest64-bit version of Windows </a:t>
                      </a:r>
                      <a:endParaRPr lang="en-US" b="0" i="0">
                        <a:solidFill>
                          <a:srgbClr val="000000"/>
                        </a:solidFill>
                        <a:effectLst/>
                      </a:endParaRPr>
                    </a:p>
                  </a:txBody>
                  <a:tcPr marL="66675" marR="66675">
                    <a:lnL w="13487" cap="flat" cmpd="sng" algn="ctr">
                      <a:solidFill>
                        <a:srgbClr val="FFFFFF"/>
                      </a:solidFill>
                      <a:prstDash val="solid"/>
                      <a:round/>
                      <a:headEnd type="none" w="med" len="med"/>
                      <a:tailEnd type="none" w="med" len="med"/>
                    </a:lnL>
                    <a:lnR w="13487" cap="flat" cmpd="sng" algn="ctr">
                      <a:solidFill>
                        <a:srgbClr val="FFFFFF"/>
                      </a:solidFill>
                      <a:prstDash val="solid"/>
                      <a:round/>
                      <a:headEnd type="none" w="med" len="med"/>
                      <a:tailEnd type="none" w="med" len="med"/>
                    </a:lnR>
                    <a:lnT w="13487" cap="flat" cmpd="sng" algn="ctr">
                      <a:solidFill>
                        <a:srgbClr val="FFFFFF"/>
                      </a:solidFill>
                      <a:prstDash val="solid"/>
                      <a:round/>
                      <a:headEnd type="none" w="med" len="med"/>
                      <a:tailEnd type="none" w="med" len="med"/>
                    </a:lnT>
                    <a:lnB w="13487" cap="flat" cmpd="sng" algn="ctr">
                      <a:solidFill>
                        <a:srgbClr val="FFFFFF"/>
                      </a:solidFill>
                      <a:prstDash val="solid"/>
                      <a:round/>
                      <a:headEnd type="none" w="med" len="med"/>
                      <a:tailEnd type="none" w="med" len="med"/>
                    </a:lnB>
                    <a:solidFill>
                      <a:srgbClr val="EFF0F1"/>
                    </a:solidFill>
                  </a:tcPr>
                </a:tc>
                <a:extLst>
                  <a:ext uri="{0D108BD9-81ED-4DB2-BD59-A6C34878D82A}">
                    <a16:rowId xmlns:a16="http://schemas.microsoft.com/office/drawing/2014/main" val="589566824"/>
                  </a:ext>
                </a:extLst>
              </a:tr>
              <a:tr h="190500">
                <a:tc>
                  <a:txBody>
                    <a:bodyPr/>
                    <a:lstStyle/>
                    <a:p>
                      <a:pPr algn="l" fontAlgn="base">
                        <a:lnSpc>
                          <a:spcPts val="1350"/>
                        </a:lnSpc>
                        <a:buNone/>
                      </a:pPr>
                      <a:r>
                        <a:rPr lang="en-US" sz="1200" b="1" i="0">
                          <a:solidFill>
                            <a:srgbClr val="737373"/>
                          </a:solidFill>
                          <a:effectLst/>
                          <a:latin typeface="Gill Sans MT" panose="020B0502020104020203" pitchFamily="34" charset="0"/>
                        </a:rPr>
                        <a:t>RAM </a:t>
                      </a:r>
                      <a:endParaRPr lang="en-US" b="1" i="0">
                        <a:solidFill>
                          <a:srgbClr val="FFFFFF"/>
                        </a:solidFill>
                        <a:effectLst/>
                      </a:endParaRPr>
                    </a:p>
                  </a:txBody>
                  <a:tcPr marL="66675" marR="66675">
                    <a:lnL w="13487" cap="flat" cmpd="sng" algn="ctr">
                      <a:solidFill>
                        <a:srgbClr val="FFFFFF"/>
                      </a:solidFill>
                      <a:prstDash val="solid"/>
                      <a:round/>
                      <a:headEnd type="none" w="med" len="med"/>
                      <a:tailEnd type="none" w="med" len="med"/>
                    </a:lnL>
                    <a:lnR w="13487" cap="flat" cmpd="sng" algn="ctr">
                      <a:solidFill>
                        <a:srgbClr val="FFFFFF"/>
                      </a:solidFill>
                      <a:prstDash val="solid"/>
                      <a:round/>
                      <a:headEnd type="none" w="med" len="med"/>
                      <a:tailEnd type="none" w="med" len="med"/>
                    </a:lnR>
                    <a:lnT w="13487" cap="flat" cmpd="sng" algn="ctr">
                      <a:solidFill>
                        <a:srgbClr val="FFFFFF"/>
                      </a:solidFill>
                      <a:prstDash val="solid"/>
                      <a:round/>
                      <a:headEnd type="none" w="med" len="med"/>
                      <a:tailEnd type="none" w="med" len="med"/>
                    </a:lnT>
                    <a:lnB w="13487" cap="flat" cmpd="sng" algn="ctr">
                      <a:solidFill>
                        <a:srgbClr val="FFFFFF"/>
                      </a:solidFill>
                      <a:prstDash val="solid"/>
                      <a:round/>
                      <a:headEnd type="none" w="med" len="med"/>
                      <a:tailEnd type="none" w="med" len="med"/>
                    </a:lnB>
                    <a:solidFill>
                      <a:srgbClr val="969FA7"/>
                    </a:solidFill>
                  </a:tcPr>
                </a:tc>
                <a:tc>
                  <a:txBody>
                    <a:bodyPr/>
                    <a:lstStyle/>
                    <a:p>
                      <a:pPr algn="l" fontAlgn="base">
                        <a:lnSpc>
                          <a:spcPts val="1350"/>
                        </a:lnSpc>
                        <a:buNone/>
                      </a:pPr>
                      <a:r>
                        <a:rPr lang="en-US" sz="1200" b="0" i="0">
                          <a:solidFill>
                            <a:srgbClr val="737373"/>
                          </a:solidFill>
                          <a:effectLst/>
                          <a:latin typeface="Gill Sans MT" panose="020B0502020104020203" pitchFamily="34" charset="0"/>
                        </a:rPr>
                        <a:t>16GB, 32GB </a:t>
                      </a:r>
                      <a:endParaRPr lang="en-US" b="0" i="0">
                        <a:solidFill>
                          <a:srgbClr val="000000"/>
                        </a:solidFill>
                        <a:effectLst/>
                      </a:endParaRPr>
                    </a:p>
                  </a:txBody>
                  <a:tcPr marL="66675" marR="66675">
                    <a:lnL w="13487" cap="flat" cmpd="sng" algn="ctr">
                      <a:solidFill>
                        <a:srgbClr val="FFFFFF"/>
                      </a:solidFill>
                      <a:prstDash val="solid"/>
                      <a:round/>
                      <a:headEnd type="none" w="med" len="med"/>
                      <a:tailEnd type="none" w="med" len="med"/>
                    </a:lnL>
                    <a:lnR w="13487" cap="flat" cmpd="sng" algn="ctr">
                      <a:solidFill>
                        <a:srgbClr val="FFFFFF"/>
                      </a:solidFill>
                      <a:prstDash val="solid"/>
                      <a:round/>
                      <a:headEnd type="none" w="med" len="med"/>
                      <a:tailEnd type="none" w="med" len="med"/>
                    </a:lnR>
                    <a:lnT w="13487" cap="flat" cmpd="sng" algn="ctr">
                      <a:solidFill>
                        <a:srgbClr val="FFFFFF"/>
                      </a:solidFill>
                      <a:prstDash val="solid"/>
                      <a:round/>
                      <a:headEnd type="none" w="med" len="med"/>
                      <a:tailEnd type="none" w="med" len="med"/>
                    </a:lnT>
                    <a:lnB w="13487" cap="flat" cmpd="sng" algn="ctr">
                      <a:solidFill>
                        <a:srgbClr val="FFFFFF"/>
                      </a:solidFill>
                      <a:prstDash val="solid"/>
                      <a:round/>
                      <a:headEnd type="none" w="med" len="med"/>
                      <a:tailEnd type="none" w="med" len="med"/>
                    </a:lnB>
                    <a:solidFill>
                      <a:srgbClr val="EFF0F1"/>
                    </a:solidFill>
                  </a:tcPr>
                </a:tc>
                <a:extLst>
                  <a:ext uri="{0D108BD9-81ED-4DB2-BD59-A6C34878D82A}">
                    <a16:rowId xmlns:a16="http://schemas.microsoft.com/office/drawing/2014/main" val="3665711460"/>
                  </a:ext>
                </a:extLst>
              </a:tr>
              <a:tr h="190500">
                <a:tc>
                  <a:txBody>
                    <a:bodyPr/>
                    <a:lstStyle/>
                    <a:p>
                      <a:pPr algn="l" fontAlgn="base">
                        <a:lnSpc>
                          <a:spcPts val="1350"/>
                        </a:lnSpc>
                        <a:buNone/>
                      </a:pPr>
                      <a:r>
                        <a:rPr lang="en-US" sz="1200" b="1" i="0">
                          <a:solidFill>
                            <a:srgbClr val="737373"/>
                          </a:solidFill>
                          <a:effectLst/>
                          <a:latin typeface="Gill Sans MT" panose="020B0502020104020203" pitchFamily="34" charset="0"/>
                        </a:rPr>
                        <a:t>CPU </a:t>
                      </a:r>
                      <a:endParaRPr lang="en-US" b="1" i="0">
                        <a:solidFill>
                          <a:srgbClr val="FFFFFF"/>
                        </a:solidFill>
                        <a:effectLst/>
                      </a:endParaRPr>
                    </a:p>
                  </a:txBody>
                  <a:tcPr marL="66675" marR="66675">
                    <a:lnL w="13487" cap="flat" cmpd="sng" algn="ctr">
                      <a:solidFill>
                        <a:srgbClr val="FFFFFF"/>
                      </a:solidFill>
                      <a:prstDash val="solid"/>
                      <a:round/>
                      <a:headEnd type="none" w="med" len="med"/>
                      <a:tailEnd type="none" w="med" len="med"/>
                    </a:lnL>
                    <a:lnR w="13487" cap="flat" cmpd="sng" algn="ctr">
                      <a:solidFill>
                        <a:srgbClr val="FFFFFF"/>
                      </a:solidFill>
                      <a:prstDash val="solid"/>
                      <a:round/>
                      <a:headEnd type="none" w="med" len="med"/>
                      <a:tailEnd type="none" w="med" len="med"/>
                    </a:lnR>
                    <a:lnT w="13487" cap="flat" cmpd="sng" algn="ctr">
                      <a:solidFill>
                        <a:srgbClr val="FFFFFF"/>
                      </a:solidFill>
                      <a:prstDash val="solid"/>
                      <a:round/>
                      <a:headEnd type="none" w="med" len="med"/>
                      <a:tailEnd type="none" w="med" len="med"/>
                    </a:lnT>
                    <a:lnB w="13487" cap="flat" cmpd="sng" algn="ctr">
                      <a:solidFill>
                        <a:srgbClr val="FFFFFF"/>
                      </a:solidFill>
                      <a:prstDash val="solid"/>
                      <a:round/>
                      <a:headEnd type="none" w="med" len="med"/>
                      <a:tailEnd type="none" w="med" len="med"/>
                    </a:lnB>
                    <a:solidFill>
                      <a:srgbClr val="969FA7"/>
                    </a:solidFill>
                  </a:tcPr>
                </a:tc>
                <a:tc>
                  <a:txBody>
                    <a:bodyPr/>
                    <a:lstStyle/>
                    <a:p>
                      <a:pPr algn="l" fontAlgn="base">
                        <a:lnSpc>
                          <a:spcPts val="1350"/>
                        </a:lnSpc>
                        <a:buNone/>
                      </a:pPr>
                      <a:r>
                        <a:rPr lang="en-US" sz="1200" b="0" i="0">
                          <a:solidFill>
                            <a:srgbClr val="737373"/>
                          </a:solidFill>
                          <a:effectLst/>
                          <a:latin typeface="Gill Sans MT" panose="020B0502020104020203" pitchFamily="34" charset="0"/>
                        </a:rPr>
                        <a:t>Virtualization support Required (Intel VT-x or AMD-V, enabled in BIOS) </a:t>
                      </a:r>
                      <a:endParaRPr lang="en-US" b="0" i="0">
                        <a:solidFill>
                          <a:srgbClr val="000000"/>
                        </a:solidFill>
                        <a:effectLst/>
                      </a:endParaRPr>
                    </a:p>
                  </a:txBody>
                  <a:tcPr marL="66675" marR="66675">
                    <a:lnL w="13487" cap="flat" cmpd="sng" algn="ctr">
                      <a:solidFill>
                        <a:srgbClr val="FFFFFF"/>
                      </a:solidFill>
                      <a:prstDash val="solid"/>
                      <a:round/>
                      <a:headEnd type="none" w="med" len="med"/>
                      <a:tailEnd type="none" w="med" len="med"/>
                    </a:lnL>
                    <a:lnR w="13487" cap="flat" cmpd="sng" algn="ctr">
                      <a:solidFill>
                        <a:srgbClr val="FFFFFF"/>
                      </a:solidFill>
                      <a:prstDash val="solid"/>
                      <a:round/>
                      <a:headEnd type="none" w="med" len="med"/>
                      <a:tailEnd type="none" w="med" len="med"/>
                    </a:lnR>
                    <a:lnT w="13487" cap="flat" cmpd="sng" algn="ctr">
                      <a:solidFill>
                        <a:srgbClr val="FFFFFF"/>
                      </a:solidFill>
                      <a:prstDash val="solid"/>
                      <a:round/>
                      <a:headEnd type="none" w="med" len="med"/>
                      <a:tailEnd type="none" w="med" len="med"/>
                    </a:lnT>
                    <a:lnB w="13487" cap="flat" cmpd="sng" algn="ctr">
                      <a:solidFill>
                        <a:srgbClr val="FFFFFF"/>
                      </a:solidFill>
                      <a:prstDash val="solid"/>
                      <a:round/>
                      <a:headEnd type="none" w="med" len="med"/>
                      <a:tailEnd type="none" w="med" len="med"/>
                    </a:lnB>
                    <a:solidFill>
                      <a:srgbClr val="EFF0F1"/>
                    </a:solidFill>
                  </a:tcPr>
                </a:tc>
                <a:extLst>
                  <a:ext uri="{0D108BD9-81ED-4DB2-BD59-A6C34878D82A}">
                    <a16:rowId xmlns:a16="http://schemas.microsoft.com/office/drawing/2014/main" val="2986482797"/>
                  </a:ext>
                </a:extLst>
              </a:tr>
              <a:tr h="190500">
                <a:tc>
                  <a:txBody>
                    <a:bodyPr/>
                    <a:lstStyle/>
                    <a:p>
                      <a:pPr algn="l" fontAlgn="base">
                        <a:lnSpc>
                          <a:spcPts val="1350"/>
                        </a:lnSpc>
                        <a:buNone/>
                      </a:pPr>
                      <a:r>
                        <a:rPr lang="en-US" sz="1200" b="1" i="0">
                          <a:solidFill>
                            <a:srgbClr val="737373"/>
                          </a:solidFill>
                          <a:effectLst/>
                          <a:latin typeface="Gill Sans MT" panose="020B0502020104020203" pitchFamily="34" charset="0"/>
                        </a:rPr>
                        <a:t>Disk space </a:t>
                      </a:r>
                      <a:endParaRPr lang="en-US" b="1" i="0">
                        <a:solidFill>
                          <a:srgbClr val="FFFFFF"/>
                        </a:solidFill>
                        <a:effectLst/>
                      </a:endParaRPr>
                    </a:p>
                  </a:txBody>
                  <a:tcPr marL="66675" marR="66675">
                    <a:lnL w="13487" cap="flat" cmpd="sng" algn="ctr">
                      <a:solidFill>
                        <a:srgbClr val="FFFFFF"/>
                      </a:solidFill>
                      <a:prstDash val="solid"/>
                      <a:round/>
                      <a:headEnd type="none" w="med" len="med"/>
                      <a:tailEnd type="none" w="med" len="med"/>
                    </a:lnL>
                    <a:lnR w="13487" cap="flat" cmpd="sng" algn="ctr">
                      <a:solidFill>
                        <a:srgbClr val="FFFFFF"/>
                      </a:solidFill>
                      <a:prstDash val="solid"/>
                      <a:round/>
                      <a:headEnd type="none" w="med" len="med"/>
                      <a:tailEnd type="none" w="med" len="med"/>
                    </a:lnR>
                    <a:lnT w="13487" cap="flat" cmpd="sng" algn="ctr">
                      <a:solidFill>
                        <a:srgbClr val="FFFFFF"/>
                      </a:solidFill>
                      <a:prstDash val="solid"/>
                      <a:round/>
                      <a:headEnd type="none" w="med" len="med"/>
                      <a:tailEnd type="none" w="med" len="med"/>
                    </a:lnT>
                    <a:lnB w="13487" cap="flat" cmpd="sng" algn="ctr">
                      <a:solidFill>
                        <a:srgbClr val="FFFFFF"/>
                      </a:solidFill>
                      <a:prstDash val="solid"/>
                      <a:round/>
                      <a:headEnd type="none" w="med" len="med"/>
                      <a:tailEnd type="none" w="med" len="med"/>
                    </a:lnB>
                    <a:solidFill>
                      <a:srgbClr val="969FA7"/>
                    </a:solidFill>
                  </a:tcPr>
                </a:tc>
                <a:tc>
                  <a:txBody>
                    <a:bodyPr/>
                    <a:lstStyle/>
                    <a:p>
                      <a:pPr algn="l" fontAlgn="base">
                        <a:lnSpc>
                          <a:spcPts val="1350"/>
                        </a:lnSpc>
                        <a:buNone/>
                      </a:pPr>
                      <a:r>
                        <a:rPr lang="en-US" sz="1200" b="0" i="0">
                          <a:solidFill>
                            <a:srgbClr val="737373"/>
                          </a:solidFill>
                          <a:effectLst/>
                          <a:latin typeface="Gill Sans MT" panose="020B0502020104020203" pitchFamily="34" charset="0"/>
                        </a:rPr>
                        <a:t>16GB of free space, Solid state drive with 32 GB or more </a:t>
                      </a:r>
                      <a:endParaRPr lang="en-US" b="0" i="0">
                        <a:solidFill>
                          <a:srgbClr val="000000"/>
                        </a:solidFill>
                        <a:effectLst/>
                      </a:endParaRPr>
                    </a:p>
                  </a:txBody>
                  <a:tcPr marL="66675" marR="66675">
                    <a:lnL w="13487" cap="flat" cmpd="sng" algn="ctr">
                      <a:solidFill>
                        <a:srgbClr val="FFFFFF"/>
                      </a:solidFill>
                      <a:prstDash val="solid"/>
                      <a:round/>
                      <a:headEnd type="none" w="med" len="med"/>
                      <a:tailEnd type="none" w="med" len="med"/>
                    </a:lnL>
                    <a:lnR w="13487" cap="flat" cmpd="sng" algn="ctr">
                      <a:solidFill>
                        <a:srgbClr val="FFFFFF"/>
                      </a:solidFill>
                      <a:prstDash val="solid"/>
                      <a:round/>
                      <a:headEnd type="none" w="med" len="med"/>
                      <a:tailEnd type="none" w="med" len="med"/>
                    </a:lnR>
                    <a:lnT w="13487" cap="flat" cmpd="sng" algn="ctr">
                      <a:solidFill>
                        <a:srgbClr val="FFFFFF"/>
                      </a:solidFill>
                      <a:prstDash val="solid"/>
                      <a:round/>
                      <a:headEnd type="none" w="med" len="med"/>
                      <a:tailEnd type="none" w="med" len="med"/>
                    </a:lnT>
                    <a:lnB w="13487" cap="flat" cmpd="sng" algn="ctr">
                      <a:solidFill>
                        <a:srgbClr val="FFFFFF"/>
                      </a:solidFill>
                      <a:prstDash val="solid"/>
                      <a:round/>
                      <a:headEnd type="none" w="med" len="med"/>
                      <a:tailEnd type="none" w="med" len="med"/>
                    </a:lnB>
                    <a:solidFill>
                      <a:srgbClr val="EFF0F1"/>
                    </a:solidFill>
                  </a:tcPr>
                </a:tc>
                <a:extLst>
                  <a:ext uri="{0D108BD9-81ED-4DB2-BD59-A6C34878D82A}">
                    <a16:rowId xmlns:a16="http://schemas.microsoft.com/office/drawing/2014/main" val="1818129109"/>
                  </a:ext>
                </a:extLst>
              </a:tr>
              <a:tr h="190500">
                <a:tc>
                  <a:txBody>
                    <a:bodyPr/>
                    <a:lstStyle/>
                    <a:p>
                      <a:pPr algn="l" fontAlgn="base">
                        <a:lnSpc>
                          <a:spcPts val="1350"/>
                        </a:lnSpc>
                        <a:buNone/>
                      </a:pPr>
                      <a:r>
                        <a:rPr lang="en-US" sz="1200" b="1" i="0">
                          <a:solidFill>
                            <a:srgbClr val="737373"/>
                          </a:solidFill>
                          <a:effectLst/>
                          <a:latin typeface="Gill Sans MT" panose="020B0502020104020203" pitchFamily="34" charset="0"/>
                        </a:rPr>
                        <a:t>Screen resolution </a:t>
                      </a:r>
                      <a:endParaRPr lang="en-US" b="1" i="0">
                        <a:solidFill>
                          <a:srgbClr val="FFFFFF"/>
                        </a:solidFill>
                        <a:effectLst/>
                      </a:endParaRPr>
                    </a:p>
                  </a:txBody>
                  <a:tcPr marL="66675" marR="66675">
                    <a:lnL w="13487" cap="flat" cmpd="sng" algn="ctr">
                      <a:solidFill>
                        <a:srgbClr val="FFFFFF"/>
                      </a:solidFill>
                      <a:prstDash val="solid"/>
                      <a:round/>
                      <a:headEnd type="none" w="med" len="med"/>
                      <a:tailEnd type="none" w="med" len="med"/>
                    </a:lnL>
                    <a:lnR w="13487" cap="flat" cmpd="sng" algn="ctr">
                      <a:solidFill>
                        <a:srgbClr val="FFFFFF"/>
                      </a:solidFill>
                      <a:prstDash val="solid"/>
                      <a:round/>
                      <a:headEnd type="none" w="med" len="med"/>
                      <a:tailEnd type="none" w="med" len="med"/>
                    </a:lnR>
                    <a:lnT w="13487" cap="flat" cmpd="sng" algn="ctr">
                      <a:solidFill>
                        <a:srgbClr val="FFFFFF"/>
                      </a:solidFill>
                      <a:prstDash val="solid"/>
                      <a:round/>
                      <a:headEnd type="none" w="med" len="med"/>
                      <a:tailEnd type="none" w="med" len="med"/>
                    </a:lnT>
                    <a:lnB w="13487" cap="flat" cmpd="sng" algn="ctr">
                      <a:solidFill>
                        <a:srgbClr val="FFFFFF"/>
                      </a:solidFill>
                      <a:prstDash val="solid"/>
                      <a:round/>
                      <a:headEnd type="none" w="med" len="med"/>
                      <a:tailEnd type="none" w="med" len="med"/>
                    </a:lnB>
                    <a:solidFill>
                      <a:srgbClr val="969FA7"/>
                    </a:solidFill>
                  </a:tcPr>
                </a:tc>
                <a:tc>
                  <a:txBody>
                    <a:bodyPr/>
                    <a:lstStyle/>
                    <a:p>
                      <a:pPr algn="l" fontAlgn="base">
                        <a:lnSpc>
                          <a:spcPts val="1350"/>
                        </a:lnSpc>
                        <a:buNone/>
                      </a:pPr>
                      <a:r>
                        <a:rPr lang="en-US" sz="1200" b="0" i="0">
                          <a:solidFill>
                            <a:srgbClr val="737373"/>
                          </a:solidFill>
                          <a:effectLst/>
                          <a:latin typeface="Gill Sans MT" panose="020B0502020104020203" pitchFamily="34" charset="0"/>
                        </a:rPr>
                        <a:t>1280 x 800, 1920 x 1080 </a:t>
                      </a:r>
                      <a:endParaRPr lang="en-US" b="0" i="0">
                        <a:solidFill>
                          <a:srgbClr val="000000"/>
                        </a:solidFill>
                        <a:effectLst/>
                      </a:endParaRPr>
                    </a:p>
                  </a:txBody>
                  <a:tcPr marL="66675" marR="66675">
                    <a:lnL w="13487" cap="flat" cmpd="sng" algn="ctr">
                      <a:solidFill>
                        <a:srgbClr val="FFFFFF"/>
                      </a:solidFill>
                      <a:prstDash val="solid"/>
                      <a:round/>
                      <a:headEnd type="none" w="med" len="med"/>
                      <a:tailEnd type="none" w="med" len="med"/>
                    </a:lnL>
                    <a:lnR w="13487" cap="flat" cmpd="sng" algn="ctr">
                      <a:solidFill>
                        <a:srgbClr val="FFFFFF"/>
                      </a:solidFill>
                      <a:prstDash val="solid"/>
                      <a:round/>
                      <a:headEnd type="none" w="med" len="med"/>
                      <a:tailEnd type="none" w="med" len="med"/>
                    </a:lnR>
                    <a:lnT w="13487" cap="flat" cmpd="sng" algn="ctr">
                      <a:solidFill>
                        <a:srgbClr val="FFFFFF"/>
                      </a:solidFill>
                      <a:prstDash val="solid"/>
                      <a:round/>
                      <a:headEnd type="none" w="med" len="med"/>
                      <a:tailEnd type="none" w="med" len="med"/>
                    </a:lnT>
                    <a:lnB w="13487" cap="flat" cmpd="sng" algn="ctr">
                      <a:solidFill>
                        <a:srgbClr val="FFFFFF"/>
                      </a:solidFill>
                      <a:prstDash val="solid"/>
                      <a:round/>
                      <a:headEnd type="none" w="med" len="med"/>
                      <a:tailEnd type="none" w="med" len="med"/>
                    </a:lnB>
                    <a:solidFill>
                      <a:srgbClr val="EFF0F1"/>
                    </a:solidFill>
                  </a:tcPr>
                </a:tc>
                <a:extLst>
                  <a:ext uri="{0D108BD9-81ED-4DB2-BD59-A6C34878D82A}">
                    <a16:rowId xmlns:a16="http://schemas.microsoft.com/office/drawing/2014/main" val="1763486854"/>
                  </a:ext>
                </a:extLst>
              </a:tr>
            </a:tbl>
          </a:graphicData>
        </a:graphic>
      </p:graphicFrame>
    </p:spTree>
    <p:extLst>
      <p:ext uri="{BB962C8B-B14F-4D97-AF65-F5344CB8AC3E}">
        <p14:creationId xmlns:p14="http://schemas.microsoft.com/office/powerpoint/2010/main" val="367109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02A5-42B3-11CD-61D1-E64E69F29739}"/>
              </a:ext>
            </a:extLst>
          </p:cNvPr>
          <p:cNvSpPr>
            <a:spLocks noGrp="1"/>
          </p:cNvSpPr>
          <p:nvPr>
            <p:ph type="title"/>
          </p:nvPr>
        </p:nvSpPr>
        <p:spPr/>
        <p:txBody>
          <a:bodyPr/>
          <a:lstStyle/>
          <a:p>
            <a:r>
              <a:rPr lang="en-US"/>
              <a:t>Testing scope</a:t>
            </a:r>
          </a:p>
        </p:txBody>
      </p:sp>
      <p:sp>
        <p:nvSpPr>
          <p:cNvPr id="3" name="Text Placeholder 2">
            <a:extLst>
              <a:ext uri="{FF2B5EF4-FFF2-40B4-BE49-F238E27FC236}">
                <a16:creationId xmlns:a16="http://schemas.microsoft.com/office/drawing/2014/main" id="{714E1E1E-FA41-DB29-2F20-D52263AE3290}"/>
              </a:ext>
            </a:extLst>
          </p:cNvPr>
          <p:cNvSpPr>
            <a:spLocks noGrp="1"/>
          </p:cNvSpPr>
          <p:nvPr>
            <p:ph type="body" idx="1"/>
          </p:nvPr>
        </p:nvSpPr>
        <p:spPr/>
        <p:txBody>
          <a:bodyPr/>
          <a:lstStyle/>
          <a:p>
            <a:r>
              <a:rPr lang="en-US"/>
              <a:t>In scope</a:t>
            </a:r>
          </a:p>
        </p:txBody>
      </p:sp>
      <p:sp>
        <p:nvSpPr>
          <p:cNvPr id="4" name="Content Placeholder 3">
            <a:extLst>
              <a:ext uri="{FF2B5EF4-FFF2-40B4-BE49-F238E27FC236}">
                <a16:creationId xmlns:a16="http://schemas.microsoft.com/office/drawing/2014/main" id="{1A3A1026-1524-824E-8741-499DC787ADCE}"/>
              </a:ext>
            </a:extLst>
          </p:cNvPr>
          <p:cNvSpPr>
            <a:spLocks noGrp="1"/>
          </p:cNvSpPr>
          <p:nvPr>
            <p:ph sz="half" idx="2"/>
          </p:nvPr>
        </p:nvSpPr>
        <p:spPr/>
        <p:txBody>
          <a:bodyPr vert="horz" lIns="91440" tIns="45720" rIns="91440" bIns="45720" rtlCol="0" anchor="t">
            <a:normAutofit fontScale="92500" lnSpcReduction="10000"/>
          </a:bodyPr>
          <a:lstStyle/>
          <a:p>
            <a:pPr>
              <a:lnSpc>
                <a:spcPct val="90000"/>
              </a:lnSpc>
            </a:pPr>
            <a:r>
              <a:rPr lang="en-US"/>
              <a:t>User Authentication</a:t>
            </a:r>
          </a:p>
          <a:p>
            <a:pPr lvl="1">
              <a:lnSpc>
                <a:spcPct val="90000"/>
              </a:lnSpc>
            </a:pPr>
            <a:r>
              <a:rPr lang="en-US"/>
              <a:t>User sign up</a:t>
            </a:r>
          </a:p>
          <a:p>
            <a:pPr lvl="1">
              <a:lnSpc>
                <a:spcPct val="90000"/>
              </a:lnSpc>
            </a:pPr>
            <a:r>
              <a:rPr lang="en-US"/>
              <a:t>Login with password verification</a:t>
            </a:r>
          </a:p>
          <a:p>
            <a:pPr lvl="1">
              <a:lnSpc>
                <a:spcPct val="90000"/>
              </a:lnSpc>
            </a:pPr>
            <a:r>
              <a:rPr lang="en-US"/>
              <a:t>Successful token creation</a:t>
            </a:r>
          </a:p>
          <a:p>
            <a:pPr lvl="1">
              <a:lnSpc>
                <a:spcPct val="90000"/>
              </a:lnSpc>
            </a:pPr>
            <a:r>
              <a:rPr lang="en-US"/>
              <a:t>Error-handling with improper input</a:t>
            </a:r>
          </a:p>
          <a:p>
            <a:pPr>
              <a:lnSpc>
                <a:spcPct val="90000"/>
              </a:lnSpc>
            </a:pPr>
            <a:r>
              <a:rPr lang="en-US"/>
              <a:t>Scheduling System</a:t>
            </a:r>
          </a:p>
          <a:p>
            <a:pPr lvl="1">
              <a:lnSpc>
                <a:spcPct val="90000"/>
              </a:lnSpc>
            </a:pPr>
            <a:r>
              <a:rPr lang="en-US"/>
              <a:t>Creating user schedule</a:t>
            </a:r>
          </a:p>
          <a:p>
            <a:pPr lvl="1">
              <a:lnSpc>
                <a:spcPct val="90000"/>
              </a:lnSpc>
            </a:pPr>
            <a:r>
              <a:rPr lang="en-US"/>
              <a:t>Updating user schedule</a:t>
            </a:r>
          </a:p>
          <a:p>
            <a:pPr lvl="1">
              <a:lnSpc>
                <a:spcPct val="90000"/>
              </a:lnSpc>
            </a:pPr>
            <a:r>
              <a:rPr lang="en-US"/>
              <a:t>Retrieving saved schedule</a:t>
            </a:r>
          </a:p>
          <a:p>
            <a:pPr>
              <a:lnSpc>
                <a:spcPct val="90000"/>
              </a:lnSpc>
            </a:pPr>
            <a:r>
              <a:rPr lang="en-US"/>
              <a:t>AI Chatbot</a:t>
            </a:r>
          </a:p>
          <a:p>
            <a:pPr>
              <a:lnSpc>
                <a:spcPct val="90000"/>
              </a:lnSpc>
            </a:pPr>
            <a:r>
              <a:rPr lang="en-US"/>
              <a:t>Account Deletion</a:t>
            </a:r>
          </a:p>
          <a:p>
            <a:pPr>
              <a:lnSpc>
                <a:spcPct val="90000"/>
              </a:lnSpc>
            </a:pPr>
            <a:endParaRPr lang="en-US"/>
          </a:p>
        </p:txBody>
      </p:sp>
      <p:sp>
        <p:nvSpPr>
          <p:cNvPr id="5" name="Text Placeholder 4">
            <a:extLst>
              <a:ext uri="{FF2B5EF4-FFF2-40B4-BE49-F238E27FC236}">
                <a16:creationId xmlns:a16="http://schemas.microsoft.com/office/drawing/2014/main" id="{FAC3BF22-E891-1A5C-8AC2-BE7DFB2B7C93}"/>
              </a:ext>
            </a:extLst>
          </p:cNvPr>
          <p:cNvSpPr>
            <a:spLocks noGrp="1"/>
          </p:cNvSpPr>
          <p:nvPr>
            <p:ph type="body" sz="quarter" idx="3"/>
          </p:nvPr>
        </p:nvSpPr>
        <p:spPr/>
        <p:txBody>
          <a:bodyPr/>
          <a:lstStyle/>
          <a:p>
            <a:r>
              <a:rPr lang="en-US"/>
              <a:t>Out of scope</a:t>
            </a:r>
          </a:p>
        </p:txBody>
      </p:sp>
      <p:sp>
        <p:nvSpPr>
          <p:cNvPr id="8" name="Content Placeholder 7">
            <a:extLst>
              <a:ext uri="{FF2B5EF4-FFF2-40B4-BE49-F238E27FC236}">
                <a16:creationId xmlns:a16="http://schemas.microsoft.com/office/drawing/2014/main" id="{1B54A3A1-1C67-2929-38C0-0E644B9D0C3B}"/>
              </a:ext>
            </a:extLst>
          </p:cNvPr>
          <p:cNvSpPr>
            <a:spLocks noGrp="1"/>
          </p:cNvSpPr>
          <p:nvPr>
            <p:ph sz="quarter" idx="4"/>
          </p:nvPr>
        </p:nvSpPr>
        <p:spPr/>
        <p:txBody>
          <a:bodyPr vert="horz" lIns="91440" tIns="45720" rIns="91440" bIns="45720" rtlCol="0" anchor="t">
            <a:normAutofit/>
          </a:bodyPr>
          <a:lstStyle/>
          <a:p>
            <a:r>
              <a:rPr lang="en-US"/>
              <a:t>Stress testing the application</a:t>
            </a:r>
          </a:p>
          <a:p>
            <a:r>
              <a:rPr lang="en-US"/>
              <a:t>Non-functional requirements such as mobile app installations and security</a:t>
            </a:r>
          </a:p>
        </p:txBody>
      </p:sp>
    </p:spTree>
    <p:extLst>
      <p:ext uri="{BB962C8B-B14F-4D97-AF65-F5344CB8AC3E}">
        <p14:creationId xmlns:p14="http://schemas.microsoft.com/office/powerpoint/2010/main" val="480226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4">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6">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useBgFill="1">
        <p:nvSpPr>
          <p:cNvPr id="31" name="Rectangle 30">
            <a:extLst>
              <a:ext uri="{FF2B5EF4-FFF2-40B4-BE49-F238E27FC236}">
                <a16:creationId xmlns:a16="http://schemas.microsoft.com/office/drawing/2014/main" id="{F9CD4BEB-C391-4F7E-9838-95411A832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61341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4A5627-B35F-7CFB-A542-3AF7EC56E277}"/>
              </a:ext>
            </a:extLst>
          </p:cNvPr>
          <p:cNvSpPr>
            <a:spLocks noGrp="1"/>
          </p:cNvSpPr>
          <p:nvPr>
            <p:ph type="title"/>
          </p:nvPr>
        </p:nvSpPr>
        <p:spPr>
          <a:xfrm>
            <a:off x="581191" y="723901"/>
            <a:ext cx="10993549" cy="1428750"/>
          </a:xfrm>
        </p:spPr>
        <p:txBody>
          <a:bodyPr vert="horz" lIns="91440" tIns="45720" rIns="91440" bIns="45720" rtlCol="0" anchor="b">
            <a:normAutofit/>
          </a:bodyPr>
          <a:lstStyle/>
          <a:p>
            <a:r>
              <a:rPr lang="en-US" sz="3600">
                <a:solidFill>
                  <a:schemeClr val="accent1"/>
                </a:solidFill>
              </a:rPr>
              <a:t>Test cases</a:t>
            </a:r>
          </a:p>
        </p:txBody>
      </p:sp>
      <p:graphicFrame>
        <p:nvGraphicFramePr>
          <p:cNvPr id="5" name="Content Placeholder 4">
            <a:extLst>
              <a:ext uri="{FF2B5EF4-FFF2-40B4-BE49-F238E27FC236}">
                <a16:creationId xmlns:a16="http://schemas.microsoft.com/office/drawing/2014/main" id="{35E28D6A-60B0-9B5C-C01B-1776B3DAD92A}"/>
              </a:ext>
            </a:extLst>
          </p:cNvPr>
          <p:cNvGraphicFramePr>
            <a:graphicFrameLocks noGrp="1"/>
          </p:cNvGraphicFramePr>
          <p:nvPr>
            <p:ph idx="1"/>
            <p:extLst>
              <p:ext uri="{D42A27DB-BD31-4B8C-83A1-F6EECF244321}">
                <p14:modId xmlns:p14="http://schemas.microsoft.com/office/powerpoint/2010/main" val="2070681418"/>
              </p:ext>
            </p:extLst>
          </p:nvPr>
        </p:nvGraphicFramePr>
        <p:xfrm>
          <a:off x="506027" y="2969854"/>
          <a:ext cx="11185865" cy="3244239"/>
        </p:xfrm>
        <a:graphic>
          <a:graphicData uri="http://schemas.openxmlformats.org/drawingml/2006/table">
            <a:tbl>
              <a:tblPr firstRow="1" bandRow="1">
                <a:noFill/>
                <a:tableStyleId>{5C22544A-7EE6-4342-B048-85BDC9FD1C3A}</a:tableStyleId>
              </a:tblPr>
              <a:tblGrid>
                <a:gridCol w="2407808">
                  <a:extLst>
                    <a:ext uri="{9D8B030D-6E8A-4147-A177-3AD203B41FA5}">
                      <a16:colId xmlns:a16="http://schemas.microsoft.com/office/drawing/2014/main" val="3616309404"/>
                    </a:ext>
                  </a:extLst>
                </a:gridCol>
                <a:gridCol w="8778057">
                  <a:extLst>
                    <a:ext uri="{9D8B030D-6E8A-4147-A177-3AD203B41FA5}">
                      <a16:colId xmlns:a16="http://schemas.microsoft.com/office/drawing/2014/main" val="627592004"/>
                    </a:ext>
                  </a:extLst>
                </a:gridCol>
              </a:tblGrid>
              <a:tr h="394438">
                <a:tc>
                  <a:txBody>
                    <a:bodyPr/>
                    <a:lstStyle/>
                    <a:p>
                      <a:pPr algn="l" rtl="0" fontAlgn="base">
                        <a:lnSpc>
                          <a:spcPts val="1350"/>
                        </a:lnSpc>
                        <a:buNone/>
                      </a:pPr>
                      <a:r>
                        <a:rPr lang="en-US" sz="1200" b="1" i="0" cap="all" spc="60">
                          <a:solidFill>
                            <a:schemeClr val="tx1"/>
                          </a:solidFill>
                          <a:effectLst/>
                          <a:latin typeface="Times New Roman" panose="02020603050405020304" pitchFamily="18" charset="0"/>
                        </a:rPr>
                        <a:t>Name and ID </a:t>
                      </a:r>
                      <a:endParaRPr lang="en-US" sz="1200" b="1" i="0" cap="all" spc="60">
                        <a:solidFill>
                          <a:schemeClr val="tx1"/>
                        </a:solidFill>
                        <a:effectLst/>
                      </a:endParaRPr>
                    </a:p>
                  </a:txBody>
                  <a:tcPr marL="70608" marR="70608" marT="90791" marB="90791" anchor="b">
                    <a:lnL w="12700" cap="flat" cmpd="sng" algn="ctr">
                      <a:noFill/>
                      <a:prstDash val="solid"/>
                    </a:lnL>
                    <a:lnR w="12700" cmpd="sng">
                      <a:noFill/>
                      <a:prstDash val="solid"/>
                    </a:lnR>
                    <a:lnT w="12700" cmpd="sng">
                      <a:noFill/>
                    </a:lnT>
                    <a:lnB w="12700" cmpd="sng">
                      <a:noFill/>
                      <a:prstDash val="solid"/>
                    </a:lnB>
                    <a:noFill/>
                  </a:tcPr>
                </a:tc>
                <a:tc>
                  <a:txBody>
                    <a:bodyPr/>
                    <a:lstStyle/>
                    <a:p>
                      <a:pPr algn="l" rtl="0" fontAlgn="base">
                        <a:lnSpc>
                          <a:spcPts val="1350"/>
                        </a:lnSpc>
                        <a:buNone/>
                      </a:pPr>
                      <a:r>
                        <a:rPr lang="en-US" sz="1200" b="1" i="0" cap="all" spc="60">
                          <a:solidFill>
                            <a:schemeClr val="tx1"/>
                          </a:solidFill>
                          <a:effectLst/>
                          <a:latin typeface="Times New Roman" panose="02020603050405020304" pitchFamily="18" charset="0"/>
                        </a:rPr>
                        <a:t>TC-01 Successful User Signup </a:t>
                      </a:r>
                      <a:endParaRPr lang="en-US" sz="1200" b="1" i="0" cap="all" spc="60">
                        <a:solidFill>
                          <a:schemeClr val="tx1"/>
                        </a:solidFill>
                        <a:effectLst/>
                      </a:endParaRPr>
                    </a:p>
                  </a:txBody>
                  <a:tcPr marL="70608" marR="70608" marT="90791" marB="90791" anchor="b">
                    <a:lnL w="12700" cmpd="sng">
                      <a:noFill/>
                      <a:prstDash val="solid"/>
                    </a:lnL>
                    <a:lnR w="12700" cmpd="sng">
                      <a:noFill/>
                      <a:prstDash val="solid"/>
                    </a:lnR>
                    <a:lnT w="12700" cmpd="sng">
                      <a:noFill/>
                    </a:lnT>
                    <a:lnB w="12700" cmpd="sng">
                      <a:noFill/>
                      <a:prstDash val="solid"/>
                    </a:lnB>
                    <a:noFill/>
                  </a:tcPr>
                </a:tc>
                <a:extLst>
                  <a:ext uri="{0D108BD9-81ED-4DB2-BD59-A6C34878D82A}">
                    <a16:rowId xmlns:a16="http://schemas.microsoft.com/office/drawing/2014/main" val="2229773002"/>
                  </a:ext>
                </a:extLst>
              </a:tr>
              <a:tr h="403381">
                <a:tc>
                  <a:txBody>
                    <a:bodyPr/>
                    <a:lstStyle/>
                    <a:p>
                      <a:pPr algn="l" rtl="0" fontAlgn="base">
                        <a:lnSpc>
                          <a:spcPts val="1350"/>
                        </a:lnSpc>
                        <a:buNone/>
                      </a:pPr>
                      <a:r>
                        <a:rPr lang="en-US" sz="1600" b="0" i="0" cap="none" spc="0">
                          <a:solidFill>
                            <a:schemeClr val="tx1"/>
                          </a:solidFill>
                          <a:effectLst/>
                          <a:latin typeface="Times New Roman" panose="02020603050405020304" pitchFamily="18" charset="0"/>
                        </a:rPr>
                        <a:t>Requirement </a:t>
                      </a:r>
                      <a:endParaRPr lang="en-US" sz="1600" b="0" i="0" cap="none" spc="0">
                        <a:solidFill>
                          <a:schemeClr val="tx1"/>
                        </a:solidFill>
                        <a:effectLst/>
                      </a:endParaRPr>
                    </a:p>
                  </a:txBody>
                  <a:tcPr marL="70608" marR="70608" marT="96833" marB="90791">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algn="l" rtl="0" fontAlgn="base">
                        <a:lnSpc>
                          <a:spcPts val="1350"/>
                        </a:lnSpc>
                        <a:buNone/>
                      </a:pPr>
                      <a:r>
                        <a:rPr lang="en-US" sz="1600" b="0" i="0" cap="none" spc="0">
                          <a:solidFill>
                            <a:schemeClr val="tx1"/>
                          </a:solidFill>
                          <a:effectLst/>
                          <a:latin typeface="Times New Roman" panose="02020603050405020304" pitchFamily="18" charset="0"/>
                        </a:rPr>
                        <a:t>FR-03: Local Account Creation   </a:t>
                      </a:r>
                      <a:endParaRPr lang="en-US" sz="1600" b="0" i="0" cap="none" spc="0">
                        <a:solidFill>
                          <a:schemeClr val="tx1"/>
                        </a:solidFill>
                        <a:effectLst/>
                      </a:endParaRPr>
                    </a:p>
                  </a:txBody>
                  <a:tcPr marL="70608" marR="70608" marT="96833" marB="90791">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24607286"/>
                  </a:ext>
                </a:extLst>
              </a:tr>
              <a:tr h="403381">
                <a:tc>
                  <a:txBody>
                    <a:bodyPr/>
                    <a:lstStyle/>
                    <a:p>
                      <a:pPr algn="l" rtl="0" fontAlgn="base">
                        <a:lnSpc>
                          <a:spcPts val="1350"/>
                        </a:lnSpc>
                        <a:buNone/>
                      </a:pPr>
                      <a:r>
                        <a:rPr lang="en-US" sz="1600" b="0" i="0" cap="none" spc="0">
                          <a:solidFill>
                            <a:schemeClr val="tx1"/>
                          </a:solidFill>
                          <a:effectLst/>
                          <a:latin typeface="Times New Roman" panose="02020603050405020304" pitchFamily="18" charset="0"/>
                        </a:rPr>
                        <a:t>Preconditions </a:t>
                      </a:r>
                      <a:endParaRPr lang="en-US" sz="1600" b="0" i="0" cap="none" spc="0">
                        <a:solidFill>
                          <a:schemeClr val="tx1"/>
                        </a:solidFill>
                        <a:effectLst/>
                      </a:endParaRPr>
                    </a:p>
                  </a:txBody>
                  <a:tcPr marL="70608" marR="70608" marT="96833" marB="90791">
                    <a:lnL w="12700" cap="flat" cmpd="sng" algn="ctr">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lgn="l" rtl="0" fontAlgn="base">
                        <a:lnSpc>
                          <a:spcPts val="1350"/>
                        </a:lnSpc>
                        <a:buNone/>
                      </a:pPr>
                      <a:r>
                        <a:rPr lang="en-US" sz="1600" b="0" i="0" cap="none" spc="0">
                          <a:solidFill>
                            <a:schemeClr val="tx1"/>
                          </a:solidFill>
                          <a:effectLst/>
                          <a:latin typeface="Times New Roman" panose="02020603050405020304" pitchFamily="18" charset="0"/>
                        </a:rPr>
                        <a:t>The server is up and running and app is opened to the home screen on user’s device </a:t>
                      </a:r>
                      <a:endParaRPr lang="en-US" sz="1600" b="0" i="0" cap="none" spc="0">
                        <a:solidFill>
                          <a:schemeClr val="tx1"/>
                        </a:solidFill>
                        <a:effectLst/>
                      </a:endParaRPr>
                    </a:p>
                  </a:txBody>
                  <a:tcPr marL="70608" marR="70608" marT="96833" marB="90791">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768354686"/>
                  </a:ext>
                </a:extLst>
              </a:tr>
              <a:tr h="1462867">
                <a:tc>
                  <a:txBody>
                    <a:bodyPr/>
                    <a:lstStyle/>
                    <a:p>
                      <a:pPr algn="l" rtl="0" fontAlgn="base">
                        <a:lnSpc>
                          <a:spcPts val="1350"/>
                        </a:lnSpc>
                        <a:buNone/>
                      </a:pPr>
                      <a:r>
                        <a:rPr lang="en-US" sz="1600" b="0" i="0" cap="none" spc="0">
                          <a:solidFill>
                            <a:schemeClr val="tx1"/>
                          </a:solidFill>
                          <a:effectLst/>
                          <a:latin typeface="Times New Roman" panose="02020603050405020304" pitchFamily="18" charset="0"/>
                        </a:rPr>
                        <a:t>Steps </a:t>
                      </a:r>
                      <a:endParaRPr lang="en-US" sz="1600" b="0" i="0" cap="none" spc="0">
                        <a:solidFill>
                          <a:schemeClr val="tx1"/>
                        </a:solidFill>
                        <a:effectLst/>
                      </a:endParaRPr>
                    </a:p>
                  </a:txBody>
                  <a:tcPr marL="70608" marR="70608" marT="96833" marB="90791">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marL="342900" lvl="0" indent="-342900" algn="l" rtl="0" fontAlgn="base">
                        <a:lnSpc>
                          <a:spcPts val="1350"/>
                        </a:lnSpc>
                        <a:buFont typeface="+mj-lt"/>
                        <a:buAutoNum type="arabicPeriod"/>
                      </a:pPr>
                      <a:r>
                        <a:rPr lang="en-US" sz="1600" b="0" i="0" cap="none" spc="0">
                          <a:solidFill>
                            <a:schemeClr val="tx1"/>
                          </a:solidFill>
                          <a:effectLst/>
                          <a:latin typeface="Times New Roman" panose="02020603050405020304" pitchFamily="18" charset="0"/>
                        </a:rPr>
                        <a:t>Click on the “Sign up” button </a:t>
                      </a:r>
                    </a:p>
                    <a:p>
                      <a:pPr marL="342900" lvl="0" indent="-342900" algn="l" rtl="0" fontAlgn="base">
                        <a:lnSpc>
                          <a:spcPts val="1350"/>
                        </a:lnSpc>
                        <a:buFont typeface="+mj-lt"/>
                        <a:buAutoNum type="arabicPeriod" startAt="2"/>
                      </a:pPr>
                      <a:r>
                        <a:rPr lang="en-US" sz="1600" b="0" i="0" cap="none" spc="0">
                          <a:solidFill>
                            <a:schemeClr val="tx1"/>
                          </a:solidFill>
                          <a:effectLst/>
                          <a:latin typeface="Times New Roman" panose="02020603050405020304" pitchFamily="18" charset="0"/>
                        </a:rPr>
                        <a:t>Enter information in “Username”, “Password”, and “Confirm Password” section </a:t>
                      </a:r>
                    </a:p>
                    <a:p>
                      <a:pPr marL="342900" lvl="0" indent="-342900" algn="l" rtl="0" fontAlgn="base">
                        <a:lnSpc>
                          <a:spcPts val="1350"/>
                        </a:lnSpc>
                        <a:buFont typeface="+mj-lt"/>
                        <a:buAutoNum type="arabicPeriod" startAt="3"/>
                      </a:pPr>
                      <a:r>
                        <a:rPr lang="en-US" sz="1600" b="0" i="0" cap="none" spc="0">
                          <a:solidFill>
                            <a:schemeClr val="tx1"/>
                          </a:solidFill>
                          <a:effectLst/>
                          <a:latin typeface="Times New Roman" panose="02020603050405020304" pitchFamily="18" charset="0"/>
                        </a:rPr>
                        <a:t>Click on the “Sign up” button </a:t>
                      </a:r>
                    </a:p>
                    <a:p>
                      <a:pPr marL="342900" lvl="0" indent="-342900" algn="l" rtl="0" fontAlgn="base">
                        <a:lnSpc>
                          <a:spcPts val="1350"/>
                        </a:lnSpc>
                        <a:buFont typeface="+mj-lt"/>
                        <a:buAutoNum type="arabicPeriod" startAt="4"/>
                      </a:pPr>
                      <a:r>
                        <a:rPr lang="en-US" sz="1600" b="0" i="0" cap="none" spc="0">
                          <a:solidFill>
                            <a:schemeClr val="tx1"/>
                          </a:solidFill>
                          <a:effectLst/>
                          <a:latin typeface="Times New Roman" panose="02020603050405020304" pitchFamily="18" charset="0"/>
                        </a:rPr>
                        <a:t>Enter text into the “Age”, “Height”, “Weight”, and “Fitness Goal” fields. </a:t>
                      </a:r>
                    </a:p>
                    <a:p>
                      <a:pPr marL="342900" lvl="0" indent="-342900" algn="l" rtl="0" fontAlgn="base">
                        <a:lnSpc>
                          <a:spcPts val="1350"/>
                        </a:lnSpc>
                        <a:buFont typeface="+mj-lt"/>
                        <a:buAutoNum type="arabicPeriod" startAt="5"/>
                      </a:pPr>
                      <a:r>
                        <a:rPr lang="en-US" sz="1600" b="0" i="0" cap="none" spc="0">
                          <a:solidFill>
                            <a:schemeClr val="tx1"/>
                          </a:solidFill>
                          <a:effectLst/>
                          <a:latin typeface="Times New Roman" panose="02020603050405020304" pitchFamily="18" charset="0"/>
                        </a:rPr>
                        <a:t>Click “Finish Sign Up” button </a:t>
                      </a:r>
                    </a:p>
                    <a:p>
                      <a:pPr marL="342900" lvl="0" indent="-342900" algn="l" rtl="0" fontAlgn="base">
                        <a:lnSpc>
                          <a:spcPts val="1350"/>
                        </a:lnSpc>
                        <a:buFont typeface="+mj-lt"/>
                        <a:buAutoNum type="arabicPeriod" startAt="6"/>
                      </a:pPr>
                      <a:r>
                        <a:rPr lang="en-US" sz="1600" b="0" i="0" cap="none" spc="0">
                          <a:solidFill>
                            <a:schemeClr val="tx1"/>
                          </a:solidFill>
                          <a:effectLst/>
                          <a:latin typeface="Times New Roman" panose="02020603050405020304" pitchFamily="18" charset="0"/>
                        </a:rPr>
                        <a:t>Enter workout availability schedule </a:t>
                      </a:r>
                    </a:p>
                    <a:p>
                      <a:pPr marL="342900" lvl="0" indent="-342900" algn="l" rtl="0" fontAlgn="base">
                        <a:lnSpc>
                          <a:spcPts val="1350"/>
                        </a:lnSpc>
                        <a:buFont typeface="+mj-lt"/>
                        <a:buAutoNum type="arabicPeriod" startAt="7"/>
                      </a:pPr>
                      <a:r>
                        <a:rPr lang="en-US" sz="1600" b="0" i="0" cap="none" spc="0">
                          <a:solidFill>
                            <a:schemeClr val="tx1"/>
                          </a:solidFill>
                          <a:effectLst/>
                          <a:latin typeface="Times New Roman" panose="02020603050405020304" pitchFamily="18" charset="0"/>
                        </a:rPr>
                        <a:t>Click the “Save Schedule” button </a:t>
                      </a:r>
                    </a:p>
                  </a:txBody>
                  <a:tcPr marL="70608" marR="70608" marT="96833" marB="90791">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729246418"/>
                  </a:ext>
                </a:extLst>
              </a:tr>
              <a:tr h="580172">
                <a:tc>
                  <a:txBody>
                    <a:bodyPr/>
                    <a:lstStyle/>
                    <a:p>
                      <a:pPr algn="l" rtl="0" fontAlgn="base">
                        <a:lnSpc>
                          <a:spcPts val="1350"/>
                        </a:lnSpc>
                        <a:buNone/>
                      </a:pPr>
                      <a:r>
                        <a:rPr lang="en-US" sz="1600" b="0" i="0" cap="none" spc="0">
                          <a:solidFill>
                            <a:schemeClr val="tx1"/>
                          </a:solidFill>
                          <a:effectLst/>
                          <a:latin typeface="Times New Roman" panose="02020603050405020304" pitchFamily="18" charset="0"/>
                        </a:rPr>
                        <a:t>Expected Results </a:t>
                      </a:r>
                      <a:endParaRPr lang="en-US" sz="1600" b="0" i="0" cap="none" spc="0">
                        <a:solidFill>
                          <a:schemeClr val="tx1"/>
                        </a:solidFill>
                        <a:effectLst/>
                      </a:endParaRPr>
                    </a:p>
                  </a:txBody>
                  <a:tcPr marL="70608" marR="70608" marT="96833" marB="90791">
                    <a:lnL w="12700" cap="flat" cmpd="sng" algn="ctr">
                      <a:noFill/>
                      <a:prstDash val="solid"/>
                    </a:lnL>
                    <a:lnR w="12700" cmpd="sng">
                      <a:noFill/>
                      <a:prstDash val="solid"/>
                    </a:lnR>
                    <a:lnT w="12700" cmpd="sng">
                      <a:noFill/>
                      <a:prstDash val="solid"/>
                    </a:lnT>
                    <a:lnB w="12700" cap="flat" cmpd="sng" algn="ctr">
                      <a:noFill/>
                      <a:prstDash val="solid"/>
                    </a:lnB>
                    <a:solidFill>
                      <a:schemeClr val="bg1">
                        <a:lumMod val="95000"/>
                      </a:schemeClr>
                    </a:solidFill>
                  </a:tcPr>
                </a:tc>
                <a:tc>
                  <a:txBody>
                    <a:bodyPr/>
                    <a:lstStyle/>
                    <a:p>
                      <a:pPr marL="342900" lvl="0" indent="-342900" algn="l" rtl="0" fontAlgn="base">
                        <a:lnSpc>
                          <a:spcPts val="1350"/>
                        </a:lnSpc>
                        <a:buFont typeface="+mj-lt"/>
                        <a:buAutoNum type="arabicPeriod"/>
                      </a:pPr>
                      <a:r>
                        <a:rPr lang="en-US" sz="1600" b="0" i="0" cap="none" spc="0">
                          <a:solidFill>
                            <a:schemeClr val="tx1"/>
                          </a:solidFill>
                          <a:effectLst/>
                          <a:latin typeface="Times New Roman" panose="02020603050405020304" pitchFamily="18" charset="0"/>
                        </a:rPr>
                        <a:t>The “Create Your Account” window clears and the app displays “Scheduled saved!” </a:t>
                      </a:r>
                    </a:p>
                    <a:p>
                      <a:pPr marL="342900" lvl="0" indent="-342900" algn="l" rtl="0" fontAlgn="base">
                        <a:lnSpc>
                          <a:spcPts val="1350"/>
                        </a:lnSpc>
                        <a:buFont typeface="+mj-lt"/>
                        <a:buAutoNum type="arabicPeriod" startAt="2"/>
                      </a:pPr>
                      <a:r>
                        <a:rPr lang="en-US" sz="1600" b="0" i="0" cap="none" spc="0">
                          <a:solidFill>
                            <a:schemeClr val="tx1"/>
                          </a:solidFill>
                          <a:effectLst/>
                          <a:latin typeface="Times New Roman" panose="02020603050405020304" pitchFamily="18" charset="0"/>
                        </a:rPr>
                        <a:t>The Home screen displays </a:t>
                      </a:r>
                    </a:p>
                  </a:txBody>
                  <a:tcPr marL="70608" marR="70608" marT="96833" marB="90791">
                    <a:lnL w="12700" cmpd="sng">
                      <a:noFill/>
                      <a:prstDash val="solid"/>
                    </a:lnL>
                    <a:lnR w="12700" cmpd="sng">
                      <a:noFill/>
                      <a:prstDash val="solid"/>
                    </a:lnR>
                    <a:lnT w="12700" cmpd="sng">
                      <a:noFill/>
                      <a:prstDash val="solid"/>
                    </a:lnT>
                    <a:lnB w="12700" cap="flat" cmpd="sng" algn="ctr">
                      <a:noFill/>
                      <a:prstDash val="solid"/>
                    </a:lnB>
                    <a:solidFill>
                      <a:schemeClr val="bg1">
                        <a:lumMod val="95000"/>
                      </a:schemeClr>
                    </a:solidFill>
                  </a:tcPr>
                </a:tc>
                <a:extLst>
                  <a:ext uri="{0D108BD9-81ED-4DB2-BD59-A6C34878D82A}">
                    <a16:rowId xmlns:a16="http://schemas.microsoft.com/office/drawing/2014/main" val="789096378"/>
                  </a:ext>
                </a:extLst>
              </a:tr>
            </a:tbl>
          </a:graphicData>
        </a:graphic>
      </p:graphicFrame>
    </p:spTree>
    <p:extLst>
      <p:ext uri="{BB962C8B-B14F-4D97-AF65-F5344CB8AC3E}">
        <p14:creationId xmlns:p14="http://schemas.microsoft.com/office/powerpoint/2010/main" val="3566533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4EE80E4-3DE9-3257-0059-8CDCBB3AF0BF}"/>
              </a:ext>
            </a:extLst>
          </p:cNvPr>
          <p:cNvGraphicFramePr>
            <a:graphicFrameLocks noGrp="1"/>
          </p:cNvGraphicFramePr>
          <p:nvPr>
            <p:extLst>
              <p:ext uri="{D42A27DB-BD31-4B8C-83A1-F6EECF244321}">
                <p14:modId xmlns:p14="http://schemas.microsoft.com/office/powerpoint/2010/main" val="1887913549"/>
              </p:ext>
            </p:extLst>
          </p:nvPr>
        </p:nvGraphicFramePr>
        <p:xfrm>
          <a:off x="865049" y="1140791"/>
          <a:ext cx="10380159" cy="1879600"/>
        </p:xfrm>
        <a:graphic>
          <a:graphicData uri="http://schemas.openxmlformats.org/drawingml/2006/table">
            <a:tbl>
              <a:tblPr bandRow="1">
                <a:tableStyleId>{5C22544A-7EE6-4342-B048-85BDC9FD1C3A}</a:tableStyleId>
              </a:tblPr>
              <a:tblGrid>
                <a:gridCol w="2332620">
                  <a:extLst>
                    <a:ext uri="{9D8B030D-6E8A-4147-A177-3AD203B41FA5}">
                      <a16:colId xmlns:a16="http://schemas.microsoft.com/office/drawing/2014/main" val="3689499812"/>
                    </a:ext>
                  </a:extLst>
                </a:gridCol>
                <a:gridCol w="8047539">
                  <a:extLst>
                    <a:ext uri="{9D8B030D-6E8A-4147-A177-3AD203B41FA5}">
                      <a16:colId xmlns:a16="http://schemas.microsoft.com/office/drawing/2014/main" val="28930029"/>
                    </a:ext>
                  </a:extLst>
                </a:gridCol>
              </a:tblGrid>
              <a:tr h="266700">
                <a:tc>
                  <a:txBody>
                    <a:bodyPr/>
                    <a:lstStyle/>
                    <a:p>
                      <a:pPr rtl="0" fontAlgn="base">
                        <a:lnSpc>
                          <a:spcPts val="1350"/>
                        </a:lnSpc>
                        <a:buNone/>
                      </a:pPr>
                      <a:r>
                        <a:rPr lang="en-US" sz="1200" b="1">
                          <a:effectLst/>
                          <a:latin typeface="Times New Roman" panose="02020603050405020304" pitchFamily="18" charset="0"/>
                        </a:rPr>
                        <a:t>Name and ID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b="1">
                          <a:effectLst/>
                          <a:latin typeface="Times New Roman" panose="02020603050405020304" pitchFamily="18" charset="0"/>
                        </a:rPr>
                        <a:t>TC-02 Successful User Login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248520779"/>
                  </a:ext>
                </a:extLst>
              </a:tr>
              <a:tr h="266700">
                <a:tc>
                  <a:txBody>
                    <a:bodyPr/>
                    <a:lstStyle/>
                    <a:p>
                      <a:pPr rtl="0" fontAlgn="base">
                        <a:lnSpc>
                          <a:spcPts val="1350"/>
                        </a:lnSpc>
                        <a:buNone/>
                      </a:pPr>
                      <a:r>
                        <a:rPr lang="en-US" sz="1200">
                          <a:effectLst/>
                          <a:latin typeface="Times New Roman" panose="02020603050405020304" pitchFamily="18" charset="0"/>
                        </a:rPr>
                        <a:t>Requirement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rtl="0" fontAlgn="base">
                        <a:lnSpc>
                          <a:spcPts val="1350"/>
                        </a:lnSpc>
                        <a:buNone/>
                      </a:pPr>
                      <a:r>
                        <a:rPr lang="en-US" sz="1200">
                          <a:effectLst/>
                          <a:latin typeface="Times New Roman"/>
                        </a:rPr>
                        <a:t> </a:t>
                      </a:r>
                      <a:r>
                        <a:rPr lang="en-US" sz="1200" b="0" i="0" u="none" strike="noStrike" noProof="0">
                          <a:solidFill>
                            <a:srgbClr val="000000"/>
                          </a:solidFill>
                          <a:effectLst/>
                          <a:latin typeface="Times New Roman"/>
                          <a:cs typeface="Times New Roman"/>
                        </a:rPr>
                        <a:t>FR-03: Local Account Creation</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517061362"/>
                  </a:ext>
                </a:extLst>
              </a:tr>
              <a:tr h="266700">
                <a:tc>
                  <a:txBody>
                    <a:bodyPr/>
                    <a:lstStyle/>
                    <a:p>
                      <a:pPr rtl="0" fontAlgn="base">
                        <a:lnSpc>
                          <a:spcPts val="1350"/>
                        </a:lnSpc>
                        <a:buNone/>
                      </a:pPr>
                      <a:r>
                        <a:rPr lang="en-US" sz="1200">
                          <a:effectLst/>
                          <a:latin typeface="Times New Roman" panose="02020603050405020304" pitchFamily="18" charset="0"/>
                        </a:rPr>
                        <a:t>Preconditions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a:effectLst/>
                          <a:latin typeface="Times New Roman" panose="02020603050405020304" pitchFamily="18" charset="0"/>
                        </a:rPr>
                        <a:t>The server is up and running and app is opened to the home screen on user’s device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70154936"/>
                  </a:ext>
                </a:extLst>
              </a:tr>
              <a:tr h="266700">
                <a:tc>
                  <a:txBody>
                    <a:bodyPr/>
                    <a:lstStyle/>
                    <a:p>
                      <a:pPr rtl="0" fontAlgn="base">
                        <a:lnSpc>
                          <a:spcPts val="1350"/>
                        </a:lnSpc>
                        <a:buNone/>
                      </a:pPr>
                      <a:r>
                        <a:rPr lang="en-US" sz="1200">
                          <a:effectLst/>
                          <a:latin typeface="Times New Roman" panose="02020603050405020304" pitchFamily="18" charset="0"/>
                        </a:rPr>
                        <a:t>Steps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Click on the “Sign in” button.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Enter information in the “Username” and “Password” text fields.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Click on the “Sign in” button.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51301503"/>
                  </a:ext>
                </a:extLst>
              </a:tr>
              <a:tr h="266700">
                <a:tc>
                  <a:txBody>
                    <a:bodyPr/>
                    <a:lstStyle/>
                    <a:p>
                      <a:pPr rtl="0" fontAlgn="base">
                        <a:lnSpc>
                          <a:spcPts val="1350"/>
                        </a:lnSpc>
                        <a:buNone/>
                      </a:pPr>
                      <a:r>
                        <a:rPr lang="en-US" sz="1200">
                          <a:effectLst/>
                          <a:latin typeface="Times New Roman" panose="02020603050405020304" pitchFamily="18" charset="0"/>
                        </a:rPr>
                        <a:t>Expected Results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A message appears at the bottom of the screen with text that says “Login successful”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The app is directed to the home screen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697084552"/>
                  </a:ext>
                </a:extLst>
              </a:tr>
            </a:tbl>
          </a:graphicData>
        </a:graphic>
      </p:graphicFrame>
      <p:graphicFrame>
        <p:nvGraphicFramePr>
          <p:cNvPr id="5" name="Table 4">
            <a:extLst>
              <a:ext uri="{FF2B5EF4-FFF2-40B4-BE49-F238E27FC236}">
                <a16:creationId xmlns:a16="http://schemas.microsoft.com/office/drawing/2014/main" id="{C556B86B-16AF-58FE-8FBC-CAE1ABFC0409}"/>
              </a:ext>
            </a:extLst>
          </p:cNvPr>
          <p:cNvGraphicFramePr>
            <a:graphicFrameLocks noGrp="1"/>
          </p:cNvGraphicFramePr>
          <p:nvPr>
            <p:extLst>
              <p:ext uri="{D42A27DB-BD31-4B8C-83A1-F6EECF244321}">
                <p14:modId xmlns:p14="http://schemas.microsoft.com/office/powerpoint/2010/main" val="108652957"/>
              </p:ext>
            </p:extLst>
          </p:nvPr>
        </p:nvGraphicFramePr>
        <p:xfrm>
          <a:off x="865049" y="3736008"/>
          <a:ext cx="10352543" cy="1879600"/>
        </p:xfrm>
        <a:graphic>
          <a:graphicData uri="http://schemas.openxmlformats.org/drawingml/2006/table">
            <a:tbl>
              <a:tblPr bandRow="1">
                <a:tableStyleId>{5C22544A-7EE6-4342-B048-85BDC9FD1C3A}</a:tableStyleId>
              </a:tblPr>
              <a:tblGrid>
                <a:gridCol w="2326414">
                  <a:extLst>
                    <a:ext uri="{9D8B030D-6E8A-4147-A177-3AD203B41FA5}">
                      <a16:colId xmlns:a16="http://schemas.microsoft.com/office/drawing/2014/main" val="824143589"/>
                    </a:ext>
                  </a:extLst>
                </a:gridCol>
                <a:gridCol w="8026129">
                  <a:extLst>
                    <a:ext uri="{9D8B030D-6E8A-4147-A177-3AD203B41FA5}">
                      <a16:colId xmlns:a16="http://schemas.microsoft.com/office/drawing/2014/main" val="1432076076"/>
                    </a:ext>
                  </a:extLst>
                </a:gridCol>
              </a:tblGrid>
              <a:tr h="266700">
                <a:tc>
                  <a:txBody>
                    <a:bodyPr/>
                    <a:lstStyle/>
                    <a:p>
                      <a:pPr rtl="0" fontAlgn="base">
                        <a:lnSpc>
                          <a:spcPts val="1350"/>
                        </a:lnSpc>
                        <a:buNone/>
                      </a:pPr>
                      <a:r>
                        <a:rPr lang="en-US" sz="1200" b="1">
                          <a:effectLst/>
                          <a:latin typeface="Times New Roman" panose="02020603050405020304" pitchFamily="18" charset="0"/>
                        </a:rPr>
                        <a:t>Name and ID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b="1">
                          <a:effectLst/>
                          <a:latin typeface="Times New Roman" panose="02020603050405020304" pitchFamily="18" charset="0"/>
                        </a:rPr>
                        <a:t>TC-03 Signup with Existing Username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14881444"/>
                  </a:ext>
                </a:extLst>
              </a:tr>
              <a:tr h="266700">
                <a:tc>
                  <a:txBody>
                    <a:bodyPr/>
                    <a:lstStyle/>
                    <a:p>
                      <a:pPr rtl="0" fontAlgn="base">
                        <a:lnSpc>
                          <a:spcPts val="1350"/>
                        </a:lnSpc>
                        <a:buNone/>
                      </a:pPr>
                      <a:r>
                        <a:rPr lang="en-US" sz="1200">
                          <a:effectLst/>
                          <a:latin typeface="Times New Roman" panose="02020603050405020304" pitchFamily="18" charset="0"/>
                        </a:rPr>
                        <a:t>Requirement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rtl="0" fontAlgn="base">
                        <a:lnSpc>
                          <a:spcPts val="1350"/>
                        </a:lnSpc>
                        <a:buNone/>
                      </a:pPr>
                      <a:r>
                        <a:rPr lang="en-US" sz="1200">
                          <a:effectLst/>
                          <a:latin typeface="Times New Roman" panose="02020603050405020304" pitchFamily="18" charset="0"/>
                        </a:rPr>
                        <a:t>FR-03: Local Account Creation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682148115"/>
                  </a:ext>
                </a:extLst>
              </a:tr>
              <a:tr h="266700">
                <a:tc>
                  <a:txBody>
                    <a:bodyPr/>
                    <a:lstStyle/>
                    <a:p>
                      <a:pPr rtl="0" fontAlgn="base">
                        <a:lnSpc>
                          <a:spcPts val="1350"/>
                        </a:lnSpc>
                        <a:buNone/>
                      </a:pPr>
                      <a:r>
                        <a:rPr lang="en-US" sz="1200">
                          <a:effectLst/>
                          <a:latin typeface="Times New Roman" panose="02020603050405020304" pitchFamily="18" charset="0"/>
                        </a:rPr>
                        <a:t>Preconditions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a:effectLst/>
                          <a:latin typeface="Times New Roman" panose="02020603050405020304" pitchFamily="18" charset="0"/>
                        </a:rPr>
                        <a:t>The server is up and running and app is opened to the home screen on user’s device.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84044417"/>
                  </a:ext>
                </a:extLst>
              </a:tr>
              <a:tr h="266700">
                <a:tc>
                  <a:txBody>
                    <a:bodyPr/>
                    <a:lstStyle/>
                    <a:p>
                      <a:pPr rtl="0" fontAlgn="base">
                        <a:lnSpc>
                          <a:spcPts val="1350"/>
                        </a:lnSpc>
                        <a:buNone/>
                      </a:pPr>
                      <a:r>
                        <a:rPr lang="en-US" sz="1200">
                          <a:effectLst/>
                          <a:latin typeface="Times New Roman" panose="02020603050405020304" pitchFamily="18" charset="0"/>
                        </a:rPr>
                        <a:t>Steps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Click on the “Sign up” button.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Enter information in the “Username”, “Password”, and “Confirm Password” section.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Click on the “Sign up” button.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648560632"/>
                  </a:ext>
                </a:extLst>
              </a:tr>
              <a:tr h="266700">
                <a:tc>
                  <a:txBody>
                    <a:bodyPr/>
                    <a:lstStyle/>
                    <a:p>
                      <a:pPr rtl="0" fontAlgn="base">
                        <a:lnSpc>
                          <a:spcPts val="1350"/>
                        </a:lnSpc>
                        <a:buNone/>
                      </a:pPr>
                      <a:r>
                        <a:rPr lang="en-US" sz="1200">
                          <a:effectLst/>
                          <a:latin typeface="Times New Roman" panose="02020603050405020304" pitchFamily="18" charset="0"/>
                        </a:rPr>
                        <a:t>Expected Results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An error message appears stating “Sign up failed”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The user is brought back to the sign-up page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267614864"/>
                  </a:ext>
                </a:extLst>
              </a:tr>
            </a:tbl>
          </a:graphicData>
        </a:graphic>
      </p:graphicFrame>
    </p:spTree>
    <p:extLst>
      <p:ext uri="{BB962C8B-B14F-4D97-AF65-F5344CB8AC3E}">
        <p14:creationId xmlns:p14="http://schemas.microsoft.com/office/powerpoint/2010/main" val="44915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A4A8AAB-DBCA-6F29-AC9C-0ABCB30711D2}"/>
              </a:ext>
            </a:extLst>
          </p:cNvPr>
          <p:cNvGraphicFramePr>
            <a:graphicFrameLocks noGrp="1"/>
          </p:cNvGraphicFramePr>
          <p:nvPr>
            <p:extLst>
              <p:ext uri="{D42A27DB-BD31-4B8C-83A1-F6EECF244321}">
                <p14:modId xmlns:p14="http://schemas.microsoft.com/office/powerpoint/2010/main" val="973364661"/>
              </p:ext>
            </p:extLst>
          </p:nvPr>
        </p:nvGraphicFramePr>
        <p:xfrm>
          <a:off x="1049130" y="1258956"/>
          <a:ext cx="10076388" cy="1701800"/>
        </p:xfrm>
        <a:graphic>
          <a:graphicData uri="http://schemas.openxmlformats.org/drawingml/2006/table">
            <a:tbl>
              <a:tblPr bandRow="1">
                <a:tableStyleId>{5C22544A-7EE6-4342-B048-85BDC9FD1C3A}</a:tableStyleId>
              </a:tblPr>
              <a:tblGrid>
                <a:gridCol w="2264356">
                  <a:extLst>
                    <a:ext uri="{9D8B030D-6E8A-4147-A177-3AD203B41FA5}">
                      <a16:colId xmlns:a16="http://schemas.microsoft.com/office/drawing/2014/main" val="1811832172"/>
                    </a:ext>
                  </a:extLst>
                </a:gridCol>
                <a:gridCol w="7812032">
                  <a:extLst>
                    <a:ext uri="{9D8B030D-6E8A-4147-A177-3AD203B41FA5}">
                      <a16:colId xmlns:a16="http://schemas.microsoft.com/office/drawing/2014/main" val="3916187946"/>
                    </a:ext>
                  </a:extLst>
                </a:gridCol>
              </a:tblGrid>
              <a:tr h="266700">
                <a:tc>
                  <a:txBody>
                    <a:bodyPr/>
                    <a:lstStyle/>
                    <a:p>
                      <a:pPr rtl="0" fontAlgn="base">
                        <a:lnSpc>
                          <a:spcPts val="1350"/>
                        </a:lnSpc>
                        <a:buNone/>
                      </a:pPr>
                      <a:r>
                        <a:rPr lang="en-US" sz="1200" b="1">
                          <a:effectLst/>
                          <a:latin typeface="Times New Roman" panose="02020603050405020304" pitchFamily="18" charset="0"/>
                        </a:rPr>
                        <a:t>Name and ID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b="1">
                          <a:effectLst/>
                          <a:latin typeface="Times New Roman" panose="02020603050405020304" pitchFamily="18" charset="0"/>
                        </a:rPr>
                        <a:t>TC-04 Login with invalid credentials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277968596"/>
                  </a:ext>
                </a:extLst>
              </a:tr>
              <a:tr h="266700">
                <a:tc>
                  <a:txBody>
                    <a:bodyPr/>
                    <a:lstStyle/>
                    <a:p>
                      <a:pPr rtl="0" fontAlgn="base">
                        <a:lnSpc>
                          <a:spcPts val="1350"/>
                        </a:lnSpc>
                        <a:buNone/>
                      </a:pPr>
                      <a:r>
                        <a:rPr lang="en-US" sz="1200">
                          <a:effectLst/>
                          <a:latin typeface="Times New Roman" panose="02020603050405020304" pitchFamily="18" charset="0"/>
                        </a:rPr>
                        <a:t>Requirement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lvl="0">
                        <a:lnSpc>
                          <a:spcPts val="1350"/>
                        </a:lnSpc>
                        <a:buNone/>
                      </a:pPr>
                      <a:r>
                        <a:rPr lang="en-US" sz="1200" b="0" i="0" u="none" strike="noStrike" baseline="0" noProof="0">
                          <a:solidFill>
                            <a:srgbClr val="000000"/>
                          </a:solidFill>
                          <a:effectLst/>
                          <a:latin typeface="Times New Roman"/>
                          <a:cs typeface="Times New Roman"/>
                        </a:rPr>
                        <a:t>FR-03: Local Account Creation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168544151"/>
                  </a:ext>
                </a:extLst>
              </a:tr>
              <a:tr h="266700">
                <a:tc>
                  <a:txBody>
                    <a:bodyPr/>
                    <a:lstStyle/>
                    <a:p>
                      <a:pPr rtl="0" fontAlgn="base">
                        <a:lnSpc>
                          <a:spcPts val="1350"/>
                        </a:lnSpc>
                        <a:buNone/>
                      </a:pPr>
                      <a:r>
                        <a:rPr lang="en-US" sz="1200">
                          <a:effectLst/>
                          <a:latin typeface="Times New Roman" panose="02020603050405020304" pitchFamily="18" charset="0"/>
                        </a:rPr>
                        <a:t>Preconditions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a:effectLst/>
                          <a:latin typeface="Times New Roman" panose="02020603050405020304" pitchFamily="18" charset="0"/>
                        </a:rPr>
                        <a:t>The server is up and running and app is opened to the home screen on user’s device.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28610675"/>
                  </a:ext>
                </a:extLst>
              </a:tr>
              <a:tr h="266700">
                <a:tc>
                  <a:txBody>
                    <a:bodyPr/>
                    <a:lstStyle/>
                    <a:p>
                      <a:pPr rtl="0" fontAlgn="base">
                        <a:lnSpc>
                          <a:spcPts val="1350"/>
                        </a:lnSpc>
                        <a:buNone/>
                      </a:pPr>
                      <a:r>
                        <a:rPr lang="en-US" sz="1200">
                          <a:effectLst/>
                          <a:latin typeface="Times New Roman" panose="02020603050405020304" pitchFamily="18" charset="0"/>
                        </a:rPr>
                        <a:t>Steps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Click on the “Sign in” button.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User enters text into the “Username” and “Password” text fields, with one or both entries being incorrect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504289354"/>
                  </a:ext>
                </a:extLst>
              </a:tr>
              <a:tr h="266700">
                <a:tc>
                  <a:txBody>
                    <a:bodyPr/>
                    <a:lstStyle/>
                    <a:p>
                      <a:pPr rtl="0" fontAlgn="base">
                        <a:lnSpc>
                          <a:spcPts val="1350"/>
                        </a:lnSpc>
                        <a:buNone/>
                      </a:pPr>
                      <a:r>
                        <a:rPr lang="en-US" sz="1200">
                          <a:effectLst/>
                          <a:latin typeface="Times New Roman" panose="02020603050405020304" pitchFamily="18" charset="0"/>
                        </a:rPr>
                        <a:t>Expected Results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The app prompts the user with a message that says “Invalid username/password”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The message disappears, and sign-in text fields are empty.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273389571"/>
                  </a:ext>
                </a:extLst>
              </a:tr>
            </a:tbl>
          </a:graphicData>
        </a:graphic>
      </p:graphicFrame>
      <p:graphicFrame>
        <p:nvGraphicFramePr>
          <p:cNvPr id="5" name="Table 4">
            <a:extLst>
              <a:ext uri="{FF2B5EF4-FFF2-40B4-BE49-F238E27FC236}">
                <a16:creationId xmlns:a16="http://schemas.microsoft.com/office/drawing/2014/main" id="{0F2C427A-2B1B-B0B0-8E8B-EB2432761B5C}"/>
              </a:ext>
            </a:extLst>
          </p:cNvPr>
          <p:cNvGraphicFramePr>
            <a:graphicFrameLocks noGrp="1"/>
          </p:cNvGraphicFramePr>
          <p:nvPr>
            <p:extLst>
              <p:ext uri="{D42A27DB-BD31-4B8C-83A1-F6EECF244321}">
                <p14:modId xmlns:p14="http://schemas.microsoft.com/office/powerpoint/2010/main" val="2836165701"/>
              </p:ext>
            </p:extLst>
          </p:nvPr>
        </p:nvGraphicFramePr>
        <p:xfrm>
          <a:off x="1052788" y="3426239"/>
          <a:ext cx="10062581" cy="2235200"/>
        </p:xfrm>
        <a:graphic>
          <a:graphicData uri="http://schemas.openxmlformats.org/drawingml/2006/table">
            <a:tbl>
              <a:tblPr bandRow="1">
                <a:tableStyleId>{5C22544A-7EE6-4342-B048-85BDC9FD1C3A}</a:tableStyleId>
              </a:tblPr>
              <a:tblGrid>
                <a:gridCol w="2261254">
                  <a:extLst>
                    <a:ext uri="{9D8B030D-6E8A-4147-A177-3AD203B41FA5}">
                      <a16:colId xmlns:a16="http://schemas.microsoft.com/office/drawing/2014/main" val="2777882023"/>
                    </a:ext>
                  </a:extLst>
                </a:gridCol>
                <a:gridCol w="7801327">
                  <a:extLst>
                    <a:ext uri="{9D8B030D-6E8A-4147-A177-3AD203B41FA5}">
                      <a16:colId xmlns:a16="http://schemas.microsoft.com/office/drawing/2014/main" val="421477172"/>
                    </a:ext>
                  </a:extLst>
                </a:gridCol>
              </a:tblGrid>
              <a:tr h="266700">
                <a:tc>
                  <a:txBody>
                    <a:bodyPr/>
                    <a:lstStyle/>
                    <a:p>
                      <a:pPr rtl="0" fontAlgn="base">
                        <a:lnSpc>
                          <a:spcPts val="1350"/>
                        </a:lnSpc>
                        <a:buNone/>
                      </a:pPr>
                      <a:r>
                        <a:rPr lang="en-US" sz="1200" b="1">
                          <a:effectLst/>
                          <a:latin typeface="Times New Roman" panose="02020603050405020304" pitchFamily="18" charset="0"/>
                        </a:rPr>
                        <a:t>Name and ID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nSpc>
                          <a:spcPts val="1350"/>
                        </a:lnSpc>
                        <a:buNone/>
                      </a:pPr>
                      <a:r>
                        <a:rPr lang="en-US" sz="1200" b="1" i="0" u="none" strike="noStrike" noProof="0">
                          <a:solidFill>
                            <a:srgbClr val="000000"/>
                          </a:solidFill>
                          <a:effectLst/>
                          <a:latin typeface="Times New Roman"/>
                          <a:cs typeface="Times New Roman"/>
                        </a:rPr>
                        <a:t>TC-05 </a:t>
                      </a:r>
                      <a:r>
                        <a:rPr lang="en-US" sz="1200" b="1">
                          <a:effectLst/>
                          <a:latin typeface="Times New Roman"/>
                        </a:rPr>
                        <a:t>Track Workout Activity </a:t>
                      </a:r>
                      <a:endParaRPr lang="en-US" b="1">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40661226"/>
                  </a:ext>
                </a:extLst>
              </a:tr>
              <a:tr h="266700">
                <a:tc>
                  <a:txBody>
                    <a:bodyPr/>
                    <a:lstStyle/>
                    <a:p>
                      <a:pPr rtl="0" fontAlgn="base">
                        <a:lnSpc>
                          <a:spcPts val="1350"/>
                        </a:lnSpc>
                        <a:buNone/>
                      </a:pPr>
                      <a:r>
                        <a:rPr lang="en-US" sz="1200">
                          <a:effectLst/>
                          <a:latin typeface="Times New Roman" panose="02020603050405020304" pitchFamily="18" charset="0"/>
                        </a:rPr>
                        <a:t>Requirement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rtl="0" fontAlgn="base">
                        <a:lnSpc>
                          <a:spcPts val="1350"/>
                        </a:lnSpc>
                        <a:buNone/>
                      </a:pPr>
                      <a:r>
                        <a:rPr lang="en-US" sz="1200">
                          <a:effectLst/>
                          <a:latin typeface="Times New Roman" panose="02020603050405020304" pitchFamily="18" charset="0"/>
                        </a:rPr>
                        <a:t>FR-06: Activity Tracking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933649496"/>
                  </a:ext>
                </a:extLst>
              </a:tr>
              <a:tr h="266700">
                <a:tc>
                  <a:txBody>
                    <a:bodyPr/>
                    <a:lstStyle/>
                    <a:p>
                      <a:pPr rtl="0" fontAlgn="base">
                        <a:lnSpc>
                          <a:spcPts val="1350"/>
                        </a:lnSpc>
                        <a:buNone/>
                      </a:pPr>
                      <a:r>
                        <a:rPr lang="en-US" sz="1200">
                          <a:effectLst/>
                          <a:latin typeface="Times New Roman" panose="02020603050405020304" pitchFamily="18" charset="0"/>
                        </a:rPr>
                        <a:t>Preconditions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a:effectLst/>
                          <a:latin typeface="Times New Roman" panose="02020603050405020304" pitchFamily="18" charset="0"/>
                        </a:rPr>
                        <a:t>App is running and user is already logged in to their account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33764395"/>
                  </a:ext>
                </a:extLst>
              </a:tr>
              <a:tr h="266700">
                <a:tc>
                  <a:txBody>
                    <a:bodyPr/>
                    <a:lstStyle/>
                    <a:p>
                      <a:pPr rtl="0" fontAlgn="base">
                        <a:lnSpc>
                          <a:spcPts val="1350"/>
                        </a:lnSpc>
                        <a:buNone/>
                      </a:pPr>
                      <a:r>
                        <a:rPr lang="en-US" sz="1200">
                          <a:effectLst/>
                          <a:latin typeface="Times New Roman" panose="02020603050405020304" pitchFamily="18" charset="0"/>
                        </a:rPr>
                        <a:t>Steps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Go track workout sessions from the home screen.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Choose the workout activity you want to log into.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Enter details like exercise name, time, sets, and calories </a:t>
                      </a:r>
                    </a:p>
                    <a:p>
                      <a:pPr marL="342900" lvl="0" indent="-342900" rtl="0" fontAlgn="base">
                        <a:lnSpc>
                          <a:spcPts val="1350"/>
                        </a:lnSpc>
                        <a:buFont typeface="+mj-lt"/>
                        <a:buAutoNum type="arabicPeriod" startAt="4"/>
                      </a:pPr>
                      <a:r>
                        <a:rPr lang="en-US" sz="1200">
                          <a:effectLst/>
                          <a:latin typeface="Times New Roman" panose="02020603050405020304" pitchFamily="18" charset="0"/>
                        </a:rPr>
                        <a:t>Click Save or Submit button.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247107902"/>
                  </a:ext>
                </a:extLst>
              </a:tr>
              <a:tr h="266700">
                <a:tc>
                  <a:txBody>
                    <a:bodyPr/>
                    <a:lstStyle/>
                    <a:p>
                      <a:pPr rtl="0" fontAlgn="base">
                        <a:lnSpc>
                          <a:spcPts val="1350"/>
                        </a:lnSpc>
                        <a:buNone/>
                      </a:pPr>
                      <a:r>
                        <a:rPr lang="en-US" sz="1200">
                          <a:effectLst/>
                          <a:latin typeface="Times New Roman" panose="02020603050405020304" pitchFamily="18" charset="0"/>
                        </a:rPr>
                        <a:t>Expected Results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Workout is saved without getting errors.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Work out details are showing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A message notification shows like workout has been tracked successfully.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44489425"/>
                  </a:ext>
                </a:extLst>
              </a:tr>
            </a:tbl>
          </a:graphicData>
        </a:graphic>
      </p:graphicFrame>
    </p:spTree>
    <p:extLst>
      <p:ext uri="{BB962C8B-B14F-4D97-AF65-F5344CB8AC3E}">
        <p14:creationId xmlns:p14="http://schemas.microsoft.com/office/powerpoint/2010/main" val="420307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A133EBC-7492-2C2B-BDA4-4AA7CCAC8B1C}"/>
              </a:ext>
            </a:extLst>
          </p:cNvPr>
          <p:cNvGraphicFramePr>
            <a:graphicFrameLocks noGrp="1"/>
          </p:cNvGraphicFramePr>
          <p:nvPr>
            <p:extLst>
              <p:ext uri="{D42A27DB-BD31-4B8C-83A1-F6EECF244321}">
                <p14:modId xmlns:p14="http://schemas.microsoft.com/office/powerpoint/2010/main" val="1357107062"/>
              </p:ext>
            </p:extLst>
          </p:nvPr>
        </p:nvGraphicFramePr>
        <p:xfrm>
          <a:off x="1019658" y="1051891"/>
          <a:ext cx="10104003" cy="2057400"/>
        </p:xfrm>
        <a:graphic>
          <a:graphicData uri="http://schemas.openxmlformats.org/drawingml/2006/table">
            <a:tbl>
              <a:tblPr bandRow="1">
                <a:tableStyleId>{5C22544A-7EE6-4342-B048-85BDC9FD1C3A}</a:tableStyleId>
              </a:tblPr>
              <a:tblGrid>
                <a:gridCol w="2270562">
                  <a:extLst>
                    <a:ext uri="{9D8B030D-6E8A-4147-A177-3AD203B41FA5}">
                      <a16:colId xmlns:a16="http://schemas.microsoft.com/office/drawing/2014/main" val="2928373569"/>
                    </a:ext>
                  </a:extLst>
                </a:gridCol>
                <a:gridCol w="7833441">
                  <a:extLst>
                    <a:ext uri="{9D8B030D-6E8A-4147-A177-3AD203B41FA5}">
                      <a16:colId xmlns:a16="http://schemas.microsoft.com/office/drawing/2014/main" val="2611451006"/>
                    </a:ext>
                  </a:extLst>
                </a:gridCol>
              </a:tblGrid>
              <a:tr h="266700">
                <a:tc>
                  <a:txBody>
                    <a:bodyPr/>
                    <a:lstStyle/>
                    <a:p>
                      <a:pPr rtl="0" fontAlgn="base">
                        <a:lnSpc>
                          <a:spcPts val="1350"/>
                        </a:lnSpc>
                        <a:buNone/>
                      </a:pPr>
                      <a:r>
                        <a:rPr lang="en-US" sz="1200" b="1">
                          <a:effectLst/>
                          <a:latin typeface="Times New Roman" panose="02020603050405020304" pitchFamily="18" charset="0"/>
                        </a:rPr>
                        <a:t>Name and ID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nSpc>
                          <a:spcPts val="1350"/>
                        </a:lnSpc>
                        <a:buNone/>
                      </a:pPr>
                      <a:r>
                        <a:rPr lang="en-US" sz="1200" b="1" i="0" u="none" strike="noStrike" noProof="0">
                          <a:solidFill>
                            <a:srgbClr val="000000"/>
                          </a:solidFill>
                          <a:effectLst/>
                          <a:latin typeface="Times New Roman"/>
                          <a:cs typeface="Times New Roman"/>
                        </a:rPr>
                        <a:t>TC-06 </a:t>
                      </a:r>
                      <a:r>
                        <a:rPr lang="en-US" sz="1200" b="1">
                          <a:effectLst/>
                          <a:latin typeface="Times New Roman"/>
                        </a:rPr>
                        <a:t>Adaptive AI Workout Adjustments </a:t>
                      </a:r>
                      <a:endParaRPr lang="en-US" b="1">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11657931"/>
                  </a:ext>
                </a:extLst>
              </a:tr>
              <a:tr h="266700">
                <a:tc>
                  <a:txBody>
                    <a:bodyPr/>
                    <a:lstStyle/>
                    <a:p>
                      <a:pPr rtl="0" fontAlgn="base">
                        <a:lnSpc>
                          <a:spcPts val="1350"/>
                        </a:lnSpc>
                        <a:buNone/>
                      </a:pPr>
                      <a:r>
                        <a:rPr lang="en-US" sz="1200">
                          <a:effectLst/>
                          <a:latin typeface="Times New Roman" panose="02020603050405020304" pitchFamily="18" charset="0"/>
                        </a:rPr>
                        <a:t>Requirement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rtl="0" fontAlgn="base">
                        <a:lnSpc>
                          <a:spcPts val="1350"/>
                        </a:lnSpc>
                        <a:buNone/>
                      </a:pPr>
                      <a:r>
                        <a:rPr lang="en-US" sz="1200">
                          <a:effectLst/>
                          <a:latin typeface="Times New Roman" panose="02020603050405020304" pitchFamily="18" charset="0"/>
                        </a:rPr>
                        <a:t>FR-07: Adaptive AI Workout Recommendation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463891118"/>
                  </a:ext>
                </a:extLst>
              </a:tr>
              <a:tr h="266700">
                <a:tc>
                  <a:txBody>
                    <a:bodyPr/>
                    <a:lstStyle/>
                    <a:p>
                      <a:pPr rtl="0" fontAlgn="base">
                        <a:lnSpc>
                          <a:spcPts val="1350"/>
                        </a:lnSpc>
                        <a:buNone/>
                      </a:pPr>
                      <a:r>
                        <a:rPr lang="en-US" sz="1200">
                          <a:effectLst/>
                          <a:latin typeface="Times New Roman" panose="02020603050405020304" pitchFamily="18" charset="0"/>
                        </a:rPr>
                        <a:t>Preconditions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a:effectLst/>
                          <a:latin typeface="Times New Roman" panose="02020603050405020304" pitchFamily="18" charset="0"/>
                        </a:rPr>
                        <a:t>The app is running, and a user with a valid account is logged in.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72076709"/>
                  </a:ext>
                </a:extLst>
              </a:tr>
              <a:tr h="266700">
                <a:tc>
                  <a:txBody>
                    <a:bodyPr/>
                    <a:lstStyle/>
                    <a:p>
                      <a:pPr rtl="0" fontAlgn="base">
                        <a:lnSpc>
                          <a:spcPts val="1350"/>
                        </a:lnSpc>
                        <a:buNone/>
                      </a:pPr>
                      <a:r>
                        <a:rPr lang="en-US" sz="1200">
                          <a:effectLst/>
                          <a:latin typeface="Times New Roman" panose="02020603050405020304" pitchFamily="18" charset="0"/>
                        </a:rPr>
                        <a:t>Steps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On the home screen, click the “Start Workout” button. </a:t>
                      </a:r>
                    </a:p>
                    <a:p>
                      <a:pPr marL="342900" lvl="0" indent="-342900" rtl="0" fontAlgn="base">
                        <a:lnSpc>
                          <a:spcPts val="1350"/>
                        </a:lnSpc>
                        <a:buFont typeface="+mj-lt"/>
                        <a:buAutoNum type="arabicPeriod" startAt="2"/>
                      </a:pPr>
                      <a:r>
                        <a:rPr lang="en-US" sz="1200">
                          <a:effectLst/>
                          <a:latin typeface="Times New Roman"/>
                        </a:rPr>
                        <a:t>Select the workout you’d like to complete.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Click “Start” </a:t>
                      </a:r>
                    </a:p>
                    <a:p>
                      <a:pPr marL="342900" lvl="0" indent="-342900" rtl="0" fontAlgn="base">
                        <a:lnSpc>
                          <a:spcPts val="1350"/>
                        </a:lnSpc>
                        <a:buFont typeface="+mj-lt"/>
                        <a:buAutoNum type="arabicPeriod" startAt="4"/>
                      </a:pPr>
                      <a:r>
                        <a:rPr lang="en-US" sz="1200">
                          <a:effectLst/>
                          <a:latin typeface="Times New Roman" panose="02020603050405020304" pitchFamily="18" charset="0"/>
                        </a:rPr>
                        <a:t>Complete exercise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551636113"/>
                  </a:ext>
                </a:extLst>
              </a:tr>
              <a:tr h="266700">
                <a:tc>
                  <a:txBody>
                    <a:bodyPr/>
                    <a:lstStyle/>
                    <a:p>
                      <a:pPr rtl="0" fontAlgn="base">
                        <a:lnSpc>
                          <a:spcPts val="1350"/>
                        </a:lnSpc>
                        <a:buNone/>
                      </a:pPr>
                      <a:r>
                        <a:rPr lang="en-US" sz="1200">
                          <a:effectLst/>
                          <a:latin typeface="Times New Roman" panose="02020603050405020304" pitchFamily="18" charset="0"/>
                        </a:rPr>
                        <a:t>Expected Results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User is prompted with window asking for feedback on the workout just completed. </a:t>
                      </a:r>
                    </a:p>
                    <a:p>
                      <a:pPr marL="342900" lvl="0" indent="-342900" rtl="0" fontAlgn="base">
                        <a:lnSpc>
                          <a:spcPts val="1350"/>
                        </a:lnSpc>
                        <a:buFont typeface="+mj-lt"/>
                        <a:buAutoNum type="arabicPeriod" startAt="2"/>
                      </a:pPr>
                      <a:r>
                        <a:rPr lang="en-US" sz="1200">
                          <a:effectLst/>
                          <a:latin typeface="Times New Roman"/>
                        </a:rPr>
                        <a:t>The response gets stored and is used by the AI chatbot to recommend a different workout or useful tips.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49007861"/>
                  </a:ext>
                </a:extLst>
              </a:tr>
            </a:tbl>
          </a:graphicData>
        </a:graphic>
      </p:graphicFrame>
      <p:graphicFrame>
        <p:nvGraphicFramePr>
          <p:cNvPr id="5" name="Table 4">
            <a:extLst>
              <a:ext uri="{FF2B5EF4-FFF2-40B4-BE49-F238E27FC236}">
                <a16:creationId xmlns:a16="http://schemas.microsoft.com/office/drawing/2014/main" id="{DEF32DAE-0D74-1B54-79DB-D343B6C74DA7}"/>
              </a:ext>
            </a:extLst>
          </p:cNvPr>
          <p:cNvGraphicFramePr>
            <a:graphicFrameLocks noGrp="1"/>
          </p:cNvGraphicFramePr>
          <p:nvPr>
            <p:extLst>
              <p:ext uri="{D42A27DB-BD31-4B8C-83A1-F6EECF244321}">
                <p14:modId xmlns:p14="http://schemas.microsoft.com/office/powerpoint/2010/main" val="3708124112"/>
              </p:ext>
            </p:extLst>
          </p:nvPr>
        </p:nvGraphicFramePr>
        <p:xfrm>
          <a:off x="1019658" y="3314148"/>
          <a:ext cx="10102279" cy="2777744"/>
        </p:xfrm>
        <a:graphic>
          <a:graphicData uri="http://schemas.openxmlformats.org/drawingml/2006/table">
            <a:tbl>
              <a:tblPr bandRow="1">
                <a:tableStyleId>{5C22544A-7EE6-4342-B048-85BDC9FD1C3A}</a:tableStyleId>
              </a:tblPr>
              <a:tblGrid>
                <a:gridCol w="2270175">
                  <a:extLst>
                    <a:ext uri="{9D8B030D-6E8A-4147-A177-3AD203B41FA5}">
                      <a16:colId xmlns:a16="http://schemas.microsoft.com/office/drawing/2014/main" val="814470902"/>
                    </a:ext>
                  </a:extLst>
                </a:gridCol>
                <a:gridCol w="7832104">
                  <a:extLst>
                    <a:ext uri="{9D8B030D-6E8A-4147-A177-3AD203B41FA5}">
                      <a16:colId xmlns:a16="http://schemas.microsoft.com/office/drawing/2014/main" val="4219330967"/>
                    </a:ext>
                  </a:extLst>
                </a:gridCol>
              </a:tblGrid>
              <a:tr h="266700">
                <a:tc>
                  <a:txBody>
                    <a:bodyPr/>
                    <a:lstStyle/>
                    <a:p>
                      <a:pPr rtl="0" fontAlgn="base">
                        <a:lnSpc>
                          <a:spcPts val="1350"/>
                        </a:lnSpc>
                        <a:buNone/>
                      </a:pPr>
                      <a:r>
                        <a:rPr lang="en-US" sz="1200" b="1">
                          <a:effectLst/>
                          <a:latin typeface="Times New Roman" panose="02020603050405020304" pitchFamily="18" charset="0"/>
                        </a:rPr>
                        <a:t>Name and ID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nSpc>
                          <a:spcPts val="1350"/>
                        </a:lnSpc>
                        <a:buNone/>
                      </a:pPr>
                      <a:r>
                        <a:rPr lang="en-US" sz="1200" b="1" i="0" u="none" strike="noStrike" noProof="0">
                          <a:solidFill>
                            <a:srgbClr val="000000"/>
                          </a:solidFill>
                          <a:effectLst/>
                          <a:latin typeface="Times New Roman"/>
                          <a:cs typeface="Times New Roman"/>
                        </a:rPr>
                        <a:t>TC-07 </a:t>
                      </a:r>
                      <a:r>
                        <a:rPr lang="en-US" sz="1200" b="1">
                          <a:effectLst/>
                          <a:latin typeface="Times New Roman"/>
                        </a:rPr>
                        <a:t>Real Time Workout Assistance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41365633"/>
                  </a:ext>
                </a:extLst>
              </a:tr>
              <a:tr h="266700">
                <a:tc>
                  <a:txBody>
                    <a:bodyPr/>
                    <a:lstStyle/>
                    <a:p>
                      <a:pPr rtl="0" fontAlgn="base">
                        <a:lnSpc>
                          <a:spcPts val="1350"/>
                        </a:lnSpc>
                        <a:buNone/>
                      </a:pPr>
                      <a:r>
                        <a:rPr lang="en-US" sz="1200">
                          <a:effectLst/>
                          <a:latin typeface="Times New Roman" panose="02020603050405020304" pitchFamily="18" charset="0"/>
                        </a:rPr>
                        <a:t>Requirement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rtl="0" fontAlgn="base">
                        <a:lnSpc>
                          <a:spcPts val="1350"/>
                        </a:lnSpc>
                        <a:buNone/>
                      </a:pPr>
                      <a:r>
                        <a:rPr lang="en-US" sz="1200">
                          <a:effectLst/>
                          <a:latin typeface="Times New Roman"/>
                        </a:rPr>
                        <a:t>FR-08 : Real time workout assistance </a:t>
                      </a:r>
                      <a:endParaRPr lang="en-US">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324512679"/>
                  </a:ext>
                </a:extLst>
              </a:tr>
              <a:tr h="266700">
                <a:tc>
                  <a:txBody>
                    <a:bodyPr/>
                    <a:lstStyle/>
                    <a:p>
                      <a:pPr rtl="0" fontAlgn="base">
                        <a:lnSpc>
                          <a:spcPts val="1350"/>
                        </a:lnSpc>
                        <a:buNone/>
                      </a:pPr>
                      <a:r>
                        <a:rPr lang="en-US" sz="1200">
                          <a:effectLst/>
                          <a:latin typeface="Times New Roman" panose="02020603050405020304" pitchFamily="18" charset="0"/>
                        </a:rPr>
                        <a:t>Preconditions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a:effectLst/>
                          <a:latin typeface="Times New Roman"/>
                        </a:rPr>
                        <a:t>App is running and user is logged in. User has started on workout session.  </a:t>
                      </a:r>
                      <a:endParaRPr lang="en-US">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264877558"/>
                  </a:ext>
                </a:extLst>
              </a:tr>
              <a:tr h="266700">
                <a:tc>
                  <a:txBody>
                    <a:bodyPr/>
                    <a:lstStyle/>
                    <a:p>
                      <a:pPr rtl="0" fontAlgn="base">
                        <a:lnSpc>
                          <a:spcPts val="1350"/>
                        </a:lnSpc>
                        <a:buNone/>
                      </a:pPr>
                      <a:r>
                        <a:rPr lang="en-US" sz="1200">
                          <a:effectLst/>
                          <a:latin typeface="Times New Roman" panose="02020603050405020304" pitchFamily="18" charset="0"/>
                        </a:rPr>
                        <a:t>Steps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Start a workout from the app </a:t>
                      </a:r>
                    </a:p>
                    <a:p>
                      <a:pPr marL="342900" lvl="0" indent="-342900" rtl="0" fontAlgn="base">
                        <a:lnSpc>
                          <a:spcPts val="1350"/>
                        </a:lnSpc>
                        <a:buFont typeface="+mj-lt"/>
                        <a:buAutoNum type="arabicPeriod" startAt="2"/>
                      </a:pPr>
                      <a:r>
                        <a:rPr lang="en-US" sz="1200">
                          <a:effectLst/>
                          <a:latin typeface="Times New Roman"/>
                        </a:rPr>
                        <a:t>Go to the real time assistance feature during the workout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Follow the instructions  </a:t>
                      </a:r>
                    </a:p>
                    <a:p>
                      <a:pPr marL="342900" lvl="0" indent="-342900" rtl="0" fontAlgn="base">
                        <a:lnSpc>
                          <a:spcPts val="1350"/>
                        </a:lnSpc>
                        <a:buFont typeface="+mj-lt"/>
                        <a:buAutoNum type="arabicPeriod" startAt="4"/>
                      </a:pPr>
                      <a:r>
                        <a:rPr lang="en-US" sz="1200">
                          <a:effectLst/>
                          <a:latin typeface="Times New Roman" panose="02020603050405020304" pitchFamily="18" charset="0"/>
                        </a:rPr>
                        <a:t>Perform the exercise while the app gives feedback  </a:t>
                      </a:r>
                    </a:p>
                    <a:p>
                      <a:pPr marL="342900" lvl="0" indent="-342900" rtl="0" fontAlgn="base">
                        <a:lnSpc>
                          <a:spcPts val="1350"/>
                        </a:lnSpc>
                        <a:buFont typeface="+mj-lt"/>
                        <a:buAutoNum type="arabicPeriod" startAt="5"/>
                      </a:pPr>
                      <a:r>
                        <a:rPr lang="en-US" sz="1200">
                          <a:effectLst/>
                          <a:latin typeface="Times New Roman" panose="02020603050405020304" pitchFamily="18" charset="0"/>
                        </a:rPr>
                        <a:t>Continue the workout or check for guidance </a:t>
                      </a:r>
                    </a:p>
                    <a:p>
                      <a:pPr rtl="0" fontAlgn="base">
                        <a:lnSpc>
                          <a:spcPts val="1350"/>
                        </a:lnSpc>
                        <a:buNone/>
                      </a:pPr>
                      <a:endParaRPr lang="en-US">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129095423"/>
                  </a:ext>
                </a:extLst>
              </a:tr>
              <a:tr h="266700">
                <a:tc>
                  <a:txBody>
                    <a:bodyPr/>
                    <a:lstStyle/>
                    <a:p>
                      <a:pPr rtl="0" fontAlgn="base">
                        <a:lnSpc>
                          <a:spcPts val="1350"/>
                        </a:lnSpc>
                        <a:buNone/>
                      </a:pPr>
                      <a:r>
                        <a:rPr lang="en-US" sz="1200">
                          <a:effectLst/>
                          <a:latin typeface="Times New Roman" panose="02020603050405020304" pitchFamily="18" charset="0"/>
                        </a:rPr>
                        <a:t>Expected Results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Apps give real time guidance during the workout.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Instructions are easy and clear to follow.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Feedback updates as workout continues </a:t>
                      </a:r>
                    </a:p>
                    <a:p>
                      <a:pPr marL="342900" lvl="0" indent="-342900" rtl="0" fontAlgn="base">
                        <a:lnSpc>
                          <a:spcPts val="1350"/>
                        </a:lnSpc>
                        <a:buFont typeface="+mj-lt"/>
                        <a:buAutoNum type="arabicPeriod" startAt="4"/>
                      </a:pPr>
                      <a:r>
                        <a:rPr lang="en-US" sz="1200">
                          <a:effectLst/>
                          <a:latin typeface="Times New Roman" panose="02020603050405020304" pitchFamily="18" charset="0"/>
                        </a:rPr>
                        <a:t>Feature works without crashes or delays.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74691688"/>
                  </a:ext>
                </a:extLst>
              </a:tr>
            </a:tbl>
          </a:graphicData>
        </a:graphic>
      </p:graphicFrame>
    </p:spTree>
    <p:extLst>
      <p:ext uri="{BB962C8B-B14F-4D97-AF65-F5344CB8AC3E}">
        <p14:creationId xmlns:p14="http://schemas.microsoft.com/office/powerpoint/2010/main" val="182586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1F4F976-BD5A-0538-DA57-178D1A903CF2}"/>
              </a:ext>
            </a:extLst>
          </p:cNvPr>
          <p:cNvGraphicFramePr>
            <a:graphicFrameLocks noGrp="1"/>
          </p:cNvGraphicFramePr>
          <p:nvPr>
            <p:extLst>
              <p:ext uri="{D42A27DB-BD31-4B8C-83A1-F6EECF244321}">
                <p14:modId xmlns:p14="http://schemas.microsoft.com/office/powerpoint/2010/main" val="3325796345"/>
              </p:ext>
            </p:extLst>
          </p:nvPr>
        </p:nvGraphicFramePr>
        <p:xfrm>
          <a:off x="1110074" y="1091259"/>
          <a:ext cx="9983215" cy="2777744"/>
        </p:xfrm>
        <a:graphic>
          <a:graphicData uri="http://schemas.openxmlformats.org/drawingml/2006/table">
            <a:tbl>
              <a:tblPr bandRow="1">
                <a:tableStyleId>{5C22544A-7EE6-4342-B048-85BDC9FD1C3A}</a:tableStyleId>
              </a:tblPr>
              <a:tblGrid>
                <a:gridCol w="2243418">
                  <a:extLst>
                    <a:ext uri="{9D8B030D-6E8A-4147-A177-3AD203B41FA5}">
                      <a16:colId xmlns:a16="http://schemas.microsoft.com/office/drawing/2014/main" val="3141436675"/>
                    </a:ext>
                  </a:extLst>
                </a:gridCol>
                <a:gridCol w="7739797">
                  <a:extLst>
                    <a:ext uri="{9D8B030D-6E8A-4147-A177-3AD203B41FA5}">
                      <a16:colId xmlns:a16="http://schemas.microsoft.com/office/drawing/2014/main" val="1775634339"/>
                    </a:ext>
                  </a:extLst>
                </a:gridCol>
              </a:tblGrid>
              <a:tr h="266700">
                <a:tc>
                  <a:txBody>
                    <a:bodyPr/>
                    <a:lstStyle/>
                    <a:p>
                      <a:pPr rtl="0" fontAlgn="base">
                        <a:lnSpc>
                          <a:spcPts val="1350"/>
                        </a:lnSpc>
                        <a:buNone/>
                      </a:pPr>
                      <a:r>
                        <a:rPr lang="en-US" sz="1200" b="1">
                          <a:effectLst/>
                          <a:latin typeface="Times New Roman" panose="02020603050405020304" pitchFamily="18" charset="0"/>
                        </a:rPr>
                        <a:t>Name and ID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nSpc>
                          <a:spcPts val="1350"/>
                        </a:lnSpc>
                        <a:buNone/>
                      </a:pPr>
                      <a:r>
                        <a:rPr lang="en-US" sz="1200" b="1" i="0" u="none" strike="noStrike" noProof="0">
                          <a:solidFill>
                            <a:srgbClr val="000000"/>
                          </a:solidFill>
                          <a:effectLst/>
                          <a:latin typeface="Times New Roman"/>
                          <a:cs typeface="Times New Roman"/>
                        </a:rPr>
                        <a:t>TC-08 </a:t>
                      </a:r>
                      <a:r>
                        <a:rPr lang="en-US" sz="1200" b="1">
                          <a:effectLst/>
                          <a:latin typeface="Times New Roman"/>
                        </a:rPr>
                        <a:t>Chatbot Provides Answer to Work Out-Related Question </a:t>
                      </a:r>
                      <a:endParaRPr lang="en-US" b="1">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11083654"/>
                  </a:ext>
                </a:extLst>
              </a:tr>
              <a:tr h="266700">
                <a:tc>
                  <a:txBody>
                    <a:bodyPr/>
                    <a:lstStyle/>
                    <a:p>
                      <a:pPr rtl="0" fontAlgn="base">
                        <a:lnSpc>
                          <a:spcPts val="1350"/>
                        </a:lnSpc>
                        <a:buNone/>
                      </a:pPr>
                      <a:r>
                        <a:rPr lang="en-US" sz="1200">
                          <a:effectLst/>
                          <a:latin typeface="Times New Roman" panose="02020603050405020304" pitchFamily="18" charset="0"/>
                        </a:rPr>
                        <a:t>Requirement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lvl="0">
                        <a:lnSpc>
                          <a:spcPts val="1350"/>
                        </a:lnSpc>
                        <a:buNone/>
                      </a:pPr>
                      <a:r>
                        <a:rPr lang="en-US" sz="1200" b="0" i="0" u="none" strike="noStrike" baseline="0" noProof="0">
                          <a:solidFill>
                            <a:srgbClr val="000000"/>
                          </a:solidFill>
                          <a:effectLst/>
                          <a:latin typeface="Times New Roman"/>
                          <a:cs typeface="Times New Roman"/>
                        </a:rPr>
                        <a:t>FR-04: Workout-related assistance based on user input</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894656160"/>
                  </a:ext>
                </a:extLst>
              </a:tr>
              <a:tr h="266700">
                <a:tc>
                  <a:txBody>
                    <a:bodyPr/>
                    <a:lstStyle/>
                    <a:p>
                      <a:pPr rtl="0" fontAlgn="base">
                        <a:lnSpc>
                          <a:spcPts val="1350"/>
                        </a:lnSpc>
                        <a:buNone/>
                      </a:pPr>
                      <a:r>
                        <a:rPr lang="en-US" sz="1200">
                          <a:effectLst/>
                          <a:latin typeface="Times New Roman" panose="02020603050405020304" pitchFamily="18" charset="0"/>
                        </a:rPr>
                        <a:t>Preconditions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a:effectLst/>
                          <a:latin typeface="Times New Roman" panose="02020603050405020304" pitchFamily="18" charset="0"/>
                        </a:rPr>
                        <a:t>App is running and user is logged in. The chatbot feature is available for user to ask questions and get more clarity in workout related knowledge.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82210291"/>
                  </a:ext>
                </a:extLst>
              </a:tr>
              <a:tr h="266700">
                <a:tc>
                  <a:txBody>
                    <a:bodyPr/>
                    <a:lstStyle/>
                    <a:p>
                      <a:pPr rtl="0" fontAlgn="base">
                        <a:lnSpc>
                          <a:spcPts val="1350"/>
                        </a:lnSpc>
                        <a:buNone/>
                      </a:pPr>
                      <a:r>
                        <a:rPr lang="en-US" sz="1200">
                          <a:effectLst/>
                          <a:latin typeface="Times New Roman" panose="02020603050405020304" pitchFamily="18" charset="0"/>
                        </a:rPr>
                        <a:t>Steps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Go to the chatbot section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Type a workout related question for example, like what exercise is the best for triceps?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Click the send button  </a:t>
                      </a:r>
                    </a:p>
                    <a:p>
                      <a:pPr marL="342900" lvl="0" indent="-342900" rtl="0" fontAlgn="base">
                        <a:lnSpc>
                          <a:spcPts val="1350"/>
                        </a:lnSpc>
                        <a:buFont typeface="+mj-lt"/>
                        <a:buAutoNum type="arabicPeriod" startAt="4"/>
                      </a:pPr>
                      <a:r>
                        <a:rPr lang="en-US" sz="1200">
                          <a:effectLst/>
                          <a:latin typeface="Times New Roman" panose="02020603050405020304" pitchFamily="18" charset="0"/>
                        </a:rPr>
                        <a:t>Wait for the chatbot to give you feedback.  </a:t>
                      </a:r>
                    </a:p>
                    <a:p>
                      <a:pPr rtl="0" fontAlgn="base">
                        <a:lnSpc>
                          <a:spcPts val="1350"/>
                        </a:lnSpc>
                        <a:buNone/>
                      </a:pPr>
                      <a:endParaRPr lang="en-US">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08096792"/>
                  </a:ext>
                </a:extLst>
              </a:tr>
              <a:tr h="266700">
                <a:tc>
                  <a:txBody>
                    <a:bodyPr/>
                    <a:lstStyle/>
                    <a:p>
                      <a:pPr rtl="0" fontAlgn="base">
                        <a:lnSpc>
                          <a:spcPts val="1350"/>
                        </a:lnSpc>
                        <a:buNone/>
                      </a:pPr>
                      <a:r>
                        <a:rPr lang="en-US" sz="1200">
                          <a:effectLst/>
                          <a:latin typeface="Times New Roman" panose="02020603050405020304" pitchFamily="18" charset="0"/>
                        </a:rPr>
                        <a:t>Expected Results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Chatbot understands the questions correctly.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A helpful answer is shown or given to the user.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Response from the chatbot is given to users without errors or load time.  </a:t>
                      </a:r>
                    </a:p>
                    <a:p>
                      <a:pPr marL="342900" lvl="0" indent="-342900" rtl="0" fontAlgn="base">
                        <a:lnSpc>
                          <a:spcPts val="1350"/>
                        </a:lnSpc>
                        <a:buFont typeface="+mj-lt"/>
                        <a:buAutoNum type="arabicPeriod" startAt="4"/>
                      </a:pPr>
                      <a:r>
                        <a:rPr lang="en-US" sz="1200">
                          <a:effectLst/>
                          <a:latin typeface="Times New Roman" panose="02020603050405020304" pitchFamily="18" charset="0"/>
                        </a:rPr>
                        <a:t>The answer matched the user's exact question.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60351462"/>
                  </a:ext>
                </a:extLst>
              </a:tr>
            </a:tbl>
          </a:graphicData>
        </a:graphic>
      </p:graphicFrame>
      <p:graphicFrame>
        <p:nvGraphicFramePr>
          <p:cNvPr id="5" name="Table 4">
            <a:extLst>
              <a:ext uri="{FF2B5EF4-FFF2-40B4-BE49-F238E27FC236}">
                <a16:creationId xmlns:a16="http://schemas.microsoft.com/office/drawing/2014/main" id="{7CCF6C08-EE5F-2EF3-A379-AFEFAB2FEE2E}"/>
              </a:ext>
            </a:extLst>
          </p:cNvPr>
          <p:cNvGraphicFramePr>
            <a:graphicFrameLocks noGrp="1"/>
          </p:cNvGraphicFramePr>
          <p:nvPr>
            <p:extLst>
              <p:ext uri="{D42A27DB-BD31-4B8C-83A1-F6EECF244321}">
                <p14:modId xmlns:p14="http://schemas.microsoft.com/office/powerpoint/2010/main" val="996385130"/>
              </p:ext>
            </p:extLst>
          </p:nvPr>
        </p:nvGraphicFramePr>
        <p:xfrm>
          <a:off x="1106369" y="4112448"/>
          <a:ext cx="9998465" cy="1701800"/>
        </p:xfrm>
        <a:graphic>
          <a:graphicData uri="http://schemas.openxmlformats.org/drawingml/2006/table">
            <a:tbl>
              <a:tblPr bandRow="1">
                <a:tableStyleId>{5C22544A-7EE6-4342-B048-85BDC9FD1C3A}</a:tableStyleId>
              </a:tblPr>
              <a:tblGrid>
                <a:gridCol w="2246846">
                  <a:extLst>
                    <a:ext uri="{9D8B030D-6E8A-4147-A177-3AD203B41FA5}">
                      <a16:colId xmlns:a16="http://schemas.microsoft.com/office/drawing/2014/main" val="1694174741"/>
                    </a:ext>
                  </a:extLst>
                </a:gridCol>
                <a:gridCol w="7751619">
                  <a:extLst>
                    <a:ext uri="{9D8B030D-6E8A-4147-A177-3AD203B41FA5}">
                      <a16:colId xmlns:a16="http://schemas.microsoft.com/office/drawing/2014/main" val="813030456"/>
                    </a:ext>
                  </a:extLst>
                </a:gridCol>
              </a:tblGrid>
              <a:tr h="266700">
                <a:tc>
                  <a:txBody>
                    <a:bodyPr/>
                    <a:lstStyle/>
                    <a:p>
                      <a:pPr rtl="0" fontAlgn="base">
                        <a:lnSpc>
                          <a:spcPts val="1350"/>
                        </a:lnSpc>
                        <a:buNone/>
                      </a:pPr>
                      <a:r>
                        <a:rPr lang="en-US" sz="1200" b="1">
                          <a:effectLst/>
                          <a:latin typeface="Times New Roman" panose="02020603050405020304" pitchFamily="18" charset="0"/>
                        </a:rPr>
                        <a:t>Name and ID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nSpc>
                          <a:spcPts val="1350"/>
                        </a:lnSpc>
                        <a:buNone/>
                      </a:pPr>
                      <a:r>
                        <a:rPr lang="en-US" sz="1200" b="1" i="0" u="none" strike="noStrike" noProof="0">
                          <a:solidFill>
                            <a:srgbClr val="000000"/>
                          </a:solidFill>
                          <a:effectLst/>
                          <a:latin typeface="Times New Roman"/>
                          <a:cs typeface="Times New Roman"/>
                        </a:rPr>
                        <a:t>TC-09 </a:t>
                      </a:r>
                      <a:r>
                        <a:rPr lang="en-US" sz="1200" b="1">
                          <a:effectLst/>
                          <a:latin typeface="Times New Roman"/>
                        </a:rPr>
                        <a:t>Chatbot Denies Empty Request </a:t>
                      </a:r>
                      <a:endParaRPr lang="en-US" b="1">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63649698"/>
                  </a:ext>
                </a:extLst>
              </a:tr>
              <a:tr h="266700">
                <a:tc>
                  <a:txBody>
                    <a:bodyPr/>
                    <a:lstStyle/>
                    <a:p>
                      <a:pPr rtl="0" fontAlgn="base">
                        <a:lnSpc>
                          <a:spcPts val="1350"/>
                        </a:lnSpc>
                        <a:buNone/>
                      </a:pPr>
                      <a:r>
                        <a:rPr lang="en-US" sz="1200">
                          <a:effectLst/>
                          <a:latin typeface="Times New Roman" panose="02020603050405020304" pitchFamily="18" charset="0"/>
                        </a:rPr>
                        <a:t>Requirement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rtl="0" fontAlgn="base">
                        <a:lnSpc>
                          <a:spcPts val="1350"/>
                        </a:lnSpc>
                        <a:buNone/>
                      </a:pPr>
                      <a:r>
                        <a:rPr lang="en-US" sz="1200">
                          <a:effectLst/>
                          <a:latin typeface="Times New Roman"/>
                        </a:rPr>
                        <a:t> FR-04: Workout-related assistance based on user input</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526887281"/>
                  </a:ext>
                </a:extLst>
              </a:tr>
              <a:tr h="266700">
                <a:tc>
                  <a:txBody>
                    <a:bodyPr/>
                    <a:lstStyle/>
                    <a:p>
                      <a:pPr rtl="0" fontAlgn="base">
                        <a:lnSpc>
                          <a:spcPts val="1350"/>
                        </a:lnSpc>
                        <a:buNone/>
                      </a:pPr>
                      <a:r>
                        <a:rPr lang="en-US" sz="1200">
                          <a:effectLst/>
                          <a:latin typeface="Times New Roman" panose="02020603050405020304" pitchFamily="18" charset="0"/>
                        </a:rPr>
                        <a:t>Preconditions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a:effectLst/>
                          <a:latin typeface="Times New Roman" panose="02020603050405020304" pitchFamily="18" charset="0"/>
                        </a:rPr>
                        <a:t>The app is running, and a user with a valid account is logged in.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342123851"/>
                  </a:ext>
                </a:extLst>
              </a:tr>
              <a:tr h="266700">
                <a:tc>
                  <a:txBody>
                    <a:bodyPr/>
                    <a:lstStyle/>
                    <a:p>
                      <a:pPr rtl="0" fontAlgn="base">
                        <a:lnSpc>
                          <a:spcPts val="1350"/>
                        </a:lnSpc>
                        <a:buNone/>
                      </a:pPr>
                      <a:r>
                        <a:rPr lang="en-US" sz="1200">
                          <a:effectLst/>
                          <a:latin typeface="Times New Roman" panose="02020603050405020304" pitchFamily="18" charset="0"/>
                        </a:rPr>
                        <a:t>Steps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rtl="0" fontAlgn="base">
                        <a:lnSpc>
                          <a:spcPts val="1350"/>
                        </a:lnSpc>
                        <a:buFont typeface="+mj-lt"/>
                        <a:buAutoNum type="arabicPeriod"/>
                      </a:pPr>
                      <a:r>
                        <a:rPr lang="en-US" sz="1200">
                          <a:effectLst/>
                          <a:latin typeface="Times New Roman"/>
                        </a:rPr>
                        <a:t>Click on the "Chat with AI Coach” button located on the home screen </a:t>
                      </a:r>
                    </a:p>
                    <a:p>
                      <a:pPr marL="342900" lvl="0" indent="-342900" rtl="0" fontAlgn="base">
                        <a:lnSpc>
                          <a:spcPts val="1350"/>
                        </a:lnSpc>
                        <a:buFont typeface="+mj-lt"/>
                        <a:buAutoNum type="arabicPeriod" startAt="2"/>
                      </a:pPr>
                      <a:r>
                        <a:rPr lang="en-US" sz="1200">
                          <a:effectLst/>
                          <a:latin typeface="Times New Roman"/>
                        </a:rPr>
                        <a:t>In the prompt box, enter a prompt that contains no text.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Hit enter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847227142"/>
                  </a:ext>
                </a:extLst>
              </a:tr>
              <a:tr h="266700">
                <a:tc>
                  <a:txBody>
                    <a:bodyPr/>
                    <a:lstStyle/>
                    <a:p>
                      <a:pPr rtl="0" fontAlgn="base">
                        <a:lnSpc>
                          <a:spcPts val="1350"/>
                        </a:lnSpc>
                        <a:buNone/>
                      </a:pPr>
                      <a:r>
                        <a:rPr lang="en-US" sz="1200">
                          <a:effectLst/>
                          <a:latin typeface="Times New Roman" panose="02020603050405020304" pitchFamily="18" charset="0"/>
                        </a:rPr>
                        <a:t>Expected Results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The chatbot returns a statement prompting the user to enter in a request.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18382431"/>
                  </a:ext>
                </a:extLst>
              </a:tr>
            </a:tbl>
          </a:graphicData>
        </a:graphic>
      </p:graphicFrame>
    </p:spTree>
    <p:extLst>
      <p:ext uri="{BB962C8B-B14F-4D97-AF65-F5344CB8AC3E}">
        <p14:creationId xmlns:p14="http://schemas.microsoft.com/office/powerpoint/2010/main" val="1764494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41007BD-DA5D-696A-E398-0DF2721457E9}"/>
              </a:ext>
            </a:extLst>
          </p:cNvPr>
          <p:cNvGraphicFramePr>
            <a:graphicFrameLocks noGrp="1"/>
          </p:cNvGraphicFramePr>
          <p:nvPr>
            <p:extLst>
              <p:ext uri="{D42A27DB-BD31-4B8C-83A1-F6EECF244321}">
                <p14:modId xmlns:p14="http://schemas.microsoft.com/office/powerpoint/2010/main" val="137781969"/>
              </p:ext>
            </p:extLst>
          </p:nvPr>
        </p:nvGraphicFramePr>
        <p:xfrm>
          <a:off x="1044222" y="1053629"/>
          <a:ext cx="9998464" cy="1701800"/>
        </p:xfrm>
        <a:graphic>
          <a:graphicData uri="http://schemas.openxmlformats.org/drawingml/2006/table">
            <a:tbl>
              <a:tblPr bandRow="1">
                <a:tableStyleId>{5C22544A-7EE6-4342-B048-85BDC9FD1C3A}</a:tableStyleId>
              </a:tblPr>
              <a:tblGrid>
                <a:gridCol w="2246846">
                  <a:extLst>
                    <a:ext uri="{9D8B030D-6E8A-4147-A177-3AD203B41FA5}">
                      <a16:colId xmlns:a16="http://schemas.microsoft.com/office/drawing/2014/main" val="2803233117"/>
                    </a:ext>
                  </a:extLst>
                </a:gridCol>
                <a:gridCol w="7751618">
                  <a:extLst>
                    <a:ext uri="{9D8B030D-6E8A-4147-A177-3AD203B41FA5}">
                      <a16:colId xmlns:a16="http://schemas.microsoft.com/office/drawing/2014/main" val="2178883098"/>
                    </a:ext>
                  </a:extLst>
                </a:gridCol>
              </a:tblGrid>
              <a:tr h="266700">
                <a:tc>
                  <a:txBody>
                    <a:bodyPr/>
                    <a:lstStyle/>
                    <a:p>
                      <a:pPr rtl="0" fontAlgn="base">
                        <a:lnSpc>
                          <a:spcPts val="1350"/>
                        </a:lnSpc>
                        <a:buNone/>
                      </a:pPr>
                      <a:r>
                        <a:rPr lang="en-US" sz="1200" b="1">
                          <a:effectLst/>
                          <a:latin typeface="Times New Roman" panose="02020603050405020304" pitchFamily="18" charset="0"/>
                        </a:rPr>
                        <a:t>Name and ID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nSpc>
                          <a:spcPts val="1350"/>
                        </a:lnSpc>
                        <a:buNone/>
                      </a:pPr>
                      <a:r>
                        <a:rPr lang="en-US" sz="1200" b="1" i="0" u="none" strike="noStrike" noProof="0">
                          <a:solidFill>
                            <a:srgbClr val="000000"/>
                          </a:solidFill>
                          <a:effectLst/>
                          <a:latin typeface="Times New Roman"/>
                          <a:cs typeface="Times New Roman"/>
                        </a:rPr>
                        <a:t>TC-10 </a:t>
                      </a:r>
                      <a:r>
                        <a:rPr lang="en-US" sz="1200" b="1">
                          <a:effectLst/>
                          <a:latin typeface="Times New Roman"/>
                        </a:rPr>
                        <a:t>Chatbot Denies Prompt with Trigger Words </a:t>
                      </a:r>
                      <a:endParaRPr lang="en-US" b="1">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63161382"/>
                  </a:ext>
                </a:extLst>
              </a:tr>
              <a:tr h="266700">
                <a:tc>
                  <a:txBody>
                    <a:bodyPr/>
                    <a:lstStyle/>
                    <a:p>
                      <a:pPr rtl="0" fontAlgn="base">
                        <a:lnSpc>
                          <a:spcPts val="1350"/>
                        </a:lnSpc>
                        <a:buNone/>
                      </a:pPr>
                      <a:r>
                        <a:rPr lang="en-US" sz="1200">
                          <a:effectLst/>
                          <a:latin typeface="Times New Roman" panose="02020603050405020304" pitchFamily="18" charset="0"/>
                        </a:rPr>
                        <a:t>Requirement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lvl="0">
                        <a:lnSpc>
                          <a:spcPts val="1350"/>
                        </a:lnSpc>
                        <a:buNone/>
                      </a:pPr>
                      <a:r>
                        <a:rPr lang="en-US" sz="1200" b="0" i="0" u="none" strike="noStrike" baseline="0" noProof="0">
                          <a:solidFill>
                            <a:srgbClr val="000000"/>
                          </a:solidFill>
                          <a:effectLst/>
                          <a:latin typeface="Times New Roman"/>
                          <a:cs typeface="Times New Roman"/>
                        </a:rPr>
                        <a:t>FR-04: Workout-related assistance based on user input</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25742291"/>
                  </a:ext>
                </a:extLst>
              </a:tr>
              <a:tr h="266700">
                <a:tc>
                  <a:txBody>
                    <a:bodyPr/>
                    <a:lstStyle/>
                    <a:p>
                      <a:pPr rtl="0" fontAlgn="base">
                        <a:lnSpc>
                          <a:spcPts val="1350"/>
                        </a:lnSpc>
                        <a:buNone/>
                      </a:pPr>
                      <a:r>
                        <a:rPr lang="en-US" sz="1200">
                          <a:effectLst/>
                          <a:latin typeface="Times New Roman" panose="02020603050405020304" pitchFamily="18" charset="0"/>
                        </a:rPr>
                        <a:t>Preconditions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a:effectLst/>
                          <a:latin typeface="Times New Roman" panose="02020603050405020304" pitchFamily="18" charset="0"/>
                        </a:rPr>
                        <a:t>The app is running, and a user with a valid account is logged in.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848522071"/>
                  </a:ext>
                </a:extLst>
              </a:tr>
              <a:tr h="266700">
                <a:tc>
                  <a:txBody>
                    <a:bodyPr/>
                    <a:lstStyle/>
                    <a:p>
                      <a:pPr rtl="0" fontAlgn="base">
                        <a:lnSpc>
                          <a:spcPts val="1350"/>
                        </a:lnSpc>
                        <a:buNone/>
                      </a:pPr>
                      <a:r>
                        <a:rPr lang="en-US" sz="1200">
                          <a:effectLst/>
                          <a:latin typeface="Times New Roman" panose="02020603050405020304" pitchFamily="18" charset="0"/>
                        </a:rPr>
                        <a:t>Steps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rtl="0" fontAlgn="base">
                        <a:lnSpc>
                          <a:spcPts val="1350"/>
                        </a:lnSpc>
                        <a:buFont typeface="+mj-lt"/>
                        <a:buAutoNum type="arabicPeriod"/>
                      </a:pPr>
                      <a:r>
                        <a:rPr lang="en-US" sz="1200">
                          <a:effectLst/>
                          <a:latin typeface="Times New Roman"/>
                        </a:rPr>
                        <a:t>Click on the "Chat with AI Coach” button located on the home screen </a:t>
                      </a:r>
                    </a:p>
                    <a:p>
                      <a:pPr marL="342900" lvl="0" indent="-342900" rtl="0" fontAlgn="base">
                        <a:lnSpc>
                          <a:spcPts val="1350"/>
                        </a:lnSpc>
                        <a:buFont typeface="+mj-lt"/>
                        <a:buAutoNum type="arabicPeriod" startAt="2"/>
                      </a:pPr>
                      <a:r>
                        <a:rPr lang="en-US" sz="1200">
                          <a:effectLst/>
                          <a:latin typeface="Times New Roman"/>
                        </a:rPr>
                        <a:t>In the prompt box, enter a prompt that contains one of the trigger words, such as “emergency” or “harm”.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418302009"/>
                  </a:ext>
                </a:extLst>
              </a:tr>
              <a:tr h="266700">
                <a:tc>
                  <a:txBody>
                    <a:bodyPr/>
                    <a:lstStyle/>
                    <a:p>
                      <a:pPr rtl="0" fontAlgn="base">
                        <a:lnSpc>
                          <a:spcPts val="1350"/>
                        </a:lnSpc>
                        <a:buNone/>
                      </a:pPr>
                      <a:r>
                        <a:rPr lang="en-US" sz="1200">
                          <a:effectLst/>
                          <a:latin typeface="Times New Roman" panose="02020603050405020304" pitchFamily="18" charset="0"/>
                        </a:rPr>
                        <a:t>Expected Results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rtl="0" fontAlgn="base">
                        <a:lnSpc>
                          <a:spcPts val="1350"/>
                        </a:lnSpc>
                        <a:buFont typeface="+mj-lt"/>
                        <a:buAutoNum type="arabicPeriod"/>
                      </a:pPr>
                      <a:r>
                        <a:rPr lang="en-US" sz="1200">
                          <a:effectLst/>
                          <a:latin typeface="Times New Roman"/>
                        </a:rPr>
                        <a:t>The chatbot returns a message stating that they are unable to assist with medical emergencies and to contact authorities or ask a different question.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43066059"/>
                  </a:ext>
                </a:extLst>
              </a:tr>
            </a:tbl>
          </a:graphicData>
        </a:graphic>
      </p:graphicFrame>
      <p:graphicFrame>
        <p:nvGraphicFramePr>
          <p:cNvPr id="5" name="Table 4">
            <a:extLst>
              <a:ext uri="{FF2B5EF4-FFF2-40B4-BE49-F238E27FC236}">
                <a16:creationId xmlns:a16="http://schemas.microsoft.com/office/drawing/2014/main" id="{D6AACBA4-7184-5D5D-3B7D-D4C2D1896579}"/>
              </a:ext>
            </a:extLst>
          </p:cNvPr>
          <p:cNvGraphicFramePr>
            <a:graphicFrameLocks noGrp="1"/>
          </p:cNvGraphicFramePr>
          <p:nvPr>
            <p:extLst>
              <p:ext uri="{D42A27DB-BD31-4B8C-83A1-F6EECF244321}">
                <p14:modId xmlns:p14="http://schemas.microsoft.com/office/powerpoint/2010/main" val="2253064180"/>
              </p:ext>
            </p:extLst>
          </p:nvPr>
        </p:nvGraphicFramePr>
        <p:xfrm>
          <a:off x="1081851" y="3142074"/>
          <a:ext cx="9947549" cy="2057400"/>
        </p:xfrm>
        <a:graphic>
          <a:graphicData uri="http://schemas.openxmlformats.org/drawingml/2006/table">
            <a:tbl>
              <a:tblPr bandRow="1">
                <a:tableStyleId>{5C22544A-7EE6-4342-B048-85BDC9FD1C3A}</a:tableStyleId>
              </a:tblPr>
              <a:tblGrid>
                <a:gridCol w="2235404">
                  <a:extLst>
                    <a:ext uri="{9D8B030D-6E8A-4147-A177-3AD203B41FA5}">
                      <a16:colId xmlns:a16="http://schemas.microsoft.com/office/drawing/2014/main" val="905194430"/>
                    </a:ext>
                  </a:extLst>
                </a:gridCol>
                <a:gridCol w="7712145">
                  <a:extLst>
                    <a:ext uri="{9D8B030D-6E8A-4147-A177-3AD203B41FA5}">
                      <a16:colId xmlns:a16="http://schemas.microsoft.com/office/drawing/2014/main" val="556379213"/>
                    </a:ext>
                  </a:extLst>
                </a:gridCol>
              </a:tblGrid>
              <a:tr h="266700">
                <a:tc>
                  <a:txBody>
                    <a:bodyPr/>
                    <a:lstStyle/>
                    <a:p>
                      <a:pPr rtl="0" fontAlgn="base">
                        <a:lnSpc>
                          <a:spcPts val="1350"/>
                        </a:lnSpc>
                        <a:buNone/>
                      </a:pPr>
                      <a:r>
                        <a:rPr lang="en-US" sz="1200" b="1">
                          <a:effectLst/>
                          <a:latin typeface="Times New Roman" panose="02020603050405020304" pitchFamily="18" charset="0"/>
                        </a:rPr>
                        <a:t>Name and ID </a:t>
                      </a:r>
                      <a:endParaRPr lang="en-US" b="1">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nSpc>
                          <a:spcPts val="1350"/>
                        </a:lnSpc>
                        <a:buNone/>
                      </a:pPr>
                      <a:r>
                        <a:rPr lang="en-US" sz="1200" b="1" i="0" u="none" strike="noStrike" noProof="0">
                          <a:solidFill>
                            <a:srgbClr val="000000"/>
                          </a:solidFill>
                          <a:effectLst/>
                          <a:latin typeface="Times New Roman"/>
                          <a:cs typeface="Times New Roman"/>
                        </a:rPr>
                        <a:t>TC-11 </a:t>
                      </a:r>
                      <a:r>
                        <a:rPr lang="en-US" sz="1200" b="1">
                          <a:effectLst/>
                          <a:latin typeface="Times New Roman"/>
                        </a:rPr>
                        <a:t>User Deletes Their Local Account</a:t>
                      </a:r>
                      <a:endParaRPr lang="en-US" b="1">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752996194"/>
                  </a:ext>
                </a:extLst>
              </a:tr>
              <a:tr h="266700">
                <a:tc>
                  <a:txBody>
                    <a:bodyPr/>
                    <a:lstStyle/>
                    <a:p>
                      <a:pPr rtl="0" fontAlgn="base">
                        <a:lnSpc>
                          <a:spcPts val="1350"/>
                        </a:lnSpc>
                        <a:buNone/>
                      </a:pPr>
                      <a:r>
                        <a:rPr lang="en-US" sz="1200">
                          <a:effectLst/>
                          <a:latin typeface="Times New Roman" panose="02020603050405020304" pitchFamily="18" charset="0"/>
                        </a:rPr>
                        <a:t>Requirement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rtl="0" fontAlgn="base">
                        <a:lnSpc>
                          <a:spcPts val="1350"/>
                        </a:lnSpc>
                        <a:buNone/>
                      </a:pPr>
                      <a:r>
                        <a:rPr lang="en-US" sz="1200">
                          <a:effectLst/>
                          <a:latin typeface="Times New Roman" panose="02020603050405020304" pitchFamily="18" charset="0"/>
                        </a:rPr>
                        <a:t>FR-08: Account Deletion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980298329"/>
                  </a:ext>
                </a:extLst>
              </a:tr>
              <a:tr h="266700">
                <a:tc>
                  <a:txBody>
                    <a:bodyPr/>
                    <a:lstStyle/>
                    <a:p>
                      <a:pPr rtl="0" fontAlgn="base">
                        <a:lnSpc>
                          <a:spcPts val="1350"/>
                        </a:lnSpc>
                        <a:buNone/>
                      </a:pPr>
                      <a:r>
                        <a:rPr lang="en-US" sz="1200">
                          <a:effectLst/>
                          <a:latin typeface="Times New Roman" panose="02020603050405020304" pitchFamily="18" charset="0"/>
                        </a:rPr>
                        <a:t>Preconditions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rtl="0" fontAlgn="base">
                        <a:lnSpc>
                          <a:spcPts val="1350"/>
                        </a:lnSpc>
                        <a:buNone/>
                      </a:pPr>
                      <a:r>
                        <a:rPr lang="en-US" sz="1200">
                          <a:effectLst/>
                          <a:latin typeface="Times New Roman" panose="02020603050405020304" pitchFamily="18" charset="0"/>
                        </a:rPr>
                        <a:t>User account exists in database, and the user has authenticated and signed into the app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88815766"/>
                  </a:ext>
                </a:extLst>
              </a:tr>
              <a:tr h="266700">
                <a:tc>
                  <a:txBody>
                    <a:bodyPr/>
                    <a:lstStyle/>
                    <a:p>
                      <a:pPr rtl="0" fontAlgn="base">
                        <a:lnSpc>
                          <a:spcPts val="1350"/>
                        </a:lnSpc>
                        <a:buNone/>
                      </a:pPr>
                      <a:r>
                        <a:rPr lang="en-US" sz="1200">
                          <a:effectLst/>
                          <a:latin typeface="Times New Roman" panose="02020603050405020304" pitchFamily="18" charset="0"/>
                        </a:rPr>
                        <a:t>Steps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Click on the “Profile” icon on the bottom right corner. </a:t>
                      </a:r>
                    </a:p>
                    <a:p>
                      <a:pPr marL="342900" lvl="0" indent="-342900" rtl="0" fontAlgn="base">
                        <a:lnSpc>
                          <a:spcPts val="1350"/>
                        </a:lnSpc>
                        <a:buFont typeface="+mj-lt"/>
                        <a:buAutoNum type="arabicPeriod" startAt="2"/>
                      </a:pPr>
                      <a:r>
                        <a:rPr lang="en-US" sz="1200">
                          <a:effectLst/>
                          <a:latin typeface="Times New Roman" panose="02020603050405020304" pitchFamily="18" charset="0"/>
                        </a:rPr>
                        <a:t>Click on the “Settings” dropdown menu. </a:t>
                      </a:r>
                    </a:p>
                    <a:p>
                      <a:pPr marL="342900" lvl="0" indent="-342900" rtl="0" fontAlgn="base">
                        <a:lnSpc>
                          <a:spcPts val="1350"/>
                        </a:lnSpc>
                        <a:buFont typeface="+mj-lt"/>
                        <a:buAutoNum type="arabicPeriod" startAt="3"/>
                      </a:pPr>
                      <a:r>
                        <a:rPr lang="en-US" sz="1200">
                          <a:effectLst/>
                          <a:latin typeface="Times New Roman" panose="02020603050405020304" pitchFamily="18" charset="0"/>
                        </a:rPr>
                        <a:t>Click on the “Delete Account” button </a:t>
                      </a:r>
                    </a:p>
                    <a:p>
                      <a:pPr marL="342900" lvl="0" indent="-342900" rtl="0" fontAlgn="base">
                        <a:lnSpc>
                          <a:spcPts val="1350"/>
                        </a:lnSpc>
                        <a:buFont typeface="+mj-lt"/>
                        <a:buAutoNum type="arabicPeriod" startAt="4"/>
                      </a:pPr>
                      <a:endParaRPr lang="en-US" sz="1200">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714197649"/>
                  </a:ext>
                </a:extLst>
              </a:tr>
              <a:tr h="266700">
                <a:tc>
                  <a:txBody>
                    <a:bodyPr/>
                    <a:lstStyle/>
                    <a:p>
                      <a:pPr rtl="0" fontAlgn="base">
                        <a:lnSpc>
                          <a:spcPts val="1350"/>
                        </a:lnSpc>
                        <a:buNone/>
                      </a:pPr>
                      <a:r>
                        <a:rPr lang="en-US" sz="1200">
                          <a:effectLst/>
                          <a:latin typeface="Times New Roman" panose="02020603050405020304" pitchFamily="18" charset="0"/>
                        </a:rPr>
                        <a:t>Expected Results </a:t>
                      </a:r>
                      <a:endParaRPr lang="en-US">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rtl="0" fontAlgn="base">
                        <a:lnSpc>
                          <a:spcPts val="1350"/>
                        </a:lnSpc>
                        <a:buFont typeface="+mj-lt"/>
                        <a:buAutoNum type="arabicPeriod"/>
                      </a:pPr>
                      <a:r>
                        <a:rPr lang="en-US" sz="1200">
                          <a:effectLst/>
                          <a:latin typeface="Times New Roman" panose="02020603050405020304" pitchFamily="18" charset="0"/>
                        </a:rPr>
                        <a:t>Screen closes with the message “Account has been deleted”. </a:t>
                      </a:r>
                    </a:p>
                    <a:p>
                      <a:pPr marL="342900" lvl="0" indent="-342900" rtl="0" fontAlgn="base">
                        <a:lnSpc>
                          <a:spcPts val="1350"/>
                        </a:lnSpc>
                        <a:buFont typeface="+mj-lt"/>
                        <a:buAutoNum type="arabicPeriod" startAt="2"/>
                      </a:pPr>
                      <a:r>
                        <a:rPr lang="en-US" sz="1200">
                          <a:effectLst/>
                          <a:latin typeface="Times New Roman"/>
                        </a:rPr>
                        <a:t>App goes back to main screen that displays the Sign in and sign up buttons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61235354"/>
                  </a:ext>
                </a:extLst>
              </a:tr>
            </a:tbl>
          </a:graphicData>
        </a:graphic>
      </p:graphicFrame>
    </p:spTree>
    <p:extLst>
      <p:ext uri="{BB962C8B-B14F-4D97-AF65-F5344CB8AC3E}">
        <p14:creationId xmlns:p14="http://schemas.microsoft.com/office/powerpoint/2010/main" val="4022882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3F04C51-F3CC-8E8C-98F8-43E7855348C4}"/>
              </a:ext>
            </a:extLst>
          </p:cNvPr>
          <p:cNvGraphicFramePr>
            <a:graphicFrameLocks noGrp="1"/>
          </p:cNvGraphicFramePr>
          <p:nvPr>
            <p:extLst>
              <p:ext uri="{D42A27DB-BD31-4B8C-83A1-F6EECF244321}">
                <p14:modId xmlns:p14="http://schemas.microsoft.com/office/powerpoint/2010/main" val="892427773"/>
              </p:ext>
            </p:extLst>
          </p:nvPr>
        </p:nvGraphicFramePr>
        <p:xfrm>
          <a:off x="1159834" y="2341578"/>
          <a:ext cx="10015710" cy="2235200"/>
        </p:xfrm>
        <a:graphic>
          <a:graphicData uri="http://schemas.openxmlformats.org/drawingml/2006/table">
            <a:tbl>
              <a:tblPr bandRow="1">
                <a:tableStyleId>{5C22544A-7EE6-4342-B048-85BDC9FD1C3A}</a:tableStyleId>
              </a:tblPr>
              <a:tblGrid>
                <a:gridCol w="2250721">
                  <a:extLst>
                    <a:ext uri="{9D8B030D-6E8A-4147-A177-3AD203B41FA5}">
                      <a16:colId xmlns:a16="http://schemas.microsoft.com/office/drawing/2014/main" val="856496101"/>
                    </a:ext>
                  </a:extLst>
                </a:gridCol>
                <a:gridCol w="7764989">
                  <a:extLst>
                    <a:ext uri="{9D8B030D-6E8A-4147-A177-3AD203B41FA5}">
                      <a16:colId xmlns:a16="http://schemas.microsoft.com/office/drawing/2014/main" val="3071366226"/>
                    </a:ext>
                  </a:extLst>
                </a:gridCol>
              </a:tblGrid>
              <a:tr h="266700">
                <a:tc>
                  <a:txBody>
                    <a:bodyPr/>
                    <a:lstStyle/>
                    <a:p>
                      <a:pPr algn="l" rtl="0" fontAlgn="base">
                        <a:lnSpc>
                          <a:spcPts val="1350"/>
                        </a:lnSpc>
                        <a:buNone/>
                      </a:pPr>
                      <a:r>
                        <a:rPr lang="en-US" sz="1200" b="1" i="0">
                          <a:effectLst/>
                          <a:latin typeface="Times New Roman" panose="02020603050405020304" pitchFamily="18" charset="0"/>
                        </a:rPr>
                        <a:t>Name and ID </a:t>
                      </a:r>
                      <a:endParaRPr lang="en-US" b="1" i="0">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ts val="1350"/>
                        </a:lnSpc>
                        <a:buNone/>
                      </a:pPr>
                      <a:r>
                        <a:rPr lang="en-US" sz="1200" b="1" i="0" u="none" strike="noStrike" noProof="0">
                          <a:solidFill>
                            <a:srgbClr val="000000"/>
                          </a:solidFill>
                          <a:effectLst/>
                          <a:latin typeface="Times New Roman"/>
                          <a:cs typeface="Times New Roman"/>
                        </a:rPr>
                        <a:t>TC-12 </a:t>
                      </a:r>
                      <a:r>
                        <a:rPr lang="en-US" sz="1200" b="1" i="0">
                          <a:effectLst/>
                          <a:latin typeface="Times New Roman"/>
                        </a:rPr>
                        <a:t>Chatbot displays multiple messages  </a:t>
                      </a:r>
                      <a:endParaRPr lang="en-US" b="1" i="0">
                        <a:effectLst/>
                        <a:latin typeface="Times New Roman"/>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69531325"/>
                  </a:ext>
                </a:extLst>
              </a:tr>
              <a:tr h="266700">
                <a:tc>
                  <a:txBody>
                    <a:bodyPr/>
                    <a:lstStyle/>
                    <a:p>
                      <a:pPr algn="l" rtl="0" fontAlgn="base">
                        <a:lnSpc>
                          <a:spcPts val="1350"/>
                        </a:lnSpc>
                        <a:buNone/>
                      </a:pPr>
                      <a:r>
                        <a:rPr lang="en-US" sz="1200" b="0" i="0">
                          <a:effectLst/>
                          <a:latin typeface="Times New Roman" panose="02020603050405020304" pitchFamily="18" charset="0"/>
                        </a:rPr>
                        <a:t>Requirement </a:t>
                      </a:r>
                      <a:endParaRPr lang="en-US" b="0" i="0">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rtl="0" fontAlgn="base">
                        <a:lnSpc>
                          <a:spcPts val="1350"/>
                        </a:lnSpc>
                        <a:buNone/>
                      </a:pPr>
                      <a:r>
                        <a:rPr lang="en-US" sz="1200" b="0" i="0">
                          <a:effectLst/>
                          <a:latin typeface="Times New Roman" panose="02020603050405020304" pitchFamily="18" charset="0"/>
                        </a:rPr>
                        <a:t>FR-02: Knowledge base filtering </a:t>
                      </a:r>
                      <a:endParaRPr lang="en-US" b="0" i="0">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213938596"/>
                  </a:ext>
                </a:extLst>
              </a:tr>
              <a:tr h="266700">
                <a:tc>
                  <a:txBody>
                    <a:bodyPr/>
                    <a:lstStyle/>
                    <a:p>
                      <a:pPr algn="l" rtl="0" fontAlgn="base">
                        <a:lnSpc>
                          <a:spcPts val="1350"/>
                        </a:lnSpc>
                        <a:buNone/>
                      </a:pPr>
                      <a:r>
                        <a:rPr lang="en-US" sz="1200" b="0" i="0">
                          <a:effectLst/>
                          <a:latin typeface="Times New Roman" panose="02020603050405020304" pitchFamily="18" charset="0"/>
                        </a:rPr>
                        <a:t>Preconditions </a:t>
                      </a:r>
                      <a:endParaRPr lang="en-US" b="0" i="0">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l" rtl="0" fontAlgn="base">
                        <a:lnSpc>
                          <a:spcPts val="1350"/>
                        </a:lnSpc>
                        <a:buNone/>
                      </a:pPr>
                      <a:r>
                        <a:rPr lang="en-US" sz="1200" b="0" i="0">
                          <a:effectLst/>
                          <a:latin typeface="Times New Roman" panose="02020603050405020304" pitchFamily="18" charset="0"/>
                        </a:rPr>
                        <a:t>The app is running and the chatbot is open.  </a:t>
                      </a:r>
                      <a:endParaRPr lang="en-US" b="0" i="0">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24588331"/>
                  </a:ext>
                </a:extLst>
              </a:tr>
              <a:tr h="266700">
                <a:tc>
                  <a:txBody>
                    <a:bodyPr/>
                    <a:lstStyle/>
                    <a:p>
                      <a:pPr algn="l" rtl="0" fontAlgn="base">
                        <a:lnSpc>
                          <a:spcPts val="1350"/>
                        </a:lnSpc>
                        <a:buNone/>
                      </a:pPr>
                      <a:r>
                        <a:rPr lang="en-US" sz="1200" b="0" i="0">
                          <a:effectLst/>
                          <a:latin typeface="Times New Roman" panose="02020603050405020304" pitchFamily="18" charset="0"/>
                        </a:rPr>
                        <a:t>Steps </a:t>
                      </a:r>
                      <a:endParaRPr lang="en-US" b="0" i="0">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marL="342900" lvl="0" indent="-342900" algn="l" rtl="0" fontAlgn="base">
                        <a:lnSpc>
                          <a:spcPts val="1350"/>
                        </a:lnSpc>
                        <a:buFont typeface="+mj-lt"/>
                        <a:buAutoNum type="arabicPeriod"/>
                      </a:pPr>
                      <a:r>
                        <a:rPr lang="en-US" sz="1200" b="0" i="0">
                          <a:effectLst/>
                          <a:latin typeface="Times New Roman" panose="02020603050405020304" pitchFamily="18" charset="0"/>
                        </a:rPr>
                        <a:t>Ask a chatbot a question  </a:t>
                      </a:r>
                    </a:p>
                    <a:p>
                      <a:pPr marL="342900" lvl="0" indent="-342900" algn="l" rtl="0" fontAlgn="base">
                        <a:lnSpc>
                          <a:spcPts val="1350"/>
                        </a:lnSpc>
                        <a:buFont typeface="+mj-lt"/>
                        <a:buAutoNum type="arabicPeriod" startAt="2"/>
                      </a:pPr>
                      <a:r>
                        <a:rPr lang="en-US" sz="1200" b="0" i="0">
                          <a:effectLst/>
                          <a:latin typeface="Times New Roman" panose="02020603050405020304" pitchFamily="18" charset="0"/>
                        </a:rPr>
                        <a:t>Wait for the response  </a:t>
                      </a:r>
                    </a:p>
                    <a:p>
                      <a:pPr marL="342900" lvl="0" indent="-342900" algn="l" rtl="0" fontAlgn="base">
                        <a:lnSpc>
                          <a:spcPts val="1350"/>
                        </a:lnSpc>
                        <a:buFont typeface="+mj-lt"/>
                        <a:buAutoNum type="arabicPeriod" startAt="3"/>
                      </a:pPr>
                      <a:r>
                        <a:rPr lang="en-US" sz="1200" b="0" i="0">
                          <a:effectLst/>
                          <a:latin typeface="Times New Roman" panose="02020603050405020304" pitchFamily="18" charset="0"/>
                        </a:rPr>
                        <a:t>Ask a second related question  </a:t>
                      </a:r>
                    </a:p>
                    <a:p>
                      <a:pPr marL="342900" lvl="0" indent="-342900" algn="l" rtl="0" fontAlgn="base">
                        <a:lnSpc>
                          <a:spcPts val="1350"/>
                        </a:lnSpc>
                        <a:buFont typeface="+mj-lt"/>
                        <a:buAutoNum type="arabicPeriod" startAt="4"/>
                      </a:pPr>
                      <a:r>
                        <a:rPr lang="en-US" sz="1200" b="0" i="0">
                          <a:effectLst/>
                          <a:latin typeface="Times New Roman" panose="02020603050405020304" pitchFamily="18" charset="0"/>
                        </a:rPr>
                        <a:t>Wait for the second response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936700687"/>
                  </a:ext>
                </a:extLst>
              </a:tr>
              <a:tr h="266700">
                <a:tc>
                  <a:txBody>
                    <a:bodyPr/>
                    <a:lstStyle/>
                    <a:p>
                      <a:pPr algn="l" rtl="0" fontAlgn="base">
                        <a:lnSpc>
                          <a:spcPts val="1350"/>
                        </a:lnSpc>
                        <a:buNone/>
                      </a:pPr>
                      <a:r>
                        <a:rPr lang="en-US" sz="1200" b="0" i="0">
                          <a:effectLst/>
                          <a:latin typeface="Times New Roman" panose="02020603050405020304" pitchFamily="18" charset="0"/>
                        </a:rPr>
                        <a:t>Expected Results </a:t>
                      </a:r>
                      <a:endParaRPr lang="en-US" b="0" i="0">
                        <a:effectLst/>
                      </a:endParaRP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marL="342900" lvl="0" indent="-342900" algn="l" rtl="0" fontAlgn="base">
                        <a:lnSpc>
                          <a:spcPts val="1350"/>
                        </a:lnSpc>
                        <a:buFont typeface="+mj-lt"/>
                        <a:buAutoNum type="arabicPeriod"/>
                      </a:pPr>
                      <a:r>
                        <a:rPr lang="en-US" sz="1200" b="0" i="0">
                          <a:effectLst/>
                          <a:latin typeface="Times New Roman" panose="02020603050405020304" pitchFamily="18" charset="0"/>
                        </a:rPr>
                        <a:t>Both user messages are shown in the chat.  </a:t>
                      </a:r>
                    </a:p>
                    <a:p>
                      <a:pPr marL="342900" lvl="0" indent="-342900" algn="l" rtl="0" fontAlgn="base">
                        <a:lnSpc>
                          <a:spcPts val="1350"/>
                        </a:lnSpc>
                        <a:buFont typeface="+mj-lt"/>
                        <a:buAutoNum type="arabicPeriod" startAt="2"/>
                      </a:pPr>
                      <a:r>
                        <a:rPr lang="en-US" sz="1200" b="0" i="0">
                          <a:effectLst/>
                          <a:latin typeface="Times New Roman" panose="02020603050405020304" pitchFamily="18" charset="0"/>
                        </a:rPr>
                        <a:t>Both chatbot responses are shown correctly  </a:t>
                      </a:r>
                    </a:p>
                    <a:p>
                      <a:pPr marL="342900" lvl="0" indent="-342900" algn="l" rtl="0" fontAlgn="base">
                        <a:lnSpc>
                          <a:spcPts val="1350"/>
                        </a:lnSpc>
                        <a:buFont typeface="+mj-lt"/>
                        <a:buAutoNum type="arabicPeriod" startAt="3"/>
                      </a:pPr>
                      <a:r>
                        <a:rPr lang="en-US" sz="1200" b="0" i="0">
                          <a:effectLst/>
                          <a:latin typeface="Times New Roman" panose="02020603050405020304" pitchFamily="18" charset="0"/>
                        </a:rPr>
                        <a:t>The chat conversations are in order.  </a:t>
                      </a:r>
                    </a:p>
                  </a:txBody>
                  <a:tcPr marL="66675" marR="66675">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96510262"/>
                  </a:ext>
                </a:extLst>
              </a:tr>
            </a:tbl>
          </a:graphicData>
        </a:graphic>
      </p:graphicFrame>
    </p:spTree>
    <p:extLst>
      <p:ext uri="{BB962C8B-B14F-4D97-AF65-F5344CB8AC3E}">
        <p14:creationId xmlns:p14="http://schemas.microsoft.com/office/powerpoint/2010/main" val="4074458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798E696-4BBA-46BE-AD86-F7E300B89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1363"/>
            <a:ext cx="12191999" cy="62566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0B0CA3-C333-4560-9975-E31D1B7B92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D286237C-CC7C-96E9-11B4-6AAAE111A8B5}"/>
              </a:ext>
            </a:extLst>
          </p:cNvPr>
          <p:cNvSpPr>
            <a:spLocks noGrp="1"/>
          </p:cNvSpPr>
          <p:nvPr>
            <p:ph type="title"/>
          </p:nvPr>
        </p:nvSpPr>
        <p:spPr>
          <a:xfrm>
            <a:off x="8369643" y="1037967"/>
            <a:ext cx="3054091" cy="4709131"/>
          </a:xfrm>
        </p:spPr>
        <p:txBody>
          <a:bodyPr anchor="ctr">
            <a:normAutofit/>
          </a:bodyPr>
          <a:lstStyle/>
          <a:p>
            <a:r>
              <a:rPr lang="en-US">
                <a:solidFill>
                  <a:srgbClr val="FFFEFF"/>
                </a:solidFill>
              </a:rPr>
              <a:t>Summary</a:t>
            </a:r>
          </a:p>
        </p:txBody>
      </p:sp>
      <p:graphicFrame>
        <p:nvGraphicFramePr>
          <p:cNvPr id="5" name="Content Placeholder 2">
            <a:extLst>
              <a:ext uri="{FF2B5EF4-FFF2-40B4-BE49-F238E27FC236}">
                <a16:creationId xmlns:a16="http://schemas.microsoft.com/office/drawing/2014/main" id="{B1B89801-519B-6476-9E20-F57C0C730E2D}"/>
              </a:ext>
            </a:extLst>
          </p:cNvPr>
          <p:cNvGraphicFramePr>
            <a:graphicFrameLocks noGrp="1"/>
          </p:cNvGraphicFramePr>
          <p:nvPr>
            <p:ph idx="1"/>
            <p:extLst>
              <p:ext uri="{D42A27DB-BD31-4B8C-83A1-F6EECF244321}">
                <p14:modId xmlns:p14="http://schemas.microsoft.com/office/powerpoint/2010/main" val="1213543662"/>
              </p:ext>
            </p:extLst>
          </p:nvPr>
        </p:nvGraphicFramePr>
        <p:xfrm>
          <a:off x="486033" y="1037967"/>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047913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Dividend</vt:lpstr>
      <vt:lpstr>Test plan</vt:lpstr>
      <vt:lpstr>Introduction</vt:lpstr>
      <vt:lpstr>Test strategy</vt:lpstr>
      <vt:lpstr>TEst Environment</vt:lpstr>
      <vt:lpstr>Testing scope</vt:lpstr>
      <vt:lpstr>Test cases</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2026-04-01T18:28:09Z</dcterms:created>
  <dcterms:modified xsi:type="dcterms:W3CDTF">2026-04-19T02:09:28Z</dcterms:modified>
</cp:coreProperties>
</file>