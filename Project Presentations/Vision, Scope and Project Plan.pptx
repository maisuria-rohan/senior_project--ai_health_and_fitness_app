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4"/>
  </p:sldMasterIdLst>
  <p:notesMasterIdLst>
    <p:notesMasterId r:id="rId20"/>
  </p:notesMasterIdLst>
  <p:sldIdLst>
    <p:sldId id="256" r:id="rId5"/>
    <p:sldId id="259" r:id="rId6"/>
    <p:sldId id="261" r:id="rId7"/>
    <p:sldId id="305" r:id="rId8"/>
    <p:sldId id="301" r:id="rId9"/>
    <p:sldId id="302" r:id="rId10"/>
    <p:sldId id="303" r:id="rId11"/>
    <p:sldId id="299" r:id="rId12"/>
    <p:sldId id="304" r:id="rId13"/>
    <p:sldId id="308" r:id="rId14"/>
    <p:sldId id="307" r:id="rId15"/>
    <p:sldId id="258" r:id="rId16"/>
    <p:sldId id="271" r:id="rId17"/>
    <p:sldId id="269" r:id="rId18"/>
    <p:sldId id="267" r:id="rId19"/>
  </p:sldIdLst>
  <p:sldSz cx="9144000" cy="5143500" type="screen16x9"/>
  <p:notesSz cx="6858000" cy="9144000"/>
  <p:embeddedFontLst>
    <p:embeddedFont>
      <p:font typeface="Albert Sans" panose="020B0604020202020204" charset="0"/>
      <p:regular r:id="rId21"/>
      <p:bold r:id="rId22"/>
      <p:italic r:id="rId23"/>
      <p:boldItalic r:id="rId24"/>
    </p:embeddedFont>
    <p:embeddedFont>
      <p:font typeface="Anaheim" panose="020B0604020202020204" charset="0"/>
      <p:regular r:id="rId25"/>
      <p:bold r:id="rId26"/>
    </p:embeddedFont>
    <p:embeddedFont>
      <p:font typeface="Audiowide" panose="020B0604020202020204" charset="0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786FAF-F704-7C40-B890-6C3D2DC1AE6F}" v="68" dt="2026-02-10T20:56:33.098"/>
    <p1510:client id="{23F22F06-EAC2-A202-5E00-1F8B3EDC5CBF}" v="497" dt="2026-02-10T20:04:14.322"/>
    <p1510:client id="{369EF7D6-4CA6-921D-AF3E-E0373F0E1A18}" v="194" dt="2026-02-10T22:25:35.373"/>
    <p1510:client id="{57A42A45-95F4-3E44-6666-72D63461BA99}" v="4" dt="2026-02-10T22:39:21.446"/>
    <p1510:client id="{773BB091-B2B6-98BF-839D-4DE8A76172D2}" v="11" dt="2026-02-10T04:14:56.651"/>
    <p1510:client id="{7779E08A-8256-F0F1-A7B4-CBDC2E932D2B}" v="719" dt="2026-02-10T17:07:54.320"/>
    <p1510:client id="{79095E15-8944-48DF-31B3-AB0BB48B71D8}" v="1" dt="2026-02-10T22:13:21.780"/>
    <p1510:client id="{90E79226-1081-FF40-03FE-5A26D2050D35}" v="1" dt="2026-02-10T22:32:48.955"/>
  </p1510:revLst>
</p1510:revInfo>
</file>

<file path=ppt/tableStyles.xml><?xml version="1.0" encoding="utf-8"?>
<a:tblStyleLst xmlns:a="http://schemas.openxmlformats.org/drawingml/2006/main" def="{8789AB38-29E0-4225-8C76-B2FBF877DEB8}">
  <a:tblStyle styleId="{8789AB38-29E0-4225-8C76-B2FBF877DE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080D068-BEB3-40E1-A121-C1019B811F1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dakheel, Salim Saad" userId="S::aldakheels7000@uhcl.edu::cf3635f8-ccbc-45a1-8006-5dbc963cc981" providerId="AD" clId="Web-{79095E15-8944-48DF-31B3-AB0BB48B71D8}"/>
    <pc:docChg chg="delSld">
      <pc:chgData name="Aldakheel, Salim Saad" userId="S::aldakheels7000@uhcl.edu::cf3635f8-ccbc-45a1-8006-5dbc963cc981" providerId="AD" clId="Web-{79095E15-8944-48DF-31B3-AB0BB48B71D8}" dt="2026-02-10T22:13:21.780" v="0"/>
      <pc:docMkLst>
        <pc:docMk/>
      </pc:docMkLst>
      <pc:sldChg chg="del">
        <pc:chgData name="Aldakheel, Salim Saad" userId="S::aldakheels7000@uhcl.edu::cf3635f8-ccbc-45a1-8006-5dbc963cc981" providerId="AD" clId="Web-{79095E15-8944-48DF-31B3-AB0BB48B71D8}" dt="2026-02-10T22:13:21.780" v="0"/>
        <pc:sldMkLst>
          <pc:docMk/>
          <pc:sldMk cId="2230064313" sldId="307"/>
        </pc:sldMkLst>
      </pc:sldChg>
    </pc:docChg>
  </pc:docChgLst>
  <pc:docChgLst>
    <pc:chgData name="Zapata, Edsson Romario" userId="S::zapatae9574@uhcl.edu::5199caf6-7db2-42f0-91d5-2c028ed5d3d9" providerId="AD" clId="Web-{57A42A45-95F4-3E44-6666-72D63461BA99}"/>
    <pc:docChg chg="addSld delSld modSld">
      <pc:chgData name="Zapata, Edsson Romario" userId="S::zapatae9574@uhcl.edu::5199caf6-7db2-42f0-91d5-2c028ed5d3d9" providerId="AD" clId="Web-{57A42A45-95F4-3E44-6666-72D63461BA99}" dt="2026-02-10T22:39:21.446" v="3" actId="20577"/>
      <pc:docMkLst>
        <pc:docMk/>
      </pc:docMkLst>
      <pc:sldChg chg="del">
        <pc:chgData name="Zapata, Edsson Romario" userId="S::zapatae9574@uhcl.edu::5199caf6-7db2-42f0-91d5-2c028ed5d3d9" providerId="AD" clId="Web-{57A42A45-95F4-3E44-6666-72D63461BA99}" dt="2026-02-10T22:32:34.703" v="1"/>
        <pc:sldMkLst>
          <pc:docMk/>
          <pc:sldMk cId="563755835" sldId="306"/>
        </pc:sldMkLst>
      </pc:sldChg>
      <pc:sldChg chg="modSp add replId">
        <pc:chgData name="Zapata, Edsson Romario" userId="S::zapatae9574@uhcl.edu::5199caf6-7db2-42f0-91d5-2c028ed5d3d9" providerId="AD" clId="Web-{57A42A45-95F4-3E44-6666-72D63461BA99}" dt="2026-02-10T22:39:21.446" v="3" actId="20577"/>
        <pc:sldMkLst>
          <pc:docMk/>
          <pc:sldMk cId="2702641276" sldId="307"/>
        </pc:sldMkLst>
        <pc:spChg chg="mod">
          <ac:chgData name="Zapata, Edsson Romario" userId="S::zapatae9574@uhcl.edu::5199caf6-7db2-42f0-91d5-2c028ed5d3d9" providerId="AD" clId="Web-{57A42A45-95F4-3E44-6666-72D63461BA99}" dt="2026-02-10T22:39:21.446" v="3" actId="20577"/>
          <ac:spMkLst>
            <pc:docMk/>
            <pc:sldMk cId="2702641276" sldId="307"/>
            <ac:spMk id="9481" creationId="{56B79610-A591-75F9-4027-13B685505A25}"/>
          </ac:spMkLst>
        </pc:spChg>
      </pc:sldChg>
    </pc:docChg>
  </pc:docChgLst>
  <pc:docChgLst>
    <pc:chgData name="Maisuria, Rohan N" userId="3ba683bb-df3e-4b87-bf69-1e34f6a55894" providerId="ADAL" clId="{4318D980-9DD3-5EF8-8865-26246C39D2E5}"/>
    <pc:docChg chg="undo custSel mod addSld delSld modSld">
      <pc:chgData name="Maisuria, Rohan N" userId="3ba683bb-df3e-4b87-bf69-1e34f6a55894" providerId="ADAL" clId="{4318D980-9DD3-5EF8-8865-26246C39D2E5}" dt="2026-02-10T20:56:33.098" v="388" actId="20577"/>
      <pc:docMkLst>
        <pc:docMk/>
      </pc:docMkLst>
      <pc:sldChg chg="modSp mod">
        <pc:chgData name="Maisuria, Rohan N" userId="3ba683bb-df3e-4b87-bf69-1e34f6a55894" providerId="ADAL" clId="{4318D980-9DD3-5EF8-8865-26246C39D2E5}" dt="2026-02-10T20:56:33.098" v="388" actId="20577"/>
        <pc:sldMkLst>
          <pc:docMk/>
          <pc:sldMk cId="0" sldId="258"/>
        </pc:sldMkLst>
        <pc:spChg chg="mod">
          <ac:chgData name="Maisuria, Rohan N" userId="3ba683bb-df3e-4b87-bf69-1e34f6a55894" providerId="ADAL" clId="{4318D980-9DD3-5EF8-8865-26246C39D2E5}" dt="2026-02-10T20:49:33.713" v="365" actId="1076"/>
          <ac:spMkLst>
            <pc:docMk/>
            <pc:sldMk cId="0" sldId="258"/>
            <ac:spMk id="8517" creationId="{00000000-0000-0000-0000-000000000000}"/>
          </ac:spMkLst>
        </pc:spChg>
        <pc:spChg chg="mod">
          <ac:chgData name="Maisuria, Rohan N" userId="3ba683bb-df3e-4b87-bf69-1e34f6a55894" providerId="ADAL" clId="{4318D980-9DD3-5EF8-8865-26246C39D2E5}" dt="2026-02-10T20:56:33.098" v="388" actId="20577"/>
          <ac:spMkLst>
            <pc:docMk/>
            <pc:sldMk cId="0" sldId="258"/>
            <ac:spMk id="8518" creationId="{00000000-0000-0000-0000-000000000000}"/>
          </ac:spMkLst>
        </pc:spChg>
        <pc:picChg chg="mod">
          <ac:chgData name="Maisuria, Rohan N" userId="3ba683bb-df3e-4b87-bf69-1e34f6a55894" providerId="ADAL" clId="{4318D980-9DD3-5EF8-8865-26246C39D2E5}" dt="2026-02-10T20:47:43.004" v="363" actId="1076"/>
          <ac:picMkLst>
            <pc:docMk/>
            <pc:sldMk cId="0" sldId="258"/>
            <ac:picMk id="8519" creationId="{00000000-0000-0000-0000-000000000000}"/>
          </ac:picMkLst>
        </pc:picChg>
      </pc:sldChg>
      <pc:sldChg chg="addSp delSp modSp mod">
        <pc:chgData name="Maisuria, Rohan N" userId="3ba683bb-df3e-4b87-bf69-1e34f6a55894" providerId="ADAL" clId="{4318D980-9DD3-5EF8-8865-26246C39D2E5}" dt="2026-02-10T20:52:24.659" v="373"/>
        <pc:sldMkLst>
          <pc:docMk/>
          <pc:sldMk cId="0" sldId="269"/>
        </pc:sldMkLst>
        <pc:spChg chg="add del mod">
          <ac:chgData name="Maisuria, Rohan N" userId="3ba683bb-df3e-4b87-bf69-1e34f6a55894" providerId="ADAL" clId="{4318D980-9DD3-5EF8-8865-26246C39D2E5}" dt="2026-02-10T20:52:24.659" v="373"/>
          <ac:spMkLst>
            <pc:docMk/>
            <pc:sldMk cId="0" sldId="269"/>
            <ac:spMk id="2" creationId="{6E7DA52F-56C8-1441-396E-7C462E940ADF}"/>
          </ac:spMkLst>
        </pc:spChg>
        <pc:graphicFrameChg chg="mod modGraphic">
          <ac:chgData name="Maisuria, Rohan N" userId="3ba683bb-df3e-4b87-bf69-1e34f6a55894" providerId="ADAL" clId="{4318D980-9DD3-5EF8-8865-26246C39D2E5}" dt="2026-02-10T04:50:24.431" v="356" actId="1076"/>
          <ac:graphicFrameMkLst>
            <pc:docMk/>
            <pc:sldMk cId="0" sldId="269"/>
            <ac:graphicFrameMk id="9497" creationId="{00000000-0000-0000-0000-000000000000}"/>
          </ac:graphicFrameMkLst>
        </pc:graphicFrameChg>
      </pc:sldChg>
      <pc:sldChg chg="addSp delSp modSp mod">
        <pc:chgData name="Maisuria, Rohan N" userId="3ba683bb-df3e-4b87-bf69-1e34f6a55894" providerId="ADAL" clId="{4318D980-9DD3-5EF8-8865-26246C39D2E5}" dt="2026-02-10T04:31:02.844" v="273" actId="14100"/>
        <pc:sldMkLst>
          <pc:docMk/>
          <pc:sldMk cId="0" sldId="271"/>
        </pc:sldMkLst>
        <pc:spChg chg="add del mod">
          <ac:chgData name="Maisuria, Rohan N" userId="3ba683bb-df3e-4b87-bf69-1e34f6a55894" providerId="ADAL" clId="{4318D980-9DD3-5EF8-8865-26246C39D2E5}" dt="2026-02-10T04:25:08.204" v="213" actId="478"/>
          <ac:spMkLst>
            <pc:docMk/>
            <pc:sldMk cId="0" sldId="271"/>
            <ac:spMk id="8" creationId="{904E1460-D8BC-1F71-6616-266545442640}"/>
          </ac:spMkLst>
        </pc:spChg>
        <pc:spChg chg="add mod">
          <ac:chgData name="Maisuria, Rohan N" userId="3ba683bb-df3e-4b87-bf69-1e34f6a55894" providerId="ADAL" clId="{4318D980-9DD3-5EF8-8865-26246C39D2E5}" dt="2026-02-10T04:29:32.724" v="256" actId="1076"/>
          <ac:spMkLst>
            <pc:docMk/>
            <pc:sldMk cId="0" sldId="271"/>
            <ac:spMk id="9" creationId="{9BCC1D1E-A588-5D23-7E13-0CF49650CA57}"/>
          </ac:spMkLst>
        </pc:spChg>
        <pc:spChg chg="add mod">
          <ac:chgData name="Maisuria, Rohan N" userId="3ba683bb-df3e-4b87-bf69-1e34f6a55894" providerId="ADAL" clId="{4318D980-9DD3-5EF8-8865-26246C39D2E5}" dt="2026-02-10T04:26:58.584" v="230" actId="1076"/>
          <ac:spMkLst>
            <pc:docMk/>
            <pc:sldMk cId="0" sldId="271"/>
            <ac:spMk id="16" creationId="{32E13D09-0231-569A-2CDF-AEEE2C508299}"/>
          </ac:spMkLst>
        </pc:spChg>
        <pc:spChg chg="add mod">
          <ac:chgData name="Maisuria, Rohan N" userId="3ba683bb-df3e-4b87-bf69-1e34f6a55894" providerId="ADAL" clId="{4318D980-9DD3-5EF8-8865-26246C39D2E5}" dt="2026-02-10T04:29:32.724" v="256" actId="1076"/>
          <ac:spMkLst>
            <pc:docMk/>
            <pc:sldMk cId="0" sldId="271"/>
            <ac:spMk id="17" creationId="{FB4BF605-18F2-F9DB-CA43-8D153973462C}"/>
          </ac:spMkLst>
        </pc:spChg>
        <pc:spChg chg="del mod">
          <ac:chgData name="Maisuria, Rohan N" userId="3ba683bb-df3e-4b87-bf69-1e34f6a55894" providerId="ADAL" clId="{4318D980-9DD3-5EF8-8865-26246C39D2E5}" dt="2026-02-10T04:24:04.769" v="196" actId="478"/>
          <ac:spMkLst>
            <pc:docMk/>
            <pc:sldMk cId="0" sldId="271"/>
            <ac:spMk id="9564" creationId="{00000000-0000-0000-0000-000000000000}"/>
          </ac:spMkLst>
        </pc:spChg>
        <pc:spChg chg="mod">
          <ac:chgData name="Maisuria, Rohan N" userId="3ba683bb-df3e-4b87-bf69-1e34f6a55894" providerId="ADAL" clId="{4318D980-9DD3-5EF8-8865-26246C39D2E5}" dt="2026-02-10T04:26:35.196" v="226" actId="1076"/>
          <ac:spMkLst>
            <pc:docMk/>
            <pc:sldMk cId="0" sldId="271"/>
            <ac:spMk id="9565" creationId="{00000000-0000-0000-0000-000000000000}"/>
          </ac:spMkLst>
        </pc:spChg>
        <pc:spChg chg="mod">
          <ac:chgData name="Maisuria, Rohan N" userId="3ba683bb-df3e-4b87-bf69-1e34f6a55894" providerId="ADAL" clId="{4318D980-9DD3-5EF8-8865-26246C39D2E5}" dt="2026-02-10T04:27:03.779" v="231" actId="1076"/>
          <ac:spMkLst>
            <pc:docMk/>
            <pc:sldMk cId="0" sldId="271"/>
            <ac:spMk id="9566" creationId="{00000000-0000-0000-0000-000000000000}"/>
          </ac:spMkLst>
        </pc:spChg>
        <pc:spChg chg="del mod">
          <ac:chgData name="Maisuria, Rohan N" userId="3ba683bb-df3e-4b87-bf69-1e34f6a55894" providerId="ADAL" clId="{4318D980-9DD3-5EF8-8865-26246C39D2E5}" dt="2026-02-10T04:20:47.285" v="169" actId="21"/>
          <ac:spMkLst>
            <pc:docMk/>
            <pc:sldMk cId="0" sldId="271"/>
            <ac:spMk id="9567" creationId="{00000000-0000-0000-0000-000000000000}"/>
          </ac:spMkLst>
        </pc:spChg>
        <pc:spChg chg="mod">
          <ac:chgData name="Maisuria, Rohan N" userId="3ba683bb-df3e-4b87-bf69-1e34f6a55894" providerId="ADAL" clId="{4318D980-9DD3-5EF8-8865-26246C39D2E5}" dt="2026-02-10T04:29:32.724" v="256" actId="1076"/>
          <ac:spMkLst>
            <pc:docMk/>
            <pc:sldMk cId="0" sldId="271"/>
            <ac:spMk id="9568" creationId="{00000000-0000-0000-0000-000000000000}"/>
          </ac:spMkLst>
        </pc:spChg>
        <pc:spChg chg="mod">
          <ac:chgData name="Maisuria, Rohan N" userId="3ba683bb-df3e-4b87-bf69-1e34f6a55894" providerId="ADAL" clId="{4318D980-9DD3-5EF8-8865-26246C39D2E5}" dt="2026-02-10T04:29:32.724" v="256" actId="1076"/>
          <ac:spMkLst>
            <pc:docMk/>
            <pc:sldMk cId="0" sldId="271"/>
            <ac:spMk id="9569" creationId="{00000000-0000-0000-0000-000000000000}"/>
          </ac:spMkLst>
        </pc:spChg>
        <pc:spChg chg="del mod">
          <ac:chgData name="Maisuria, Rohan N" userId="3ba683bb-df3e-4b87-bf69-1e34f6a55894" providerId="ADAL" clId="{4318D980-9DD3-5EF8-8865-26246C39D2E5}" dt="2026-02-10T04:25:37.953" v="218" actId="478"/>
          <ac:spMkLst>
            <pc:docMk/>
            <pc:sldMk cId="0" sldId="271"/>
            <ac:spMk id="9570" creationId="{00000000-0000-0000-0000-000000000000}"/>
          </ac:spMkLst>
        </pc:spChg>
        <pc:spChg chg="del mod">
          <ac:chgData name="Maisuria, Rohan N" userId="3ba683bb-df3e-4b87-bf69-1e34f6a55894" providerId="ADAL" clId="{4318D980-9DD3-5EF8-8865-26246C39D2E5}" dt="2026-02-10T04:25:39.439" v="219" actId="478"/>
          <ac:spMkLst>
            <pc:docMk/>
            <pc:sldMk cId="0" sldId="271"/>
            <ac:spMk id="9571" creationId="{00000000-0000-0000-0000-000000000000}"/>
          </ac:spMkLst>
        </pc:spChg>
        <pc:spChg chg="del mod">
          <ac:chgData name="Maisuria, Rohan N" userId="3ba683bb-df3e-4b87-bf69-1e34f6a55894" providerId="ADAL" clId="{4318D980-9DD3-5EF8-8865-26246C39D2E5}" dt="2026-02-10T04:20:47.285" v="169" actId="21"/>
          <ac:spMkLst>
            <pc:docMk/>
            <pc:sldMk cId="0" sldId="271"/>
            <ac:spMk id="9575" creationId="{00000000-0000-0000-0000-000000000000}"/>
          </ac:spMkLst>
        </pc:spChg>
        <pc:spChg chg="mod">
          <ac:chgData name="Maisuria, Rohan N" userId="3ba683bb-df3e-4b87-bf69-1e34f6a55894" providerId="ADAL" clId="{4318D980-9DD3-5EF8-8865-26246C39D2E5}" dt="2026-02-10T04:29:32.724" v="256" actId="1076"/>
          <ac:spMkLst>
            <pc:docMk/>
            <pc:sldMk cId="0" sldId="271"/>
            <ac:spMk id="9576" creationId="{00000000-0000-0000-0000-000000000000}"/>
          </ac:spMkLst>
        </pc:spChg>
        <pc:spChg chg="mod">
          <ac:chgData name="Maisuria, Rohan N" userId="3ba683bb-df3e-4b87-bf69-1e34f6a55894" providerId="ADAL" clId="{4318D980-9DD3-5EF8-8865-26246C39D2E5}" dt="2026-02-10T04:29:32.724" v="256" actId="1076"/>
          <ac:spMkLst>
            <pc:docMk/>
            <pc:sldMk cId="0" sldId="271"/>
            <ac:spMk id="9577" creationId="{00000000-0000-0000-0000-000000000000}"/>
          </ac:spMkLst>
        </pc:spChg>
        <pc:spChg chg="del">
          <ac:chgData name="Maisuria, Rohan N" userId="3ba683bb-df3e-4b87-bf69-1e34f6a55894" providerId="ADAL" clId="{4318D980-9DD3-5EF8-8865-26246C39D2E5}" dt="2026-02-10T04:20:03.967" v="162" actId="478"/>
          <ac:spMkLst>
            <pc:docMk/>
            <pc:sldMk cId="0" sldId="271"/>
            <ac:spMk id="9578" creationId="{00000000-0000-0000-0000-000000000000}"/>
          </ac:spMkLst>
        </pc:spChg>
        <pc:spChg chg="del">
          <ac:chgData name="Maisuria, Rohan N" userId="3ba683bb-df3e-4b87-bf69-1e34f6a55894" providerId="ADAL" clId="{4318D980-9DD3-5EF8-8865-26246C39D2E5}" dt="2026-02-10T04:20:09.716" v="165" actId="478"/>
          <ac:spMkLst>
            <pc:docMk/>
            <pc:sldMk cId="0" sldId="271"/>
            <ac:spMk id="9579" creationId="{00000000-0000-0000-0000-000000000000}"/>
          </ac:spMkLst>
        </pc:spChg>
        <pc:cxnChg chg="add del mod">
          <ac:chgData name="Maisuria, Rohan N" userId="3ba683bb-df3e-4b87-bf69-1e34f6a55894" providerId="ADAL" clId="{4318D980-9DD3-5EF8-8865-26246C39D2E5}" dt="2026-02-10T04:22:11.691" v="184" actId="478"/>
          <ac:cxnSpMkLst>
            <pc:docMk/>
            <pc:sldMk cId="0" sldId="271"/>
            <ac:cxnSpMk id="10" creationId="{F63E444A-E6F7-0DD2-F099-6D8162A33BD4}"/>
          </ac:cxnSpMkLst>
        </pc:cxnChg>
        <pc:cxnChg chg="add mod">
          <ac:chgData name="Maisuria, Rohan N" userId="3ba683bb-df3e-4b87-bf69-1e34f6a55894" providerId="ADAL" clId="{4318D980-9DD3-5EF8-8865-26246C39D2E5}" dt="2026-02-10T04:29:32.724" v="256" actId="1076"/>
          <ac:cxnSpMkLst>
            <pc:docMk/>
            <pc:sldMk cId="0" sldId="271"/>
            <ac:cxnSpMk id="19" creationId="{2A68DA44-E4A2-EF23-8901-CB5E5DFC35E5}"/>
          </ac:cxnSpMkLst>
        </pc:cxnChg>
        <pc:cxnChg chg="add mod">
          <ac:chgData name="Maisuria, Rohan N" userId="3ba683bb-df3e-4b87-bf69-1e34f6a55894" providerId="ADAL" clId="{4318D980-9DD3-5EF8-8865-26246C39D2E5}" dt="2026-02-10T04:30:12.716" v="263" actId="14100"/>
          <ac:cxnSpMkLst>
            <pc:docMk/>
            <pc:sldMk cId="0" sldId="271"/>
            <ac:cxnSpMk id="20" creationId="{34899804-B49E-ED87-0D2F-B519C16FE9C4}"/>
          </ac:cxnSpMkLst>
        </pc:cxnChg>
        <pc:cxnChg chg="add mod">
          <ac:chgData name="Maisuria, Rohan N" userId="3ba683bb-df3e-4b87-bf69-1e34f6a55894" providerId="ADAL" clId="{4318D980-9DD3-5EF8-8865-26246C39D2E5}" dt="2026-02-10T04:29:58.039" v="261" actId="14100"/>
          <ac:cxnSpMkLst>
            <pc:docMk/>
            <pc:sldMk cId="0" sldId="271"/>
            <ac:cxnSpMk id="21" creationId="{452DC8EE-8D1C-72D7-8324-75DFDE370B10}"/>
          </ac:cxnSpMkLst>
        </pc:cxnChg>
        <pc:cxnChg chg="add del mod">
          <ac:chgData name="Maisuria, Rohan N" userId="3ba683bb-df3e-4b87-bf69-1e34f6a55894" providerId="ADAL" clId="{4318D980-9DD3-5EF8-8865-26246C39D2E5}" dt="2026-02-10T04:29:38.399" v="258" actId="478"/>
          <ac:cxnSpMkLst>
            <pc:docMk/>
            <pc:sldMk cId="0" sldId="271"/>
            <ac:cxnSpMk id="22" creationId="{102C46FA-9339-20FB-60C9-FAA844E1555B}"/>
          </ac:cxnSpMkLst>
        </pc:cxnChg>
        <pc:cxnChg chg="add mod">
          <ac:chgData name="Maisuria, Rohan N" userId="3ba683bb-df3e-4b87-bf69-1e34f6a55894" providerId="ADAL" clId="{4318D980-9DD3-5EF8-8865-26246C39D2E5}" dt="2026-02-10T04:30:47.336" v="270" actId="14100"/>
          <ac:cxnSpMkLst>
            <pc:docMk/>
            <pc:sldMk cId="0" sldId="271"/>
            <ac:cxnSpMk id="24" creationId="{60391C84-40E8-AD6D-36AE-9610CC293E3D}"/>
          </ac:cxnSpMkLst>
        </pc:cxnChg>
        <pc:cxnChg chg="add mod">
          <ac:chgData name="Maisuria, Rohan N" userId="3ba683bb-df3e-4b87-bf69-1e34f6a55894" providerId="ADAL" clId="{4318D980-9DD3-5EF8-8865-26246C39D2E5}" dt="2026-02-10T04:31:02.844" v="273" actId="14100"/>
          <ac:cxnSpMkLst>
            <pc:docMk/>
            <pc:sldMk cId="0" sldId="271"/>
            <ac:cxnSpMk id="27" creationId="{8583230B-2F23-7C4E-805B-9B2ACFEF1167}"/>
          </ac:cxnSpMkLst>
        </pc:cxnChg>
        <pc:cxnChg chg="add mod">
          <ac:chgData name="Maisuria, Rohan N" userId="3ba683bb-df3e-4b87-bf69-1e34f6a55894" providerId="ADAL" clId="{4318D980-9DD3-5EF8-8865-26246C39D2E5}" dt="2026-02-10T04:30:56.681" v="272" actId="14100"/>
          <ac:cxnSpMkLst>
            <pc:docMk/>
            <pc:sldMk cId="0" sldId="271"/>
            <ac:cxnSpMk id="29" creationId="{512FA458-2F40-35BA-B6DC-F62952A49393}"/>
          </ac:cxnSpMkLst>
        </pc:cxnChg>
        <pc:cxnChg chg="del mod">
          <ac:chgData name="Maisuria, Rohan N" userId="3ba683bb-df3e-4b87-bf69-1e34f6a55894" providerId="ADAL" clId="{4318D980-9DD3-5EF8-8865-26246C39D2E5}" dt="2026-02-10T04:20:50.603" v="170" actId="478"/>
          <ac:cxnSpMkLst>
            <pc:docMk/>
            <pc:sldMk cId="0" sldId="271"/>
            <ac:cxnSpMk id="9582" creationId="{00000000-0000-0000-0000-000000000000}"/>
          </ac:cxnSpMkLst>
        </pc:cxnChg>
        <pc:cxnChg chg="del mod">
          <ac:chgData name="Maisuria, Rohan N" userId="3ba683bb-df3e-4b87-bf69-1e34f6a55894" providerId="ADAL" clId="{4318D980-9DD3-5EF8-8865-26246C39D2E5}" dt="2026-02-10T04:22:19.812" v="186" actId="478"/>
          <ac:cxnSpMkLst>
            <pc:docMk/>
            <pc:sldMk cId="0" sldId="271"/>
            <ac:cxnSpMk id="9583" creationId="{00000000-0000-0000-0000-000000000000}"/>
          </ac:cxnSpMkLst>
        </pc:cxnChg>
        <pc:cxnChg chg="mod">
          <ac:chgData name="Maisuria, Rohan N" userId="3ba683bb-df3e-4b87-bf69-1e34f6a55894" providerId="ADAL" clId="{4318D980-9DD3-5EF8-8865-26246C39D2E5}" dt="2026-02-10T04:29:32.724" v="256" actId="1076"/>
          <ac:cxnSpMkLst>
            <pc:docMk/>
            <pc:sldMk cId="0" sldId="271"/>
            <ac:cxnSpMk id="9584" creationId="{00000000-0000-0000-0000-000000000000}"/>
          </ac:cxnSpMkLst>
        </pc:cxnChg>
        <pc:cxnChg chg="del mod">
          <ac:chgData name="Maisuria, Rohan N" userId="3ba683bb-df3e-4b87-bf69-1e34f6a55894" providerId="ADAL" clId="{4318D980-9DD3-5EF8-8865-26246C39D2E5}" dt="2026-02-10T04:20:07.944" v="164" actId="478"/>
          <ac:cxnSpMkLst>
            <pc:docMk/>
            <pc:sldMk cId="0" sldId="271"/>
            <ac:cxnSpMk id="9585" creationId="{00000000-0000-0000-0000-000000000000}"/>
          </ac:cxnSpMkLst>
        </pc:cxnChg>
        <pc:cxnChg chg="del mod">
          <ac:chgData name="Maisuria, Rohan N" userId="3ba683bb-df3e-4b87-bf69-1e34f6a55894" providerId="ADAL" clId="{4318D980-9DD3-5EF8-8865-26246C39D2E5}" dt="2026-02-10T04:20:06.093" v="163" actId="478"/>
          <ac:cxnSpMkLst>
            <pc:docMk/>
            <pc:sldMk cId="0" sldId="271"/>
            <ac:cxnSpMk id="9586" creationId="{00000000-0000-0000-0000-000000000000}"/>
          </ac:cxnSpMkLst>
        </pc:cxnChg>
        <pc:cxnChg chg="mod">
          <ac:chgData name="Maisuria, Rohan N" userId="3ba683bb-df3e-4b87-bf69-1e34f6a55894" providerId="ADAL" clId="{4318D980-9DD3-5EF8-8865-26246C39D2E5}" dt="2026-02-10T04:29:32.724" v="256" actId="1076"/>
          <ac:cxnSpMkLst>
            <pc:docMk/>
            <pc:sldMk cId="0" sldId="271"/>
            <ac:cxnSpMk id="9587" creationId="{00000000-0000-0000-0000-000000000000}"/>
          </ac:cxnSpMkLst>
        </pc:cxnChg>
      </pc:sldChg>
      <pc:sldChg chg="modSp mod">
        <pc:chgData name="Maisuria, Rohan N" userId="3ba683bb-df3e-4b87-bf69-1e34f6a55894" providerId="ADAL" clId="{4318D980-9DD3-5EF8-8865-26246C39D2E5}" dt="2026-02-10T20:15:49.540" v="361" actId="313"/>
        <pc:sldMkLst>
          <pc:docMk/>
          <pc:sldMk cId="563755835" sldId="306"/>
        </pc:sldMkLst>
        <pc:spChg chg="mod">
          <ac:chgData name="Maisuria, Rohan N" userId="3ba683bb-df3e-4b87-bf69-1e34f6a55894" providerId="ADAL" clId="{4318D980-9DD3-5EF8-8865-26246C39D2E5}" dt="2026-02-10T20:15:49.540" v="361" actId="313"/>
          <ac:spMkLst>
            <pc:docMk/>
            <pc:sldMk cId="563755835" sldId="306"/>
            <ac:spMk id="9485" creationId="{2AF393A9-B2DD-91D3-0973-03FE3F699A67}"/>
          </ac:spMkLst>
        </pc:spChg>
      </pc:sldChg>
      <pc:sldChg chg="modSp mod">
        <pc:chgData name="Maisuria, Rohan N" userId="3ba683bb-df3e-4b87-bf69-1e34f6a55894" providerId="ADAL" clId="{4318D980-9DD3-5EF8-8865-26246C39D2E5}" dt="2026-02-10T20:53:11.377" v="384" actId="207"/>
        <pc:sldMkLst>
          <pc:docMk/>
          <pc:sldMk cId="2230064313" sldId="307"/>
        </pc:sldMkLst>
        <pc:spChg chg="mod">
          <ac:chgData name="Maisuria, Rohan N" userId="3ba683bb-df3e-4b87-bf69-1e34f6a55894" providerId="ADAL" clId="{4318D980-9DD3-5EF8-8865-26246C39D2E5}" dt="2026-02-10T20:53:11.377" v="384" actId="207"/>
          <ac:spMkLst>
            <pc:docMk/>
            <pc:sldMk cId="2230064313" sldId="307"/>
            <ac:spMk id="9381" creationId="{8BD39AEA-16AD-5DDA-7E9C-C23C97855D80}"/>
          </ac:spMkLst>
        </pc:spChg>
      </pc:sldChg>
      <pc:sldChg chg="add del">
        <pc:chgData name="Maisuria, Rohan N" userId="3ba683bb-df3e-4b87-bf69-1e34f6a55894" providerId="ADAL" clId="{4318D980-9DD3-5EF8-8865-26246C39D2E5}" dt="2026-02-10T04:37:21.505" v="279" actId="2890"/>
        <pc:sldMkLst>
          <pc:docMk/>
          <pc:sldMk cId="2177824907" sldId="308"/>
        </pc:sldMkLst>
      </pc:sldChg>
    </pc:docChg>
  </pc:docChgLst>
  <pc:docChgLst>
    <pc:chgData name="Zapata, Edsson Romario" userId="S::zapatae9574@uhcl.edu::5199caf6-7db2-42f0-91d5-2c028ed5d3d9" providerId="AD" clId="Web-{7779E08A-8256-F0F1-A7B4-CBDC2E932D2B}"/>
    <pc:docChg chg="modSld">
      <pc:chgData name="Zapata, Edsson Romario" userId="S::zapatae9574@uhcl.edu::5199caf6-7db2-42f0-91d5-2c028ed5d3d9" providerId="AD" clId="Web-{7779E08A-8256-F0F1-A7B4-CBDC2E932D2B}" dt="2026-02-10T17:07:54.320" v="716" actId="20577"/>
      <pc:docMkLst>
        <pc:docMk/>
      </pc:docMkLst>
      <pc:sldChg chg="modSp">
        <pc:chgData name="Zapata, Edsson Romario" userId="S::zapatae9574@uhcl.edu::5199caf6-7db2-42f0-91d5-2c028ed5d3d9" providerId="AD" clId="Web-{7779E08A-8256-F0F1-A7B4-CBDC2E932D2B}" dt="2026-02-10T17:07:13.710" v="714" actId="20577"/>
        <pc:sldMkLst>
          <pc:docMk/>
          <pc:sldMk cId="0" sldId="258"/>
        </pc:sldMkLst>
        <pc:spChg chg="mod">
          <ac:chgData name="Zapata, Edsson Romario" userId="S::zapatae9574@uhcl.edu::5199caf6-7db2-42f0-91d5-2c028ed5d3d9" providerId="AD" clId="Web-{7779E08A-8256-F0F1-A7B4-CBDC2E932D2B}" dt="2026-02-10T17:07:13.710" v="714" actId="20577"/>
          <ac:spMkLst>
            <pc:docMk/>
            <pc:sldMk cId="0" sldId="258"/>
            <ac:spMk id="8518" creationId="{00000000-0000-0000-0000-000000000000}"/>
          </ac:spMkLst>
        </pc:spChg>
      </pc:sldChg>
      <pc:sldChg chg="modSp">
        <pc:chgData name="Zapata, Edsson Romario" userId="S::zapatae9574@uhcl.edu::5199caf6-7db2-42f0-91d5-2c028ed5d3d9" providerId="AD" clId="Web-{7779E08A-8256-F0F1-A7B4-CBDC2E932D2B}" dt="2026-02-10T17:07:54.320" v="716" actId="20577"/>
        <pc:sldMkLst>
          <pc:docMk/>
          <pc:sldMk cId="563755835" sldId="306"/>
        </pc:sldMkLst>
        <pc:spChg chg="mod">
          <ac:chgData name="Zapata, Edsson Romario" userId="S::zapatae9574@uhcl.edu::5199caf6-7db2-42f0-91d5-2c028ed5d3d9" providerId="AD" clId="Web-{7779E08A-8256-F0F1-A7B4-CBDC2E932D2B}" dt="2026-02-10T17:07:54.320" v="716" actId="20577"/>
          <ac:spMkLst>
            <pc:docMk/>
            <pc:sldMk cId="563755835" sldId="306"/>
            <ac:spMk id="9479" creationId="{0764FD61-17FA-1CBF-C417-C3A8B45A2627}"/>
          </ac:spMkLst>
        </pc:spChg>
        <pc:spChg chg="mod">
          <ac:chgData name="Zapata, Edsson Romario" userId="S::zapatae9574@uhcl.edu::5199caf6-7db2-42f0-91d5-2c028ed5d3d9" providerId="AD" clId="Web-{7779E08A-8256-F0F1-A7B4-CBDC2E932D2B}" dt="2026-02-10T16:54:09.689" v="210" actId="20577"/>
          <ac:spMkLst>
            <pc:docMk/>
            <pc:sldMk cId="563755835" sldId="306"/>
            <ac:spMk id="9481" creationId="{8F675B07-A625-8FA1-2D96-951F01D43AE3}"/>
          </ac:spMkLst>
        </pc:spChg>
        <pc:spChg chg="mod">
          <ac:chgData name="Zapata, Edsson Romario" userId="S::zapatae9574@uhcl.edu::5199caf6-7db2-42f0-91d5-2c028ed5d3d9" providerId="AD" clId="Web-{7779E08A-8256-F0F1-A7B4-CBDC2E932D2B}" dt="2026-02-10T17:07:39.507" v="715" actId="20577"/>
          <ac:spMkLst>
            <pc:docMk/>
            <pc:sldMk cId="563755835" sldId="306"/>
            <ac:spMk id="9483" creationId="{9E5FD459-73C1-02D2-6266-038FB90866A1}"/>
          </ac:spMkLst>
        </pc:spChg>
        <pc:spChg chg="mod">
          <ac:chgData name="Zapata, Edsson Romario" userId="S::zapatae9574@uhcl.edu::5199caf6-7db2-42f0-91d5-2c028ed5d3d9" providerId="AD" clId="Web-{7779E08A-8256-F0F1-A7B4-CBDC2E932D2B}" dt="2026-02-10T16:51:55.907" v="174" actId="14100"/>
          <ac:spMkLst>
            <pc:docMk/>
            <pc:sldMk cId="563755835" sldId="306"/>
            <ac:spMk id="9485" creationId="{2AF393A9-B2DD-91D3-0973-03FE3F699A67}"/>
          </ac:spMkLst>
        </pc:spChg>
      </pc:sldChg>
      <pc:sldChg chg="modSp">
        <pc:chgData name="Zapata, Edsson Romario" userId="S::zapatae9574@uhcl.edu::5199caf6-7db2-42f0-91d5-2c028ed5d3d9" providerId="AD" clId="Web-{7779E08A-8256-F0F1-A7B4-CBDC2E932D2B}" dt="2026-02-10T16:50:43.219" v="77" actId="20577"/>
        <pc:sldMkLst>
          <pc:docMk/>
          <pc:sldMk cId="2230064313" sldId="307"/>
        </pc:sldMkLst>
        <pc:spChg chg="mod">
          <ac:chgData name="Zapata, Edsson Romario" userId="S::zapatae9574@uhcl.edu::5199caf6-7db2-42f0-91d5-2c028ed5d3d9" providerId="AD" clId="Web-{7779E08A-8256-F0F1-A7B4-CBDC2E932D2B}" dt="2026-02-10T16:50:43.219" v="77" actId="20577"/>
          <ac:spMkLst>
            <pc:docMk/>
            <pc:sldMk cId="2230064313" sldId="307"/>
            <ac:spMk id="9381" creationId="{8BD39AEA-16AD-5DDA-7E9C-C23C97855D80}"/>
          </ac:spMkLst>
        </pc:spChg>
      </pc:sldChg>
    </pc:docChg>
  </pc:docChgLst>
  <pc:docChgLst>
    <pc:chgData name="Zapata, Edsson Romario" userId="S::zapatae9574@uhcl.edu::5199caf6-7db2-42f0-91d5-2c028ed5d3d9" providerId="AD" clId="Web-{23F22F06-EAC2-A202-5E00-1F8B3EDC5CBF}"/>
    <pc:docChg chg="modSld">
      <pc:chgData name="Zapata, Edsson Romario" userId="S::zapatae9574@uhcl.edu::5199caf6-7db2-42f0-91d5-2c028ed5d3d9" providerId="AD" clId="Web-{23F22F06-EAC2-A202-5E00-1F8B3EDC5CBF}" dt="2026-02-10T20:04:14.322" v="496" actId="20577"/>
      <pc:docMkLst>
        <pc:docMk/>
      </pc:docMkLst>
      <pc:sldChg chg="modSp">
        <pc:chgData name="Zapata, Edsson Romario" userId="S::zapatae9574@uhcl.edu::5199caf6-7db2-42f0-91d5-2c028ed5d3d9" providerId="AD" clId="Web-{23F22F06-EAC2-A202-5E00-1F8B3EDC5CBF}" dt="2026-02-10T19:56:20.811" v="12" actId="20577"/>
        <pc:sldMkLst>
          <pc:docMk/>
          <pc:sldMk cId="0" sldId="258"/>
        </pc:sldMkLst>
        <pc:spChg chg="mod">
          <ac:chgData name="Zapata, Edsson Romario" userId="S::zapatae9574@uhcl.edu::5199caf6-7db2-42f0-91d5-2c028ed5d3d9" providerId="AD" clId="Web-{23F22F06-EAC2-A202-5E00-1F8B3EDC5CBF}" dt="2026-02-10T19:56:20.811" v="12" actId="20577"/>
          <ac:spMkLst>
            <pc:docMk/>
            <pc:sldMk cId="0" sldId="258"/>
            <ac:spMk id="8518" creationId="{00000000-0000-0000-0000-000000000000}"/>
          </ac:spMkLst>
        </pc:spChg>
      </pc:sldChg>
      <pc:sldChg chg="modSp">
        <pc:chgData name="Zapata, Edsson Romario" userId="S::zapatae9574@uhcl.edu::5199caf6-7db2-42f0-91d5-2c028ed5d3d9" providerId="AD" clId="Web-{23F22F06-EAC2-A202-5E00-1F8B3EDC5CBF}" dt="2026-02-10T20:04:14.322" v="496" actId="20577"/>
        <pc:sldMkLst>
          <pc:docMk/>
          <pc:sldMk cId="2230064313" sldId="307"/>
        </pc:sldMkLst>
        <pc:spChg chg="mod">
          <ac:chgData name="Zapata, Edsson Romario" userId="S::zapatae9574@uhcl.edu::5199caf6-7db2-42f0-91d5-2c028ed5d3d9" providerId="AD" clId="Web-{23F22F06-EAC2-A202-5E00-1F8B3EDC5CBF}" dt="2026-02-10T20:04:14.322" v="496" actId="20577"/>
          <ac:spMkLst>
            <pc:docMk/>
            <pc:sldMk cId="2230064313" sldId="307"/>
            <ac:spMk id="9381" creationId="{8BD39AEA-16AD-5DDA-7E9C-C23C97855D80}"/>
          </ac:spMkLst>
        </pc:spChg>
      </pc:sldChg>
    </pc:docChg>
  </pc:docChgLst>
  <pc:docChgLst>
    <pc:chgData name="Varela, Trinity A" userId="S::varelat1472@uhcl.edu::8e774b34-1373-4562-a2c8-7841e1a65b4d" providerId="AD" clId="Web-{A335A3DA-FA27-9D27-C0DF-26164EB1B375}"/>
    <pc:docChg chg="modSld">
      <pc:chgData name="Varela, Trinity A" userId="S::varelat1472@uhcl.edu::8e774b34-1373-4562-a2c8-7841e1a65b4d" providerId="AD" clId="Web-{A335A3DA-FA27-9D27-C0DF-26164EB1B375}" dt="2026-02-09T19:31:43.464" v="351" actId="20577"/>
      <pc:docMkLst>
        <pc:docMk/>
      </pc:docMkLst>
      <pc:sldChg chg="addSp delSp modSp">
        <pc:chgData name="Varela, Trinity A" userId="S::varelat1472@uhcl.edu::8e774b34-1373-4562-a2c8-7841e1a65b4d" providerId="AD" clId="Web-{A335A3DA-FA27-9D27-C0DF-26164EB1B375}" dt="2026-02-09T19:17:03.714" v="39" actId="1076"/>
        <pc:sldMkLst>
          <pc:docMk/>
          <pc:sldMk cId="2433640103" sldId="299"/>
        </pc:sldMkLst>
        <pc:spChg chg="mod">
          <ac:chgData name="Varela, Trinity A" userId="S::varelat1472@uhcl.edu::8e774b34-1373-4562-a2c8-7841e1a65b4d" providerId="AD" clId="Web-{A335A3DA-FA27-9D27-C0DF-26164EB1B375}" dt="2026-02-09T19:17:03.292" v="37" actId="1076"/>
          <ac:spMkLst>
            <pc:docMk/>
            <pc:sldMk cId="2433640103" sldId="299"/>
            <ac:spMk id="9292" creationId="{ECCC2ACF-D946-4DD2-8F81-C36D54EB9636}"/>
          </ac:spMkLst>
        </pc:spChg>
        <pc:spChg chg="mod">
          <ac:chgData name="Varela, Trinity A" userId="S::varelat1472@uhcl.edu::8e774b34-1373-4562-a2c8-7841e1a65b4d" providerId="AD" clId="Web-{A335A3DA-FA27-9D27-C0DF-26164EB1B375}" dt="2026-02-09T19:17:02.933" v="32" actId="1076"/>
          <ac:spMkLst>
            <pc:docMk/>
            <pc:sldMk cId="2433640103" sldId="299"/>
            <ac:spMk id="9294" creationId="{A7EB3045-2F0E-3BE4-72DB-8F14FDC0A280}"/>
          </ac:spMkLst>
        </pc:spChg>
        <pc:spChg chg="mod">
          <ac:chgData name="Varela, Trinity A" userId="S::varelat1472@uhcl.edu::8e774b34-1373-4562-a2c8-7841e1a65b4d" providerId="AD" clId="Web-{A335A3DA-FA27-9D27-C0DF-26164EB1B375}" dt="2026-02-09T19:17:03.027" v="33" actId="1076"/>
          <ac:spMkLst>
            <pc:docMk/>
            <pc:sldMk cId="2433640103" sldId="299"/>
            <ac:spMk id="9295" creationId="{A451AFD7-00AC-6B79-3A76-F5B2900B1D60}"/>
          </ac:spMkLst>
        </pc:spChg>
        <pc:spChg chg="mod">
          <ac:chgData name="Varela, Trinity A" userId="S::varelat1472@uhcl.edu::8e774b34-1373-4562-a2c8-7841e1a65b4d" providerId="AD" clId="Web-{A335A3DA-FA27-9D27-C0DF-26164EB1B375}" dt="2026-02-09T19:17:03.245" v="36" actId="1076"/>
          <ac:spMkLst>
            <pc:docMk/>
            <pc:sldMk cId="2433640103" sldId="299"/>
            <ac:spMk id="9296" creationId="{FD16FC3A-6039-602E-15EB-C90082142C98}"/>
          </ac:spMkLst>
        </pc:spChg>
        <pc:spChg chg="mod">
          <ac:chgData name="Varela, Trinity A" userId="S::varelat1472@uhcl.edu::8e774b34-1373-4562-a2c8-7841e1a65b4d" providerId="AD" clId="Web-{A335A3DA-FA27-9D27-C0DF-26164EB1B375}" dt="2026-02-09T19:17:03.105" v="34" actId="1076"/>
          <ac:spMkLst>
            <pc:docMk/>
            <pc:sldMk cId="2433640103" sldId="299"/>
            <ac:spMk id="9297" creationId="{FA4778C1-6E51-6BA3-3F54-D48EC19E194D}"/>
          </ac:spMkLst>
        </pc:spChg>
        <pc:spChg chg="mod">
          <ac:chgData name="Varela, Trinity A" userId="S::varelat1472@uhcl.edu::8e774b34-1373-4562-a2c8-7841e1a65b4d" providerId="AD" clId="Web-{A335A3DA-FA27-9D27-C0DF-26164EB1B375}" dt="2026-02-09T19:17:03.183" v="35" actId="1076"/>
          <ac:spMkLst>
            <pc:docMk/>
            <pc:sldMk cId="2433640103" sldId="299"/>
            <ac:spMk id="9298" creationId="{89DB2E0C-D56A-1BBD-87B7-B3774486F1BE}"/>
          </ac:spMkLst>
        </pc:spChg>
        <pc:grpChg chg="mod">
          <ac:chgData name="Varela, Trinity A" userId="S::varelat1472@uhcl.edu::8e774b34-1373-4562-a2c8-7841e1a65b4d" providerId="AD" clId="Web-{A335A3DA-FA27-9D27-C0DF-26164EB1B375}" dt="2026-02-09T19:17:03.558" v="38" actId="1076"/>
          <ac:grpSpMkLst>
            <pc:docMk/>
            <pc:sldMk cId="2433640103" sldId="299"/>
            <ac:grpSpMk id="2" creationId="{407079AB-B4C9-BC78-F4E4-B74DE72681BD}"/>
          </ac:grpSpMkLst>
        </pc:grpChg>
        <pc:grpChg chg="mod">
          <ac:chgData name="Varela, Trinity A" userId="S::varelat1472@uhcl.edu::8e774b34-1373-4562-a2c8-7841e1a65b4d" providerId="AD" clId="Web-{A335A3DA-FA27-9D27-C0DF-26164EB1B375}" dt="2026-02-09T19:17:03.714" v="39" actId="1076"/>
          <ac:grpSpMkLst>
            <pc:docMk/>
            <pc:sldMk cId="2433640103" sldId="299"/>
            <ac:grpSpMk id="11" creationId="{8A4E5E3A-F1FC-9BC2-CB7B-35F27F8C05E7}"/>
          </ac:grpSpMkLst>
        </pc:grpChg>
        <pc:graphicFrameChg chg="add del mod">
          <ac:chgData name="Varela, Trinity A" userId="S::varelat1472@uhcl.edu::8e774b34-1373-4562-a2c8-7841e1a65b4d" providerId="AD" clId="Web-{A335A3DA-FA27-9D27-C0DF-26164EB1B375}" dt="2026-02-09T19:15:13.885" v="7"/>
          <ac:graphicFrameMkLst>
            <pc:docMk/>
            <pc:sldMk cId="2433640103" sldId="299"/>
            <ac:graphicFrameMk id="16" creationId="{56FEF9B4-A376-1510-E8D4-0B5EB7CCA679}"/>
          </ac:graphicFrameMkLst>
        </pc:graphicFrameChg>
      </pc:sldChg>
      <pc:sldChg chg="modSp">
        <pc:chgData name="Varela, Trinity A" userId="S::varelat1472@uhcl.edu::8e774b34-1373-4562-a2c8-7841e1a65b4d" providerId="AD" clId="Web-{A335A3DA-FA27-9D27-C0DF-26164EB1B375}" dt="2026-02-09T19:31:43.464" v="351" actId="20577"/>
        <pc:sldMkLst>
          <pc:docMk/>
          <pc:sldMk cId="4009174226" sldId="303"/>
        </pc:sldMkLst>
        <pc:spChg chg="mod">
          <ac:chgData name="Varela, Trinity A" userId="S::varelat1472@uhcl.edu::8e774b34-1373-4562-a2c8-7841e1a65b4d" providerId="AD" clId="Web-{A335A3DA-FA27-9D27-C0DF-26164EB1B375}" dt="2026-02-09T19:31:13.683" v="348" actId="20577"/>
          <ac:spMkLst>
            <pc:docMk/>
            <pc:sldMk cId="4009174226" sldId="303"/>
            <ac:spMk id="8925" creationId="{C1FF097C-C103-BE30-F4D0-9708915EC5AF}"/>
          </ac:spMkLst>
        </pc:spChg>
        <pc:spChg chg="mod">
          <ac:chgData name="Varela, Trinity A" userId="S::varelat1472@uhcl.edu::8e774b34-1373-4562-a2c8-7841e1a65b4d" providerId="AD" clId="Web-{A335A3DA-FA27-9D27-C0DF-26164EB1B375}" dt="2026-02-09T19:31:43.464" v="351" actId="20577"/>
          <ac:spMkLst>
            <pc:docMk/>
            <pc:sldMk cId="4009174226" sldId="303"/>
            <ac:spMk id="8926" creationId="{B205C579-4F3A-4F2F-390E-50AD609DF388}"/>
          </ac:spMkLst>
        </pc:spChg>
      </pc:sldChg>
    </pc:docChg>
  </pc:docChgLst>
  <pc:docChgLst>
    <pc:chgData name="Maisuria, Rohan N" userId="S::maisuriar4725@uhcl.edu::3ba683bb-df3e-4b87-bf69-1e34f6a55894" providerId="AD" clId="Web-{90E79226-1081-FF40-03FE-5A26D2050D35}"/>
    <pc:docChg chg="addSld">
      <pc:chgData name="Maisuria, Rohan N" userId="S::maisuriar4725@uhcl.edu::3ba683bb-df3e-4b87-bf69-1e34f6a55894" providerId="AD" clId="Web-{90E79226-1081-FF40-03FE-5A26D2050D35}" dt="2026-02-10T22:32:48.955" v="0"/>
      <pc:docMkLst>
        <pc:docMk/>
      </pc:docMkLst>
      <pc:sldChg chg="add">
        <pc:chgData name="Maisuria, Rohan N" userId="S::maisuriar4725@uhcl.edu::3ba683bb-df3e-4b87-bf69-1e34f6a55894" providerId="AD" clId="Web-{90E79226-1081-FF40-03FE-5A26D2050D35}" dt="2026-02-10T22:32:48.955" v="0"/>
        <pc:sldMkLst>
          <pc:docMk/>
          <pc:sldMk cId="2230064313" sldId="308"/>
        </pc:sldMkLst>
      </pc:sldChg>
    </pc:docChg>
  </pc:docChgLst>
  <pc:docChgLst>
    <pc:chgData name="Maisuria, Rohan N" userId="S::maisuriar4725@uhcl.edu::3ba683bb-df3e-4b87-bf69-1e34f6a55894" providerId="AD" clId="Web-{2C71EAB6-907A-8B2B-13E5-01F7CF9467D1}"/>
    <pc:docChg chg="addSld modSld sldOrd">
      <pc:chgData name="Maisuria, Rohan N" userId="S::maisuriar4725@uhcl.edu::3ba683bb-df3e-4b87-bf69-1e34f6a55894" providerId="AD" clId="Web-{2C71EAB6-907A-8B2B-13E5-01F7CF9467D1}" dt="2026-02-09T01:53:47.142" v="18" actId="1076"/>
      <pc:docMkLst>
        <pc:docMk/>
      </pc:docMkLst>
      <pc:sldChg chg="modSp">
        <pc:chgData name="Maisuria, Rohan N" userId="S::maisuriar4725@uhcl.edu::3ba683bb-df3e-4b87-bf69-1e34f6a55894" providerId="AD" clId="Web-{2C71EAB6-907A-8B2B-13E5-01F7CF9467D1}" dt="2026-02-09T01:53:47.142" v="18" actId="1076"/>
        <pc:sldMkLst>
          <pc:docMk/>
          <pc:sldMk cId="0" sldId="271"/>
        </pc:sldMkLst>
        <pc:cxnChg chg="mod">
          <ac:chgData name="Maisuria, Rohan N" userId="S::maisuriar4725@uhcl.edu::3ba683bb-df3e-4b87-bf69-1e34f6a55894" providerId="AD" clId="Web-{2C71EAB6-907A-8B2B-13E5-01F7CF9467D1}" dt="2026-02-09T01:53:47.142" v="18" actId="1076"/>
          <ac:cxnSpMkLst>
            <pc:docMk/>
            <pc:sldMk cId="0" sldId="271"/>
            <ac:cxnSpMk id="9583" creationId="{00000000-0000-0000-0000-000000000000}"/>
          </ac:cxnSpMkLst>
        </pc:cxnChg>
      </pc:sldChg>
      <pc:sldChg chg="addSp delSp modSp add ord replId">
        <pc:chgData name="Maisuria, Rohan N" userId="S::maisuriar4725@uhcl.edu::3ba683bb-df3e-4b87-bf69-1e34f6a55894" providerId="AD" clId="Web-{2C71EAB6-907A-8B2B-13E5-01F7CF9467D1}" dt="2026-02-09T01:52:25.061" v="16" actId="14100"/>
        <pc:sldMkLst>
          <pc:docMk/>
          <pc:sldMk cId="2230064313" sldId="307"/>
        </pc:sldMkLst>
        <pc:spChg chg="add del mod">
          <ac:chgData name="Maisuria, Rohan N" userId="S::maisuriar4725@uhcl.edu::3ba683bb-df3e-4b87-bf69-1e34f6a55894" providerId="AD" clId="Web-{2C71EAB6-907A-8B2B-13E5-01F7CF9467D1}" dt="2026-02-09T01:52:19.279" v="15"/>
          <ac:spMkLst>
            <pc:docMk/>
            <pc:sldMk cId="2230064313" sldId="307"/>
            <ac:spMk id="3" creationId="{72E5D7C2-DD58-2FE2-8736-65CFF8122829}"/>
          </ac:spMkLst>
        </pc:spChg>
        <pc:spChg chg="mod">
          <ac:chgData name="Maisuria, Rohan N" userId="S::maisuriar4725@uhcl.edu::3ba683bb-df3e-4b87-bf69-1e34f6a55894" providerId="AD" clId="Web-{2C71EAB6-907A-8B2B-13E5-01F7CF9467D1}" dt="2026-02-09T01:52:09.170" v="13" actId="20577"/>
          <ac:spMkLst>
            <pc:docMk/>
            <pc:sldMk cId="2230064313" sldId="307"/>
            <ac:spMk id="9380" creationId="{79B31509-8C15-E3B0-3ACE-A16E3FF3679D}"/>
          </ac:spMkLst>
        </pc:spChg>
        <pc:spChg chg="mod">
          <ac:chgData name="Maisuria, Rohan N" userId="S::maisuriar4725@uhcl.edu::3ba683bb-df3e-4b87-bf69-1e34f6a55894" providerId="AD" clId="Web-{2C71EAB6-907A-8B2B-13E5-01F7CF9467D1}" dt="2026-02-09T01:52:25.061" v="16" actId="14100"/>
          <ac:spMkLst>
            <pc:docMk/>
            <pc:sldMk cId="2230064313" sldId="307"/>
            <ac:spMk id="9381" creationId="{8BD39AEA-16AD-5DDA-7E9C-C23C97855D80}"/>
          </ac:spMkLst>
        </pc:spChg>
        <pc:spChg chg="del">
          <ac:chgData name="Maisuria, Rohan N" userId="S::maisuriar4725@uhcl.edu::3ba683bb-df3e-4b87-bf69-1e34f6a55894" providerId="AD" clId="Web-{2C71EAB6-907A-8B2B-13E5-01F7CF9467D1}" dt="2026-02-09T01:52:15.170" v="14"/>
          <ac:spMkLst>
            <pc:docMk/>
            <pc:sldMk cId="2230064313" sldId="307"/>
            <ac:spMk id="9385" creationId="{F338F3FB-E141-D3FC-8BFE-FA1527586869}"/>
          </ac:spMkLst>
        </pc:spChg>
      </pc:sldChg>
    </pc:docChg>
  </pc:docChgLst>
  <pc:docChgLst>
    <pc:chgData name="Maisuria, Rohan N" userId="S::maisuriar4725@uhcl.edu::3ba683bb-df3e-4b87-bf69-1e34f6a55894" providerId="AD" clId="Web-{773BB091-B2B6-98BF-839D-4DE8A76172D2}"/>
    <pc:docChg chg="modSld">
      <pc:chgData name="Maisuria, Rohan N" userId="S::maisuriar4725@uhcl.edu::3ba683bb-df3e-4b87-bf69-1e34f6a55894" providerId="AD" clId="Web-{773BB091-B2B6-98BF-839D-4DE8A76172D2}" dt="2026-02-10T04:14:56.651" v="10"/>
      <pc:docMkLst>
        <pc:docMk/>
      </pc:docMkLst>
      <pc:sldChg chg="addSp delSp modSp">
        <pc:chgData name="Maisuria, Rohan N" userId="S::maisuriar4725@uhcl.edu::3ba683bb-df3e-4b87-bf69-1e34f6a55894" providerId="AD" clId="Web-{773BB091-B2B6-98BF-839D-4DE8A76172D2}" dt="2026-02-10T04:14:56.651" v="10"/>
        <pc:sldMkLst>
          <pc:docMk/>
          <pc:sldMk cId="0" sldId="271"/>
        </pc:sldMkLst>
        <pc:spChg chg="add del">
          <ac:chgData name="Maisuria, Rohan N" userId="S::maisuriar4725@uhcl.edu::3ba683bb-df3e-4b87-bf69-1e34f6a55894" providerId="AD" clId="Web-{773BB091-B2B6-98BF-839D-4DE8A76172D2}" dt="2026-02-10T04:14:12.525" v="1"/>
          <ac:spMkLst>
            <pc:docMk/>
            <pc:sldMk cId="0" sldId="271"/>
            <ac:spMk id="2" creationId="{5C520755-B5EE-6E4E-7A7B-A3135E2E9005}"/>
          </ac:spMkLst>
        </pc:spChg>
        <pc:spChg chg="add del">
          <ac:chgData name="Maisuria, Rohan N" userId="S::maisuriar4725@uhcl.edu::3ba683bb-df3e-4b87-bf69-1e34f6a55894" providerId="AD" clId="Web-{773BB091-B2B6-98BF-839D-4DE8A76172D2}" dt="2026-02-10T04:14:42.635" v="8"/>
          <ac:spMkLst>
            <pc:docMk/>
            <pc:sldMk cId="0" sldId="271"/>
            <ac:spMk id="3" creationId="{8962563E-2F94-CECF-EC65-416D714C0789}"/>
          </ac:spMkLst>
        </pc:spChg>
        <pc:spChg chg="mod">
          <ac:chgData name="Maisuria, Rohan N" userId="S::maisuriar4725@uhcl.edu::3ba683bb-df3e-4b87-bf69-1e34f6a55894" providerId="AD" clId="Web-{773BB091-B2B6-98BF-839D-4DE8A76172D2}" dt="2026-02-10T04:14:41.745" v="7" actId="1076"/>
          <ac:spMkLst>
            <pc:docMk/>
            <pc:sldMk cId="0" sldId="271"/>
            <ac:spMk id="9567" creationId="{00000000-0000-0000-0000-000000000000}"/>
          </ac:spMkLst>
        </pc:spChg>
        <pc:cxnChg chg="add del mod">
          <ac:chgData name="Maisuria, Rohan N" userId="S::maisuriar4725@uhcl.edu::3ba683bb-df3e-4b87-bf69-1e34f6a55894" providerId="AD" clId="Web-{773BB091-B2B6-98BF-839D-4DE8A76172D2}" dt="2026-02-10T04:14:56.651" v="10"/>
          <ac:cxnSpMkLst>
            <pc:docMk/>
            <pc:sldMk cId="0" sldId="271"/>
            <ac:cxnSpMk id="9583" creationId="{00000000-0000-0000-0000-000000000000}"/>
          </ac:cxnSpMkLst>
        </pc:cxnChg>
      </pc:sldChg>
    </pc:docChg>
  </pc:docChgLst>
  <pc:docChgLst>
    <pc:chgData name="Varela, Trinity A" userId="S::varelat1472@uhcl.edu::8e774b34-1373-4562-a2c8-7841e1a65b4d" providerId="AD" clId="Web-{164098B1-7549-5810-D987-4D6E653151C4}"/>
    <pc:docChg chg="modSld">
      <pc:chgData name="Varela, Trinity A" userId="S::varelat1472@uhcl.edu::8e774b34-1373-4562-a2c8-7841e1a65b4d" providerId="AD" clId="Web-{164098B1-7549-5810-D987-4D6E653151C4}" dt="2026-02-10T22:40:45.183" v="4"/>
      <pc:docMkLst>
        <pc:docMk/>
      </pc:docMkLst>
      <pc:sldChg chg="modNotes">
        <pc:chgData name="Varela, Trinity A" userId="S::varelat1472@uhcl.edu::8e774b34-1373-4562-a2c8-7841e1a65b4d" providerId="AD" clId="Web-{164098B1-7549-5810-D987-4D6E653151C4}" dt="2026-02-10T22:40:45.183" v="4"/>
        <pc:sldMkLst>
          <pc:docMk/>
          <pc:sldMk cId="4009174226" sldId="303"/>
        </pc:sldMkLst>
      </pc:sldChg>
    </pc:docChg>
  </pc:docChgLst>
  <pc:docChgLst>
    <pc:chgData name="Saragadam, Charan Sai" userId="S::saragadamc0904@uhcl.edu::3d7ac467-ea13-4f3a-9396-799bf767b280" providerId="AD" clId="Web-{369EF7D6-4CA6-921D-AF3E-E0373F0E1A18}"/>
    <pc:docChg chg="modSld">
      <pc:chgData name="Saragadam, Charan Sai" userId="S::saragadamc0904@uhcl.edu::3d7ac467-ea13-4f3a-9396-799bf767b280" providerId="AD" clId="Web-{369EF7D6-4CA6-921D-AF3E-E0373F0E1A18}" dt="2026-02-10T22:25:35.373" v="183" actId="20577"/>
      <pc:docMkLst>
        <pc:docMk/>
      </pc:docMkLst>
      <pc:sldChg chg="modSp">
        <pc:chgData name="Saragadam, Charan Sai" userId="S::saragadamc0904@uhcl.edu::3d7ac467-ea13-4f3a-9396-799bf767b280" providerId="AD" clId="Web-{369EF7D6-4CA6-921D-AF3E-E0373F0E1A18}" dt="2026-02-10T22:25:35.373" v="183" actId="20577"/>
        <pc:sldMkLst>
          <pc:docMk/>
          <pc:sldMk cId="633592376" sldId="301"/>
        </pc:sldMkLst>
        <pc:spChg chg="mod">
          <ac:chgData name="Saragadam, Charan Sai" userId="S::saragadamc0904@uhcl.edu::3d7ac467-ea13-4f3a-9396-799bf767b280" providerId="AD" clId="Web-{369EF7D6-4CA6-921D-AF3E-E0373F0E1A18}" dt="2026-02-10T20:03:35.919" v="15" actId="1076"/>
          <ac:spMkLst>
            <pc:docMk/>
            <pc:sldMk cId="633592376" sldId="301"/>
            <ac:spMk id="9343" creationId="{A1006732-13BC-71C2-4FD0-79D1C147B3D0}"/>
          </ac:spMkLst>
        </pc:spChg>
        <pc:spChg chg="mod">
          <ac:chgData name="Saragadam, Charan Sai" userId="S::saragadamc0904@uhcl.edu::3d7ac467-ea13-4f3a-9396-799bf767b280" providerId="AD" clId="Web-{369EF7D6-4CA6-921D-AF3E-E0373F0E1A18}" dt="2026-02-10T22:24:23.746" v="128" actId="20577"/>
          <ac:spMkLst>
            <pc:docMk/>
            <pc:sldMk cId="633592376" sldId="301"/>
            <ac:spMk id="9345" creationId="{9A02BAF5-964B-80B0-2F6E-4CCA4D35409E}"/>
          </ac:spMkLst>
        </pc:spChg>
        <pc:spChg chg="mod">
          <ac:chgData name="Saragadam, Charan Sai" userId="S::saragadamc0904@uhcl.edu::3d7ac467-ea13-4f3a-9396-799bf767b280" providerId="AD" clId="Web-{369EF7D6-4CA6-921D-AF3E-E0373F0E1A18}" dt="2026-02-10T22:25:35.373" v="183" actId="20577"/>
          <ac:spMkLst>
            <pc:docMk/>
            <pc:sldMk cId="633592376" sldId="301"/>
            <ac:spMk id="9346" creationId="{60CC7FED-4385-7FA3-D675-5D89846E19EF}"/>
          </ac:spMkLst>
        </pc:spChg>
        <pc:spChg chg="mod">
          <ac:chgData name="Saragadam, Charan Sai" userId="S::saragadamc0904@uhcl.edu::3d7ac467-ea13-4f3a-9396-799bf767b280" providerId="AD" clId="Web-{369EF7D6-4CA6-921D-AF3E-E0373F0E1A18}" dt="2026-02-10T20:33:41.477" v="26" actId="20577"/>
          <ac:spMkLst>
            <pc:docMk/>
            <pc:sldMk cId="633592376" sldId="301"/>
            <ac:spMk id="9347" creationId="{4F746087-3D71-3CFB-D32F-00F892FF08F3}"/>
          </ac:spMkLst>
        </pc:spChg>
        <pc:spChg chg="mod">
          <ac:chgData name="Saragadam, Charan Sai" userId="S::saragadamc0904@uhcl.edu::3d7ac467-ea13-4f3a-9396-799bf767b280" providerId="AD" clId="Web-{369EF7D6-4CA6-921D-AF3E-E0373F0E1A18}" dt="2026-02-10T20:34:05.196" v="34" actId="20577"/>
          <ac:spMkLst>
            <pc:docMk/>
            <pc:sldMk cId="633592376" sldId="301"/>
            <ac:spMk id="9348" creationId="{F6D6B5B1-6CC2-85B6-03A2-667D73712C59}"/>
          </ac:spMkLst>
        </pc:spChg>
      </pc:sldChg>
      <pc:sldChg chg="modSp">
        <pc:chgData name="Saragadam, Charan Sai" userId="S::saragadamc0904@uhcl.edu::3d7ac467-ea13-4f3a-9396-799bf767b280" providerId="AD" clId="Web-{369EF7D6-4CA6-921D-AF3E-E0373F0E1A18}" dt="2026-02-10T19:43:03.858" v="7" actId="20577"/>
        <pc:sldMkLst>
          <pc:docMk/>
          <pc:sldMk cId="3920967724" sldId="305"/>
        </pc:sldMkLst>
        <pc:spChg chg="mod">
          <ac:chgData name="Saragadam, Charan Sai" userId="S::saragadamc0904@uhcl.edu::3d7ac467-ea13-4f3a-9396-799bf767b280" providerId="AD" clId="Web-{369EF7D6-4CA6-921D-AF3E-E0373F0E1A18}" dt="2026-02-10T19:43:03.858" v="7" actId="20577"/>
          <ac:spMkLst>
            <pc:docMk/>
            <pc:sldMk cId="3920967724" sldId="305"/>
            <ac:spMk id="9381" creationId="{E4D862D1-E0F0-0231-847B-230F7E96355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9" name="Google Shape;8149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0" name="Google Shape;8150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1" name="Google Shape;8521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2" name="Google Shape;8522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" name="Google Shape;892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0" name="Google Shape;893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6">
          <a:extLst>
            <a:ext uri="{FF2B5EF4-FFF2-40B4-BE49-F238E27FC236}">
              <a16:creationId xmlns:a16="http://schemas.microsoft.com/office/drawing/2014/main" id="{4F8ABC9F-D537-0B34-6DEF-736555D41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7" name="Google Shape;9377;g184d99d1a72_0_2:notes">
            <a:extLst>
              <a:ext uri="{FF2B5EF4-FFF2-40B4-BE49-F238E27FC236}">
                <a16:creationId xmlns:a16="http://schemas.microsoft.com/office/drawing/2014/main" id="{5248B01C-57DD-E5DB-8B8F-1659457F94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8" name="Google Shape;9378;g184d99d1a72_0_2:notes">
            <a:extLst>
              <a:ext uri="{FF2B5EF4-FFF2-40B4-BE49-F238E27FC236}">
                <a16:creationId xmlns:a16="http://schemas.microsoft.com/office/drawing/2014/main" id="{BC04C29D-67EC-62A8-C119-0D33F56245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6904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39">
          <a:extLst>
            <a:ext uri="{FF2B5EF4-FFF2-40B4-BE49-F238E27FC236}">
              <a16:creationId xmlns:a16="http://schemas.microsoft.com/office/drawing/2014/main" id="{5C16B29F-9B0C-A425-EFE3-5479E0302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0" name="Google Shape;9340;g184d99d1a72_0_57:notes">
            <a:extLst>
              <a:ext uri="{FF2B5EF4-FFF2-40B4-BE49-F238E27FC236}">
                <a16:creationId xmlns:a16="http://schemas.microsoft.com/office/drawing/2014/main" id="{CFDBD084-6928-84D0-134A-3D0FA04EA1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1" name="Google Shape;9341;g184d99d1a72_0_57:notes">
            <a:extLst>
              <a:ext uri="{FF2B5EF4-FFF2-40B4-BE49-F238E27FC236}">
                <a16:creationId xmlns:a16="http://schemas.microsoft.com/office/drawing/2014/main" id="{1689BB01-34A5-C606-4D91-F1C70415C2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5216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28">
          <a:extLst>
            <a:ext uri="{FF2B5EF4-FFF2-40B4-BE49-F238E27FC236}">
              <a16:creationId xmlns:a16="http://schemas.microsoft.com/office/drawing/2014/main" id="{E4C61D8E-1C6B-0F6E-D9B4-34941FC20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" name="Google Shape;8929;g54dda1946d_6_308:notes">
            <a:extLst>
              <a:ext uri="{FF2B5EF4-FFF2-40B4-BE49-F238E27FC236}">
                <a16:creationId xmlns:a16="http://schemas.microsoft.com/office/drawing/2014/main" id="{C266E4A0-C337-2810-A3F8-FCB7C1FF39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0" name="Google Shape;8930;g54dda1946d_6_308:notes">
            <a:extLst>
              <a:ext uri="{FF2B5EF4-FFF2-40B4-BE49-F238E27FC236}">
                <a16:creationId xmlns:a16="http://schemas.microsoft.com/office/drawing/2014/main" id="{E40D4885-0B4A-84A6-7DB6-4E02F3726F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5602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21">
          <a:extLst>
            <a:ext uri="{FF2B5EF4-FFF2-40B4-BE49-F238E27FC236}">
              <a16:creationId xmlns:a16="http://schemas.microsoft.com/office/drawing/2014/main" id="{5DDDCDA5-212D-DC72-8834-65062EA91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2" name="Google Shape;8922;g54dda1946d_6_322:notes">
            <a:extLst>
              <a:ext uri="{FF2B5EF4-FFF2-40B4-BE49-F238E27FC236}">
                <a16:creationId xmlns:a16="http://schemas.microsoft.com/office/drawing/2014/main" id="{09CC1BFD-BBC3-78C4-9C0F-67EE1C07A6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3" name="Google Shape;8923;g54dda1946d_6_322:notes">
            <a:extLst>
              <a:ext uri="{FF2B5EF4-FFF2-40B4-BE49-F238E27FC236}">
                <a16:creationId xmlns:a16="http://schemas.microsoft.com/office/drawing/2014/main" id="{18B19D7D-02E5-2B4D-7649-F602E7F7E9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Heavy course loads, unpredictable schedules, long study sessions, and the pressure to perform can make it difficult</a:t>
            </a:r>
          </a:p>
          <a:p>
            <a:pPr marL="0" indent="0">
              <a:buNone/>
            </a:pPr>
            <a:r>
              <a:rPr lang="en-US">
                <a:highlight>
                  <a:srgbClr val="FFFFFF"/>
                </a:highlight>
              </a:rPr>
              <a:t>We aim to create a culture where physical wellness is properly prioritized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369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8">
          <a:extLst>
            <a:ext uri="{FF2B5EF4-FFF2-40B4-BE49-F238E27FC236}">
              <a16:creationId xmlns:a16="http://schemas.microsoft.com/office/drawing/2014/main" id="{945C48A1-C0C3-6BB0-CB75-191BB3A29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9" name="Google Shape;9289;g54dda1946d_6_332:notes">
            <a:extLst>
              <a:ext uri="{FF2B5EF4-FFF2-40B4-BE49-F238E27FC236}">
                <a16:creationId xmlns:a16="http://schemas.microsoft.com/office/drawing/2014/main" id="{707CA00B-467A-5489-9FAA-2522F5068D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0" name="Google Shape;9290;g54dda1946d_6_332:notes">
            <a:extLst>
              <a:ext uri="{FF2B5EF4-FFF2-40B4-BE49-F238E27FC236}">
                <a16:creationId xmlns:a16="http://schemas.microsoft.com/office/drawing/2014/main" id="{39CA4420-76AD-0AD1-0893-33E28B62D5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075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28">
          <a:extLst>
            <a:ext uri="{FF2B5EF4-FFF2-40B4-BE49-F238E27FC236}">
              <a16:creationId xmlns:a16="http://schemas.microsoft.com/office/drawing/2014/main" id="{DE96DA9D-B754-3ECC-A929-8729E8C1C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" name="Google Shape;8929;g54dda1946d_6_308:notes">
            <a:extLst>
              <a:ext uri="{FF2B5EF4-FFF2-40B4-BE49-F238E27FC236}">
                <a16:creationId xmlns:a16="http://schemas.microsoft.com/office/drawing/2014/main" id="{F1E7D506-70C0-093A-CD9A-91A1B09764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0" name="Google Shape;8930;g54dda1946d_6_308:notes">
            <a:extLst>
              <a:ext uri="{FF2B5EF4-FFF2-40B4-BE49-F238E27FC236}">
                <a16:creationId xmlns:a16="http://schemas.microsoft.com/office/drawing/2014/main" id="{0D11297F-B2BE-5C82-38F4-4D5C01C502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22188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6">
          <a:extLst>
            <a:ext uri="{FF2B5EF4-FFF2-40B4-BE49-F238E27FC236}">
              <a16:creationId xmlns:a16="http://schemas.microsoft.com/office/drawing/2014/main" id="{5D5D2917-C643-0F80-D0DE-D0AE33918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7" name="Google Shape;9377;g184d99d1a72_0_2:notes">
            <a:extLst>
              <a:ext uri="{FF2B5EF4-FFF2-40B4-BE49-F238E27FC236}">
                <a16:creationId xmlns:a16="http://schemas.microsoft.com/office/drawing/2014/main" id="{1FBE8C22-A449-7FBF-BFC6-17B0827ABC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8" name="Google Shape;9378;g184d99d1a72_0_2:notes">
            <a:extLst>
              <a:ext uri="{FF2B5EF4-FFF2-40B4-BE49-F238E27FC236}">
                <a16:creationId xmlns:a16="http://schemas.microsoft.com/office/drawing/2014/main" id="{F26932B3-D05F-AF1A-87DE-EFD178D7E4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13323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69">
          <a:extLst>
            <a:ext uri="{FF2B5EF4-FFF2-40B4-BE49-F238E27FC236}">
              <a16:creationId xmlns:a16="http://schemas.microsoft.com/office/drawing/2014/main" id="{27B0A73B-C8FB-EC6A-2EF1-5E5D638CB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0" name="Google Shape;9470;g216241d4a31_0_0:notes">
            <a:extLst>
              <a:ext uri="{FF2B5EF4-FFF2-40B4-BE49-F238E27FC236}">
                <a16:creationId xmlns:a16="http://schemas.microsoft.com/office/drawing/2014/main" id="{D51FDEE7-EC2E-48E8-D5C5-E86FDF7998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1" name="Google Shape;9471;g216241d4a31_0_0:notes">
            <a:extLst>
              <a:ext uri="{FF2B5EF4-FFF2-40B4-BE49-F238E27FC236}">
                <a16:creationId xmlns:a16="http://schemas.microsoft.com/office/drawing/2014/main" id="{42131192-8E61-21F1-5EAF-3A9B19C0F3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27787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4" name="Google Shape;8514;g232ee0d039c_0_28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5" name="Google Shape;8515;g232ee0d039c_0_28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0" name="Google Shape;9560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1" name="Google Shape;9561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3" name="Google Shape;9493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4" name="Google Shape;9494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0" name="Google Shape;9460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1" name="Google Shape;9461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538237" y="2016492"/>
            <a:ext cx="3615283" cy="3279401"/>
          </a:xfrm>
          <a:custGeom>
            <a:avLst/>
            <a:gdLst/>
            <a:ahLst/>
            <a:cxnLst/>
            <a:rect l="l" t="t" r="r" b="b"/>
            <a:pathLst>
              <a:path w="18268" h="16571" extrusionOk="0">
                <a:moveTo>
                  <a:pt x="18267" y="0"/>
                </a:moveTo>
                <a:cubicBezTo>
                  <a:pt x="17011" y="685"/>
                  <a:pt x="15979" y="1778"/>
                  <a:pt x="15438" y="3106"/>
                </a:cubicBezTo>
                <a:cubicBezTo>
                  <a:pt x="14743" y="4812"/>
                  <a:pt x="14896" y="6733"/>
                  <a:pt x="14937" y="8572"/>
                </a:cubicBezTo>
                <a:cubicBezTo>
                  <a:pt x="14937" y="9083"/>
                  <a:pt x="14937" y="9603"/>
                  <a:pt x="14773" y="10084"/>
                </a:cubicBezTo>
                <a:cubicBezTo>
                  <a:pt x="14318" y="11360"/>
                  <a:pt x="12827" y="11974"/>
                  <a:pt x="11468" y="11974"/>
                </a:cubicBezTo>
                <a:cubicBezTo>
                  <a:pt x="11456" y="11974"/>
                  <a:pt x="11444" y="11974"/>
                  <a:pt x="11433" y="11974"/>
                </a:cubicBezTo>
                <a:cubicBezTo>
                  <a:pt x="10074" y="11974"/>
                  <a:pt x="8746" y="11524"/>
                  <a:pt x="7387" y="11412"/>
                </a:cubicBezTo>
                <a:cubicBezTo>
                  <a:pt x="7166" y="11393"/>
                  <a:pt x="6944" y="11383"/>
                  <a:pt x="6721" y="11383"/>
                </a:cubicBezTo>
                <a:cubicBezTo>
                  <a:pt x="4806" y="11383"/>
                  <a:pt x="2877" y="12088"/>
                  <a:pt x="1512" y="13424"/>
                </a:cubicBezTo>
                <a:cubicBezTo>
                  <a:pt x="849" y="14078"/>
                  <a:pt x="327" y="14875"/>
                  <a:pt x="0" y="15733"/>
                </a:cubicBezTo>
                <a:lnTo>
                  <a:pt x="0" y="16571"/>
                </a:lnTo>
                <a:lnTo>
                  <a:pt x="18267" y="16571"/>
                </a:lnTo>
                <a:lnTo>
                  <a:pt x="1826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19050" y="-19050"/>
            <a:ext cx="2450825" cy="3045681"/>
          </a:xfrm>
          <a:custGeom>
            <a:avLst/>
            <a:gdLst/>
            <a:ahLst/>
            <a:cxnLst/>
            <a:rect l="l" t="t" r="r" b="b"/>
            <a:pathLst>
              <a:path w="12384" h="15390" extrusionOk="0">
                <a:moveTo>
                  <a:pt x="1" y="0"/>
                </a:moveTo>
                <a:lnTo>
                  <a:pt x="1" y="9307"/>
                </a:lnTo>
                <a:cubicBezTo>
                  <a:pt x="471" y="9440"/>
                  <a:pt x="869" y="9593"/>
                  <a:pt x="951" y="9634"/>
                </a:cubicBezTo>
                <a:cubicBezTo>
                  <a:pt x="3195" y="10921"/>
                  <a:pt x="5082" y="15390"/>
                  <a:pt x="7943" y="15390"/>
                </a:cubicBezTo>
                <a:cubicBezTo>
                  <a:pt x="8533" y="15390"/>
                  <a:pt x="9165" y="15200"/>
                  <a:pt x="9849" y="14753"/>
                </a:cubicBezTo>
                <a:cubicBezTo>
                  <a:pt x="12036" y="13322"/>
                  <a:pt x="12383" y="9787"/>
                  <a:pt x="11484" y="7540"/>
                </a:cubicBezTo>
                <a:cubicBezTo>
                  <a:pt x="10615" y="5394"/>
                  <a:pt x="8388" y="3351"/>
                  <a:pt x="8848" y="858"/>
                </a:cubicBezTo>
                <a:cubicBezTo>
                  <a:pt x="8910" y="562"/>
                  <a:pt x="8991" y="276"/>
                  <a:pt x="910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3225" y="1160850"/>
            <a:ext cx="6450900" cy="18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13225" y="3235425"/>
            <a:ext cx="40986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294369" y="3533816"/>
            <a:ext cx="81758" cy="608663"/>
            <a:chOff x="-1154155" y="1061718"/>
            <a:chExt cx="36015" cy="268015"/>
          </a:xfrm>
        </p:grpSpPr>
        <p:sp>
          <p:nvSpPr>
            <p:cNvPr id="14" name="Google Shape;14;p2"/>
            <p:cNvSpPr/>
            <p:nvPr/>
          </p:nvSpPr>
          <p:spPr>
            <a:xfrm>
              <a:off x="-1154155" y="1061718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195" y="0"/>
                  </a:moveTo>
                  <a:cubicBezTo>
                    <a:pt x="175" y="0"/>
                    <a:pt x="164" y="11"/>
                    <a:pt x="144" y="11"/>
                  </a:cubicBezTo>
                  <a:cubicBezTo>
                    <a:pt x="134" y="21"/>
                    <a:pt x="123" y="31"/>
                    <a:pt x="103" y="31"/>
                  </a:cubicBezTo>
                  <a:lnTo>
                    <a:pt x="73" y="62"/>
                  </a:lnTo>
                  <a:cubicBezTo>
                    <a:pt x="62" y="72"/>
                    <a:pt x="52" y="82"/>
                    <a:pt x="42" y="103"/>
                  </a:cubicBezTo>
                  <a:cubicBezTo>
                    <a:pt x="32" y="113"/>
                    <a:pt x="32" y="123"/>
                    <a:pt x="21" y="143"/>
                  </a:cubicBezTo>
                  <a:cubicBezTo>
                    <a:pt x="21" y="154"/>
                    <a:pt x="11" y="164"/>
                    <a:pt x="11" y="184"/>
                  </a:cubicBezTo>
                  <a:cubicBezTo>
                    <a:pt x="1" y="195"/>
                    <a:pt x="1" y="215"/>
                    <a:pt x="1" y="225"/>
                  </a:cubicBezTo>
                  <a:cubicBezTo>
                    <a:pt x="1" y="286"/>
                    <a:pt x="32" y="348"/>
                    <a:pt x="73" y="389"/>
                  </a:cubicBezTo>
                  <a:cubicBezTo>
                    <a:pt x="114" y="440"/>
                    <a:pt x="175" y="461"/>
                    <a:pt x="236" y="461"/>
                  </a:cubicBezTo>
                  <a:cubicBezTo>
                    <a:pt x="297" y="461"/>
                    <a:pt x="359" y="440"/>
                    <a:pt x="400" y="389"/>
                  </a:cubicBezTo>
                  <a:lnTo>
                    <a:pt x="430" y="358"/>
                  </a:lnTo>
                  <a:cubicBezTo>
                    <a:pt x="440" y="348"/>
                    <a:pt x="440" y="327"/>
                    <a:pt x="450" y="318"/>
                  </a:cubicBezTo>
                  <a:cubicBezTo>
                    <a:pt x="461" y="307"/>
                    <a:pt x="461" y="286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59" y="21"/>
                    <a:pt x="297" y="0"/>
                    <a:pt x="2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1154155" y="1139575"/>
              <a:ext cx="35193" cy="112300"/>
            </a:xfrm>
            <a:custGeom>
              <a:avLst/>
              <a:gdLst/>
              <a:ahLst/>
              <a:cxnLst/>
              <a:rect l="l" t="t" r="r" b="b"/>
              <a:pathLst>
                <a:path w="471" h="1503" extrusionOk="0">
                  <a:moveTo>
                    <a:pt x="236" y="1"/>
                  </a:moveTo>
                  <a:cubicBezTo>
                    <a:pt x="114" y="1"/>
                    <a:pt x="1" y="103"/>
                    <a:pt x="1" y="225"/>
                  </a:cubicBezTo>
                  <a:cubicBezTo>
                    <a:pt x="1" y="358"/>
                    <a:pt x="114" y="461"/>
                    <a:pt x="236" y="461"/>
                  </a:cubicBezTo>
                  <a:cubicBezTo>
                    <a:pt x="369" y="461"/>
                    <a:pt x="471" y="358"/>
                    <a:pt x="471" y="225"/>
                  </a:cubicBezTo>
                  <a:cubicBezTo>
                    <a:pt x="471" y="103"/>
                    <a:pt x="369" y="1"/>
                    <a:pt x="236" y="1"/>
                  </a:cubicBezTo>
                  <a:close/>
                  <a:moveTo>
                    <a:pt x="236" y="1043"/>
                  </a:moveTo>
                  <a:cubicBezTo>
                    <a:pt x="114" y="1043"/>
                    <a:pt x="1" y="1145"/>
                    <a:pt x="1" y="1267"/>
                  </a:cubicBezTo>
                  <a:cubicBezTo>
                    <a:pt x="1" y="1401"/>
                    <a:pt x="114" y="1503"/>
                    <a:pt x="236" y="1503"/>
                  </a:cubicBezTo>
                  <a:cubicBezTo>
                    <a:pt x="369" y="1503"/>
                    <a:pt x="471" y="1401"/>
                    <a:pt x="471" y="1267"/>
                  </a:cubicBezTo>
                  <a:cubicBezTo>
                    <a:pt x="471" y="1145"/>
                    <a:pt x="369" y="1043"/>
                    <a:pt x="236" y="10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1154155" y="1295289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236" y="1"/>
                  </a:moveTo>
                  <a:cubicBezTo>
                    <a:pt x="175" y="1"/>
                    <a:pt x="114" y="21"/>
                    <a:pt x="73" y="62"/>
                  </a:cubicBezTo>
                  <a:cubicBezTo>
                    <a:pt x="32" y="113"/>
                    <a:pt x="1" y="175"/>
                    <a:pt x="1" y="225"/>
                  </a:cubicBezTo>
                  <a:cubicBezTo>
                    <a:pt x="1" y="246"/>
                    <a:pt x="1" y="256"/>
                    <a:pt x="11" y="277"/>
                  </a:cubicBezTo>
                  <a:cubicBezTo>
                    <a:pt x="11" y="287"/>
                    <a:pt x="21" y="307"/>
                    <a:pt x="21" y="318"/>
                  </a:cubicBezTo>
                  <a:cubicBezTo>
                    <a:pt x="32" y="328"/>
                    <a:pt x="32" y="348"/>
                    <a:pt x="42" y="359"/>
                  </a:cubicBezTo>
                  <a:lnTo>
                    <a:pt x="73" y="389"/>
                  </a:lnTo>
                  <a:cubicBezTo>
                    <a:pt x="114" y="440"/>
                    <a:pt x="175" y="461"/>
                    <a:pt x="236" y="461"/>
                  </a:cubicBezTo>
                  <a:lnTo>
                    <a:pt x="277" y="461"/>
                  </a:lnTo>
                  <a:cubicBezTo>
                    <a:pt x="297" y="450"/>
                    <a:pt x="307" y="450"/>
                    <a:pt x="328" y="440"/>
                  </a:cubicBezTo>
                  <a:cubicBezTo>
                    <a:pt x="338" y="440"/>
                    <a:pt x="348" y="430"/>
                    <a:pt x="369" y="420"/>
                  </a:cubicBezTo>
                  <a:lnTo>
                    <a:pt x="400" y="389"/>
                  </a:lnTo>
                  <a:lnTo>
                    <a:pt x="430" y="359"/>
                  </a:lnTo>
                  <a:cubicBezTo>
                    <a:pt x="440" y="348"/>
                    <a:pt x="440" y="328"/>
                    <a:pt x="450" y="318"/>
                  </a:cubicBezTo>
                  <a:cubicBezTo>
                    <a:pt x="461" y="307"/>
                    <a:pt x="461" y="287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89" y="52"/>
                    <a:pt x="379" y="41"/>
                    <a:pt x="369" y="41"/>
                  </a:cubicBezTo>
                  <a:cubicBezTo>
                    <a:pt x="348" y="32"/>
                    <a:pt x="338" y="21"/>
                    <a:pt x="328" y="11"/>
                  </a:cubicBezTo>
                  <a:cubicBezTo>
                    <a:pt x="307" y="11"/>
                    <a:pt x="297" y="1"/>
                    <a:pt x="2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7;p2"/>
          <p:cNvSpPr/>
          <p:nvPr/>
        </p:nvSpPr>
        <p:spPr>
          <a:xfrm>
            <a:off x="997926" y="142875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8703376" y="1532000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-663942" y="271305"/>
            <a:ext cx="1281912" cy="1162406"/>
          </a:xfrm>
          <a:custGeom>
            <a:avLst/>
            <a:gdLst/>
            <a:ahLst/>
            <a:cxnLst/>
            <a:rect l="l" t="t" r="r" b="b"/>
            <a:pathLst>
              <a:path w="10452" h="9478" extrusionOk="0">
                <a:moveTo>
                  <a:pt x="5225" y="0"/>
                </a:moveTo>
                <a:cubicBezTo>
                  <a:pt x="4038" y="0"/>
                  <a:pt x="2851" y="443"/>
                  <a:pt x="1932" y="1332"/>
                </a:cubicBezTo>
                <a:cubicBezTo>
                  <a:pt x="52" y="3150"/>
                  <a:pt x="0" y="6154"/>
                  <a:pt x="1819" y="8034"/>
                </a:cubicBezTo>
                <a:cubicBezTo>
                  <a:pt x="2748" y="8994"/>
                  <a:pt x="3985" y="9477"/>
                  <a:pt x="5224" y="9477"/>
                </a:cubicBezTo>
                <a:cubicBezTo>
                  <a:pt x="6409" y="9477"/>
                  <a:pt x="7597" y="9035"/>
                  <a:pt x="8521" y="8146"/>
                </a:cubicBezTo>
                <a:cubicBezTo>
                  <a:pt x="10400" y="6328"/>
                  <a:pt x="10452" y="3324"/>
                  <a:pt x="8633" y="1444"/>
                </a:cubicBezTo>
                <a:cubicBezTo>
                  <a:pt x="7704" y="484"/>
                  <a:pt x="6465" y="0"/>
                  <a:pt x="522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1281010" y="4603998"/>
            <a:ext cx="922194" cy="913197"/>
          </a:xfrm>
          <a:custGeom>
            <a:avLst/>
            <a:gdLst/>
            <a:ahLst/>
            <a:cxnLst/>
            <a:rect l="l" t="t" r="r" b="b"/>
            <a:pathLst>
              <a:path w="12342" h="12222" extrusionOk="0">
                <a:moveTo>
                  <a:pt x="6166" y="3107"/>
                </a:moveTo>
                <a:cubicBezTo>
                  <a:pt x="6185" y="3107"/>
                  <a:pt x="6203" y="3107"/>
                  <a:pt x="6222" y="3107"/>
                </a:cubicBezTo>
                <a:cubicBezTo>
                  <a:pt x="7888" y="3138"/>
                  <a:pt x="9205" y="4507"/>
                  <a:pt x="9175" y="6162"/>
                </a:cubicBezTo>
                <a:cubicBezTo>
                  <a:pt x="9144" y="7808"/>
                  <a:pt x="7806" y="9115"/>
                  <a:pt x="6177" y="9115"/>
                </a:cubicBezTo>
                <a:cubicBezTo>
                  <a:pt x="6158" y="9115"/>
                  <a:pt x="6139" y="9115"/>
                  <a:pt x="6120" y="9114"/>
                </a:cubicBezTo>
                <a:cubicBezTo>
                  <a:pt x="4455" y="9084"/>
                  <a:pt x="3137" y="7715"/>
                  <a:pt x="3168" y="6060"/>
                </a:cubicBezTo>
                <a:cubicBezTo>
                  <a:pt x="3198" y="4413"/>
                  <a:pt x="4536" y="3107"/>
                  <a:pt x="6166" y="3107"/>
                </a:cubicBezTo>
                <a:close/>
                <a:moveTo>
                  <a:pt x="6160" y="0"/>
                </a:moveTo>
                <a:cubicBezTo>
                  <a:pt x="2840" y="0"/>
                  <a:pt x="123" y="2665"/>
                  <a:pt x="62" y="6009"/>
                </a:cubicBezTo>
                <a:cubicBezTo>
                  <a:pt x="1" y="9380"/>
                  <a:pt x="2698" y="12159"/>
                  <a:pt x="6069" y="12220"/>
                </a:cubicBezTo>
                <a:cubicBezTo>
                  <a:pt x="6107" y="12221"/>
                  <a:pt x="6144" y="12221"/>
                  <a:pt x="6182" y="12221"/>
                </a:cubicBezTo>
                <a:cubicBezTo>
                  <a:pt x="9502" y="12221"/>
                  <a:pt x="12220" y="9547"/>
                  <a:pt x="12281" y="6213"/>
                </a:cubicBezTo>
                <a:cubicBezTo>
                  <a:pt x="12342" y="2842"/>
                  <a:pt x="9655" y="63"/>
                  <a:pt x="6273" y="1"/>
                </a:cubicBezTo>
                <a:cubicBezTo>
                  <a:pt x="6236" y="1"/>
                  <a:pt x="6198" y="0"/>
                  <a:pt x="616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713225" y="3762200"/>
            <a:ext cx="5544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 i="1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2864625"/>
            <a:ext cx="1210800" cy="8418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 i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>
            <a:spLocks noGrp="1"/>
          </p:cNvSpPr>
          <p:nvPr>
            <p:ph type="pic" idx="3"/>
          </p:nvPr>
        </p:nvSpPr>
        <p:spPr>
          <a:xfrm>
            <a:off x="5067300" y="539500"/>
            <a:ext cx="3363600" cy="3364500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Google Shape;25;p3"/>
          <p:cNvSpPr/>
          <p:nvPr/>
        </p:nvSpPr>
        <p:spPr>
          <a:xfrm>
            <a:off x="-19050" y="-76200"/>
            <a:ext cx="2800372" cy="2587981"/>
          </a:xfrm>
          <a:custGeom>
            <a:avLst/>
            <a:gdLst/>
            <a:ahLst/>
            <a:cxnLst/>
            <a:rect l="l" t="t" r="r" b="b"/>
            <a:pathLst>
              <a:path w="18278" h="16892" extrusionOk="0">
                <a:moveTo>
                  <a:pt x="1" y="1"/>
                </a:moveTo>
                <a:lnTo>
                  <a:pt x="1" y="14610"/>
                </a:lnTo>
                <a:cubicBezTo>
                  <a:pt x="654" y="15611"/>
                  <a:pt x="1706" y="16398"/>
                  <a:pt x="2871" y="16715"/>
                </a:cubicBezTo>
                <a:cubicBezTo>
                  <a:pt x="3324" y="16835"/>
                  <a:pt x="3787" y="16892"/>
                  <a:pt x="4252" y="16892"/>
                </a:cubicBezTo>
                <a:cubicBezTo>
                  <a:pt x="5841" y="16892"/>
                  <a:pt x="7437" y="16225"/>
                  <a:pt x="8623" y="15141"/>
                </a:cubicBezTo>
                <a:cubicBezTo>
                  <a:pt x="9236" y="14590"/>
                  <a:pt x="9757" y="13915"/>
                  <a:pt x="10094" y="13159"/>
                </a:cubicBezTo>
                <a:cubicBezTo>
                  <a:pt x="10942" y="11320"/>
                  <a:pt x="10676" y="9165"/>
                  <a:pt x="11095" y="7172"/>
                </a:cubicBezTo>
                <a:cubicBezTo>
                  <a:pt x="11493" y="5313"/>
                  <a:pt x="12535" y="3597"/>
                  <a:pt x="13997" y="2381"/>
                </a:cubicBezTo>
                <a:cubicBezTo>
                  <a:pt x="15212" y="1370"/>
                  <a:pt x="16714" y="706"/>
                  <a:pt x="18277" y="481"/>
                </a:cubicBezTo>
                <a:lnTo>
                  <a:pt x="1827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6267466" y="2085210"/>
            <a:ext cx="2886167" cy="3067807"/>
          </a:xfrm>
          <a:custGeom>
            <a:avLst/>
            <a:gdLst/>
            <a:ahLst/>
            <a:cxnLst/>
            <a:rect l="l" t="t" r="r" b="b"/>
            <a:pathLst>
              <a:path w="11218" h="11924" extrusionOk="0">
                <a:moveTo>
                  <a:pt x="11218" y="1"/>
                </a:moveTo>
                <a:cubicBezTo>
                  <a:pt x="10870" y="389"/>
                  <a:pt x="10472" y="736"/>
                  <a:pt x="10053" y="1043"/>
                </a:cubicBezTo>
                <a:cubicBezTo>
                  <a:pt x="8194" y="2423"/>
                  <a:pt x="5957" y="3036"/>
                  <a:pt x="4005" y="4271"/>
                </a:cubicBezTo>
                <a:cubicBezTo>
                  <a:pt x="1655" y="5774"/>
                  <a:pt x="0" y="8164"/>
                  <a:pt x="11" y="11035"/>
                </a:cubicBezTo>
                <a:cubicBezTo>
                  <a:pt x="11" y="11188"/>
                  <a:pt x="11" y="11525"/>
                  <a:pt x="31" y="11924"/>
                </a:cubicBezTo>
                <a:lnTo>
                  <a:pt x="11218" y="11924"/>
                </a:lnTo>
                <a:lnTo>
                  <a:pt x="11218" y="1063"/>
                </a:lnTo>
                <a:lnTo>
                  <a:pt x="1121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7243535" y="-524289"/>
            <a:ext cx="922194" cy="913197"/>
          </a:xfrm>
          <a:custGeom>
            <a:avLst/>
            <a:gdLst/>
            <a:ahLst/>
            <a:cxnLst/>
            <a:rect l="l" t="t" r="r" b="b"/>
            <a:pathLst>
              <a:path w="12342" h="12222" extrusionOk="0">
                <a:moveTo>
                  <a:pt x="6166" y="3107"/>
                </a:moveTo>
                <a:cubicBezTo>
                  <a:pt x="6185" y="3107"/>
                  <a:pt x="6203" y="3107"/>
                  <a:pt x="6222" y="3107"/>
                </a:cubicBezTo>
                <a:cubicBezTo>
                  <a:pt x="7888" y="3138"/>
                  <a:pt x="9205" y="4507"/>
                  <a:pt x="9175" y="6162"/>
                </a:cubicBezTo>
                <a:cubicBezTo>
                  <a:pt x="9144" y="7808"/>
                  <a:pt x="7806" y="9115"/>
                  <a:pt x="6177" y="9115"/>
                </a:cubicBezTo>
                <a:cubicBezTo>
                  <a:pt x="6158" y="9115"/>
                  <a:pt x="6139" y="9115"/>
                  <a:pt x="6120" y="9114"/>
                </a:cubicBezTo>
                <a:cubicBezTo>
                  <a:pt x="4455" y="9084"/>
                  <a:pt x="3137" y="7715"/>
                  <a:pt x="3168" y="6060"/>
                </a:cubicBezTo>
                <a:cubicBezTo>
                  <a:pt x="3198" y="4413"/>
                  <a:pt x="4536" y="3107"/>
                  <a:pt x="6166" y="3107"/>
                </a:cubicBezTo>
                <a:close/>
                <a:moveTo>
                  <a:pt x="6160" y="0"/>
                </a:moveTo>
                <a:cubicBezTo>
                  <a:pt x="2840" y="0"/>
                  <a:pt x="123" y="2665"/>
                  <a:pt x="62" y="6009"/>
                </a:cubicBezTo>
                <a:cubicBezTo>
                  <a:pt x="1" y="9380"/>
                  <a:pt x="2698" y="12159"/>
                  <a:pt x="6069" y="12220"/>
                </a:cubicBezTo>
                <a:cubicBezTo>
                  <a:pt x="6107" y="12221"/>
                  <a:pt x="6144" y="12221"/>
                  <a:pt x="6182" y="12221"/>
                </a:cubicBezTo>
                <a:cubicBezTo>
                  <a:pt x="9502" y="12221"/>
                  <a:pt x="12220" y="9547"/>
                  <a:pt x="12281" y="6213"/>
                </a:cubicBezTo>
                <a:cubicBezTo>
                  <a:pt x="12342" y="2842"/>
                  <a:pt x="9655" y="63"/>
                  <a:pt x="6273" y="1"/>
                </a:cubicBezTo>
                <a:cubicBezTo>
                  <a:pt x="6236" y="1"/>
                  <a:pt x="6198" y="0"/>
                  <a:pt x="61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8693851" y="415987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" name="Google Shape;29;p3"/>
          <p:cNvGrpSpPr/>
          <p:nvPr/>
        </p:nvGrpSpPr>
        <p:grpSpPr>
          <a:xfrm rot="5400000">
            <a:off x="6269819" y="-38934"/>
            <a:ext cx="81758" cy="608663"/>
            <a:chOff x="-1154155" y="1061718"/>
            <a:chExt cx="36015" cy="268015"/>
          </a:xfrm>
        </p:grpSpPr>
        <p:sp>
          <p:nvSpPr>
            <p:cNvPr id="30" name="Google Shape;30;p3"/>
            <p:cNvSpPr/>
            <p:nvPr/>
          </p:nvSpPr>
          <p:spPr>
            <a:xfrm>
              <a:off x="-1154155" y="1061718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195" y="0"/>
                  </a:moveTo>
                  <a:cubicBezTo>
                    <a:pt x="175" y="0"/>
                    <a:pt x="164" y="11"/>
                    <a:pt x="144" y="11"/>
                  </a:cubicBezTo>
                  <a:cubicBezTo>
                    <a:pt x="134" y="21"/>
                    <a:pt x="123" y="31"/>
                    <a:pt x="103" y="31"/>
                  </a:cubicBezTo>
                  <a:lnTo>
                    <a:pt x="73" y="62"/>
                  </a:lnTo>
                  <a:cubicBezTo>
                    <a:pt x="62" y="72"/>
                    <a:pt x="52" y="82"/>
                    <a:pt x="42" y="103"/>
                  </a:cubicBezTo>
                  <a:cubicBezTo>
                    <a:pt x="32" y="113"/>
                    <a:pt x="32" y="123"/>
                    <a:pt x="21" y="143"/>
                  </a:cubicBezTo>
                  <a:cubicBezTo>
                    <a:pt x="21" y="154"/>
                    <a:pt x="11" y="164"/>
                    <a:pt x="11" y="184"/>
                  </a:cubicBezTo>
                  <a:cubicBezTo>
                    <a:pt x="1" y="195"/>
                    <a:pt x="1" y="215"/>
                    <a:pt x="1" y="225"/>
                  </a:cubicBezTo>
                  <a:cubicBezTo>
                    <a:pt x="1" y="286"/>
                    <a:pt x="32" y="348"/>
                    <a:pt x="73" y="389"/>
                  </a:cubicBezTo>
                  <a:cubicBezTo>
                    <a:pt x="114" y="440"/>
                    <a:pt x="175" y="461"/>
                    <a:pt x="236" y="461"/>
                  </a:cubicBezTo>
                  <a:cubicBezTo>
                    <a:pt x="297" y="461"/>
                    <a:pt x="359" y="440"/>
                    <a:pt x="400" y="389"/>
                  </a:cubicBezTo>
                  <a:lnTo>
                    <a:pt x="430" y="358"/>
                  </a:lnTo>
                  <a:cubicBezTo>
                    <a:pt x="440" y="348"/>
                    <a:pt x="440" y="327"/>
                    <a:pt x="450" y="318"/>
                  </a:cubicBezTo>
                  <a:cubicBezTo>
                    <a:pt x="461" y="307"/>
                    <a:pt x="461" y="286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59" y="21"/>
                    <a:pt x="297" y="0"/>
                    <a:pt x="2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-1154155" y="1139575"/>
              <a:ext cx="35193" cy="112300"/>
            </a:xfrm>
            <a:custGeom>
              <a:avLst/>
              <a:gdLst/>
              <a:ahLst/>
              <a:cxnLst/>
              <a:rect l="l" t="t" r="r" b="b"/>
              <a:pathLst>
                <a:path w="471" h="1503" extrusionOk="0">
                  <a:moveTo>
                    <a:pt x="236" y="1"/>
                  </a:moveTo>
                  <a:cubicBezTo>
                    <a:pt x="114" y="1"/>
                    <a:pt x="1" y="103"/>
                    <a:pt x="1" y="225"/>
                  </a:cubicBezTo>
                  <a:cubicBezTo>
                    <a:pt x="1" y="358"/>
                    <a:pt x="114" y="461"/>
                    <a:pt x="236" y="461"/>
                  </a:cubicBezTo>
                  <a:cubicBezTo>
                    <a:pt x="369" y="461"/>
                    <a:pt x="471" y="358"/>
                    <a:pt x="471" y="225"/>
                  </a:cubicBezTo>
                  <a:cubicBezTo>
                    <a:pt x="471" y="103"/>
                    <a:pt x="369" y="1"/>
                    <a:pt x="236" y="1"/>
                  </a:cubicBezTo>
                  <a:close/>
                  <a:moveTo>
                    <a:pt x="236" y="1043"/>
                  </a:moveTo>
                  <a:cubicBezTo>
                    <a:pt x="114" y="1043"/>
                    <a:pt x="1" y="1145"/>
                    <a:pt x="1" y="1267"/>
                  </a:cubicBezTo>
                  <a:cubicBezTo>
                    <a:pt x="1" y="1401"/>
                    <a:pt x="114" y="1503"/>
                    <a:pt x="236" y="1503"/>
                  </a:cubicBezTo>
                  <a:cubicBezTo>
                    <a:pt x="369" y="1503"/>
                    <a:pt x="471" y="1401"/>
                    <a:pt x="471" y="1267"/>
                  </a:cubicBezTo>
                  <a:cubicBezTo>
                    <a:pt x="471" y="1145"/>
                    <a:pt x="369" y="1043"/>
                    <a:pt x="236" y="10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-1154155" y="1295289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236" y="1"/>
                  </a:moveTo>
                  <a:cubicBezTo>
                    <a:pt x="175" y="1"/>
                    <a:pt x="114" y="21"/>
                    <a:pt x="73" y="62"/>
                  </a:cubicBezTo>
                  <a:cubicBezTo>
                    <a:pt x="32" y="113"/>
                    <a:pt x="1" y="175"/>
                    <a:pt x="1" y="225"/>
                  </a:cubicBezTo>
                  <a:cubicBezTo>
                    <a:pt x="1" y="246"/>
                    <a:pt x="1" y="256"/>
                    <a:pt x="11" y="277"/>
                  </a:cubicBezTo>
                  <a:cubicBezTo>
                    <a:pt x="11" y="287"/>
                    <a:pt x="21" y="307"/>
                    <a:pt x="21" y="318"/>
                  </a:cubicBezTo>
                  <a:cubicBezTo>
                    <a:pt x="32" y="328"/>
                    <a:pt x="32" y="348"/>
                    <a:pt x="42" y="359"/>
                  </a:cubicBezTo>
                  <a:lnTo>
                    <a:pt x="73" y="389"/>
                  </a:lnTo>
                  <a:cubicBezTo>
                    <a:pt x="114" y="440"/>
                    <a:pt x="175" y="461"/>
                    <a:pt x="236" y="461"/>
                  </a:cubicBezTo>
                  <a:lnTo>
                    <a:pt x="277" y="461"/>
                  </a:lnTo>
                  <a:cubicBezTo>
                    <a:pt x="297" y="450"/>
                    <a:pt x="307" y="450"/>
                    <a:pt x="328" y="440"/>
                  </a:cubicBezTo>
                  <a:cubicBezTo>
                    <a:pt x="338" y="440"/>
                    <a:pt x="348" y="430"/>
                    <a:pt x="369" y="420"/>
                  </a:cubicBezTo>
                  <a:lnTo>
                    <a:pt x="400" y="389"/>
                  </a:lnTo>
                  <a:lnTo>
                    <a:pt x="430" y="359"/>
                  </a:lnTo>
                  <a:cubicBezTo>
                    <a:pt x="440" y="348"/>
                    <a:pt x="440" y="328"/>
                    <a:pt x="450" y="318"/>
                  </a:cubicBezTo>
                  <a:cubicBezTo>
                    <a:pt x="461" y="307"/>
                    <a:pt x="461" y="287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89" y="52"/>
                    <a:pt x="379" y="41"/>
                    <a:pt x="369" y="41"/>
                  </a:cubicBezTo>
                  <a:cubicBezTo>
                    <a:pt x="348" y="32"/>
                    <a:pt x="338" y="21"/>
                    <a:pt x="328" y="11"/>
                  </a:cubicBezTo>
                  <a:cubicBezTo>
                    <a:pt x="307" y="11"/>
                    <a:pt x="297" y="1"/>
                    <a:pt x="2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33;p3"/>
          <p:cNvSpPr/>
          <p:nvPr/>
        </p:nvSpPr>
        <p:spPr>
          <a:xfrm>
            <a:off x="1225651" y="254012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1"/>
          </p:nvPr>
        </p:nvSpPr>
        <p:spPr>
          <a:xfrm>
            <a:off x="5015379" y="2825225"/>
            <a:ext cx="3163800" cy="13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2"/>
          </p:nvPr>
        </p:nvSpPr>
        <p:spPr>
          <a:xfrm>
            <a:off x="964825" y="2825225"/>
            <a:ext cx="3163800" cy="13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3"/>
          </p:nvPr>
        </p:nvSpPr>
        <p:spPr>
          <a:xfrm>
            <a:off x="964825" y="2194625"/>
            <a:ext cx="3163800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4"/>
          </p:nvPr>
        </p:nvSpPr>
        <p:spPr>
          <a:xfrm>
            <a:off x="5015384" y="2194625"/>
            <a:ext cx="3163800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6647978" y="2971616"/>
            <a:ext cx="2505593" cy="2448124"/>
          </a:xfrm>
          <a:custGeom>
            <a:avLst/>
            <a:gdLst/>
            <a:ahLst/>
            <a:cxnLst/>
            <a:rect l="l" t="t" r="r" b="b"/>
            <a:pathLst>
              <a:path w="18268" h="17849" extrusionOk="0">
                <a:moveTo>
                  <a:pt x="18267" y="1"/>
                </a:moveTo>
                <a:cubicBezTo>
                  <a:pt x="17123" y="1258"/>
                  <a:pt x="16296" y="2810"/>
                  <a:pt x="15908" y="4475"/>
                </a:cubicBezTo>
                <a:cubicBezTo>
                  <a:pt x="15417" y="6621"/>
                  <a:pt x="15652" y="9175"/>
                  <a:pt x="14253" y="11004"/>
                </a:cubicBezTo>
                <a:cubicBezTo>
                  <a:pt x="13299" y="12251"/>
                  <a:pt x="12062" y="12597"/>
                  <a:pt x="10735" y="12597"/>
                </a:cubicBezTo>
                <a:cubicBezTo>
                  <a:pt x="9162" y="12597"/>
                  <a:pt x="7463" y="12111"/>
                  <a:pt x="5967" y="12066"/>
                </a:cubicBezTo>
                <a:cubicBezTo>
                  <a:pt x="5889" y="12064"/>
                  <a:pt x="5810" y="12063"/>
                  <a:pt x="5732" y="12063"/>
                </a:cubicBezTo>
                <a:cubicBezTo>
                  <a:pt x="3213" y="12063"/>
                  <a:pt x="838" y="13342"/>
                  <a:pt x="184" y="15938"/>
                </a:cubicBezTo>
                <a:cubicBezTo>
                  <a:pt x="21" y="16562"/>
                  <a:pt x="1" y="17215"/>
                  <a:pt x="82" y="17849"/>
                </a:cubicBezTo>
                <a:lnTo>
                  <a:pt x="18267" y="17849"/>
                </a:lnTo>
                <a:lnTo>
                  <a:pt x="1826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8634185" y="1180686"/>
            <a:ext cx="922194" cy="913197"/>
          </a:xfrm>
          <a:custGeom>
            <a:avLst/>
            <a:gdLst/>
            <a:ahLst/>
            <a:cxnLst/>
            <a:rect l="l" t="t" r="r" b="b"/>
            <a:pathLst>
              <a:path w="12342" h="12222" extrusionOk="0">
                <a:moveTo>
                  <a:pt x="6166" y="3107"/>
                </a:moveTo>
                <a:cubicBezTo>
                  <a:pt x="6185" y="3107"/>
                  <a:pt x="6203" y="3107"/>
                  <a:pt x="6222" y="3107"/>
                </a:cubicBezTo>
                <a:cubicBezTo>
                  <a:pt x="7888" y="3138"/>
                  <a:pt x="9205" y="4507"/>
                  <a:pt x="9175" y="6162"/>
                </a:cubicBezTo>
                <a:cubicBezTo>
                  <a:pt x="9144" y="7808"/>
                  <a:pt x="7806" y="9115"/>
                  <a:pt x="6177" y="9115"/>
                </a:cubicBezTo>
                <a:cubicBezTo>
                  <a:pt x="6158" y="9115"/>
                  <a:pt x="6139" y="9115"/>
                  <a:pt x="6120" y="9114"/>
                </a:cubicBezTo>
                <a:cubicBezTo>
                  <a:pt x="4455" y="9084"/>
                  <a:pt x="3137" y="7715"/>
                  <a:pt x="3168" y="6060"/>
                </a:cubicBezTo>
                <a:cubicBezTo>
                  <a:pt x="3198" y="4413"/>
                  <a:pt x="4536" y="3107"/>
                  <a:pt x="6166" y="3107"/>
                </a:cubicBezTo>
                <a:close/>
                <a:moveTo>
                  <a:pt x="6160" y="0"/>
                </a:moveTo>
                <a:cubicBezTo>
                  <a:pt x="2840" y="0"/>
                  <a:pt x="123" y="2665"/>
                  <a:pt x="62" y="6009"/>
                </a:cubicBezTo>
                <a:cubicBezTo>
                  <a:pt x="1" y="9380"/>
                  <a:pt x="2698" y="12159"/>
                  <a:pt x="6069" y="12220"/>
                </a:cubicBezTo>
                <a:cubicBezTo>
                  <a:pt x="6107" y="12221"/>
                  <a:pt x="6144" y="12221"/>
                  <a:pt x="6182" y="12221"/>
                </a:cubicBezTo>
                <a:cubicBezTo>
                  <a:pt x="9502" y="12221"/>
                  <a:pt x="12220" y="9547"/>
                  <a:pt x="12281" y="6213"/>
                </a:cubicBezTo>
                <a:cubicBezTo>
                  <a:pt x="12342" y="2842"/>
                  <a:pt x="9655" y="63"/>
                  <a:pt x="6273" y="1"/>
                </a:cubicBezTo>
                <a:cubicBezTo>
                  <a:pt x="6236" y="1"/>
                  <a:pt x="6198" y="0"/>
                  <a:pt x="61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216001" y="3999512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46;p5"/>
          <p:cNvGrpSpPr/>
          <p:nvPr/>
        </p:nvGrpSpPr>
        <p:grpSpPr>
          <a:xfrm>
            <a:off x="8430782" y="3648165"/>
            <a:ext cx="1517538" cy="1495345"/>
            <a:chOff x="-1517525" y="-541175"/>
            <a:chExt cx="1096725" cy="1080686"/>
          </a:xfrm>
        </p:grpSpPr>
        <p:sp>
          <p:nvSpPr>
            <p:cNvPr id="47" name="Google Shape;47;p5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5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5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5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5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5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5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5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5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5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5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5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5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5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5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5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5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5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5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5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5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5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5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5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5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5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5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5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5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5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5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5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5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5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5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5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5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5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5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5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5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5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5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5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5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5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5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5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5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5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5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5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5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5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5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5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5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5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5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5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5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5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5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5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5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5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5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5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5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5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5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5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5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5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5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5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5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5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5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5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5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5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5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5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5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5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5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5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5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5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5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5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5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5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5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5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5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5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5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5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5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5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5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5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5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5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5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3" name="Google Shape;383;p5"/>
          <p:cNvSpPr/>
          <p:nvPr/>
        </p:nvSpPr>
        <p:spPr>
          <a:xfrm>
            <a:off x="-828250" y="4603993"/>
            <a:ext cx="2053902" cy="2035379"/>
          </a:xfrm>
          <a:custGeom>
            <a:avLst/>
            <a:gdLst/>
            <a:ahLst/>
            <a:cxnLst/>
            <a:rect l="l" t="t" r="r" b="b"/>
            <a:pathLst>
              <a:path w="13466" h="13345" extrusionOk="0">
                <a:moveTo>
                  <a:pt x="6730" y="1257"/>
                </a:moveTo>
                <a:cubicBezTo>
                  <a:pt x="6762" y="1257"/>
                  <a:pt x="6793" y="1258"/>
                  <a:pt x="6825" y="1258"/>
                </a:cubicBezTo>
                <a:cubicBezTo>
                  <a:pt x="9818" y="1309"/>
                  <a:pt x="12199" y="3771"/>
                  <a:pt x="12147" y="6775"/>
                </a:cubicBezTo>
                <a:cubicBezTo>
                  <a:pt x="12097" y="9736"/>
                  <a:pt x="9686" y="12098"/>
                  <a:pt x="6737" y="12098"/>
                </a:cubicBezTo>
                <a:cubicBezTo>
                  <a:pt x="6705" y="12098"/>
                  <a:pt x="6673" y="12098"/>
                  <a:pt x="6641" y="12097"/>
                </a:cubicBezTo>
                <a:cubicBezTo>
                  <a:pt x="3647" y="12047"/>
                  <a:pt x="1257" y="9574"/>
                  <a:pt x="1308" y="6580"/>
                </a:cubicBezTo>
                <a:cubicBezTo>
                  <a:pt x="1359" y="3619"/>
                  <a:pt x="3779" y="1257"/>
                  <a:pt x="6730" y="1257"/>
                </a:cubicBezTo>
                <a:close/>
                <a:moveTo>
                  <a:pt x="6732" y="0"/>
                </a:moveTo>
                <a:cubicBezTo>
                  <a:pt x="3095" y="0"/>
                  <a:pt x="123" y="2920"/>
                  <a:pt x="62" y="6560"/>
                </a:cubicBezTo>
                <a:cubicBezTo>
                  <a:pt x="1" y="10248"/>
                  <a:pt x="2932" y="13282"/>
                  <a:pt x="6621" y="13344"/>
                </a:cubicBezTo>
                <a:cubicBezTo>
                  <a:pt x="6665" y="13344"/>
                  <a:pt x="6709" y="13345"/>
                  <a:pt x="6753" y="13345"/>
                </a:cubicBezTo>
                <a:cubicBezTo>
                  <a:pt x="10371" y="13345"/>
                  <a:pt x="13333" y="10429"/>
                  <a:pt x="13404" y="6795"/>
                </a:cubicBezTo>
                <a:cubicBezTo>
                  <a:pt x="13466" y="3107"/>
                  <a:pt x="10533" y="73"/>
                  <a:pt x="6846" y="1"/>
                </a:cubicBezTo>
                <a:cubicBezTo>
                  <a:pt x="6808" y="0"/>
                  <a:pt x="6770" y="0"/>
                  <a:pt x="67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4" name="Google Shape;384;p5"/>
          <p:cNvGrpSpPr/>
          <p:nvPr/>
        </p:nvGrpSpPr>
        <p:grpSpPr>
          <a:xfrm>
            <a:off x="-828243" y="-208173"/>
            <a:ext cx="1517538" cy="1495345"/>
            <a:chOff x="-1517525" y="-541175"/>
            <a:chExt cx="1096725" cy="1080686"/>
          </a:xfrm>
        </p:grpSpPr>
        <p:sp>
          <p:nvSpPr>
            <p:cNvPr id="385" name="Google Shape;385;p5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5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5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5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5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5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5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5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5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5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5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5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5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5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5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5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5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5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5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5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5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5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5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5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5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5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5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5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5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5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5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5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5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5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5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5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5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5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5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5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5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5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5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5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5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5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5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5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5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5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5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5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5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5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5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5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5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5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5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5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5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5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5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5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5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5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5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5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5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5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5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5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5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5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5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5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5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5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5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5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5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5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5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5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5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5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5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5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5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5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5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5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5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5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5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5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5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5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5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5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5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5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5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5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5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5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5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5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5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5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5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5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5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5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5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5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5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5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5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5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5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5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5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5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5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5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5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5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5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5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5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5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5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5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5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5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5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5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5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5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5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5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5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5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5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5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5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5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5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5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5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5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5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5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5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5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5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5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5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5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5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5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5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5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5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5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5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5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5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5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5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5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5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5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5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5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5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5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5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5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5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5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5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5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5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5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5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5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5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5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5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5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5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5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5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5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5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5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5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5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5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5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5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5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5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5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5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5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5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5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5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5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5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5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5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5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5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5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5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5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5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5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5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5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5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5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5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5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5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5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5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5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5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5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5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5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5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5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5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5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5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5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5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5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5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5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5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5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5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5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5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5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5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5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5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5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5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5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5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5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5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5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5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5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5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5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5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5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5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5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5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5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5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5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5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5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5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5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5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5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5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5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5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5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5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5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5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5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5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5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5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5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5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5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5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5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5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5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5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5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5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5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5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5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5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5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5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5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5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5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5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5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5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5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5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5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5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5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5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5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5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1" name="Google Shape;721;p5"/>
          <p:cNvSpPr/>
          <p:nvPr/>
        </p:nvSpPr>
        <p:spPr>
          <a:xfrm>
            <a:off x="0" y="0"/>
            <a:ext cx="9220167" cy="539499"/>
          </a:xfrm>
          <a:custGeom>
            <a:avLst/>
            <a:gdLst/>
            <a:ahLst/>
            <a:cxnLst/>
            <a:rect l="l" t="t" r="r" b="b"/>
            <a:pathLst>
              <a:path w="43869" h="8659" extrusionOk="0">
                <a:moveTo>
                  <a:pt x="0" y="1"/>
                </a:moveTo>
                <a:lnTo>
                  <a:pt x="0" y="3076"/>
                </a:lnTo>
                <a:cubicBezTo>
                  <a:pt x="572" y="2811"/>
                  <a:pt x="1185" y="2637"/>
                  <a:pt x="1808" y="2504"/>
                </a:cubicBezTo>
                <a:cubicBezTo>
                  <a:pt x="2757" y="2309"/>
                  <a:pt x="3718" y="2221"/>
                  <a:pt x="4682" y="2221"/>
                </a:cubicBezTo>
                <a:cubicBezTo>
                  <a:pt x="7038" y="2221"/>
                  <a:pt x="9409" y="2743"/>
                  <a:pt x="11656" y="3475"/>
                </a:cubicBezTo>
                <a:cubicBezTo>
                  <a:pt x="14834" y="4507"/>
                  <a:pt x="17858" y="5967"/>
                  <a:pt x="21014" y="7040"/>
                </a:cubicBezTo>
                <a:cubicBezTo>
                  <a:pt x="23870" y="8002"/>
                  <a:pt x="26864" y="8658"/>
                  <a:pt x="29877" y="8658"/>
                </a:cubicBezTo>
                <a:cubicBezTo>
                  <a:pt x="30130" y="8658"/>
                  <a:pt x="30384" y="8653"/>
                  <a:pt x="30638" y="8644"/>
                </a:cubicBezTo>
                <a:cubicBezTo>
                  <a:pt x="33898" y="8532"/>
                  <a:pt x="37187" y="7572"/>
                  <a:pt x="39792" y="5590"/>
                </a:cubicBezTo>
                <a:cubicBezTo>
                  <a:pt x="41651" y="4169"/>
                  <a:pt x="43123" y="2198"/>
                  <a:pt x="4386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24" name="Google Shape;724;p6"/>
          <p:cNvSpPr/>
          <p:nvPr/>
        </p:nvSpPr>
        <p:spPr>
          <a:xfrm>
            <a:off x="5747075" y="-227997"/>
            <a:ext cx="3396937" cy="967737"/>
          </a:xfrm>
          <a:custGeom>
            <a:avLst/>
            <a:gdLst/>
            <a:ahLst/>
            <a:cxnLst/>
            <a:rect l="l" t="t" r="r" b="b"/>
            <a:pathLst>
              <a:path w="19023" h="12557" extrusionOk="0">
                <a:moveTo>
                  <a:pt x="0" y="0"/>
                </a:moveTo>
                <a:cubicBezTo>
                  <a:pt x="82" y="1635"/>
                  <a:pt x="388" y="3270"/>
                  <a:pt x="1083" y="4751"/>
                </a:cubicBezTo>
                <a:cubicBezTo>
                  <a:pt x="1993" y="6661"/>
                  <a:pt x="3596" y="8307"/>
                  <a:pt x="5619" y="8929"/>
                </a:cubicBezTo>
                <a:cubicBezTo>
                  <a:pt x="6480" y="9193"/>
                  <a:pt x="7364" y="9265"/>
                  <a:pt x="8259" y="9265"/>
                </a:cubicBezTo>
                <a:cubicBezTo>
                  <a:pt x="9337" y="9265"/>
                  <a:pt x="10430" y="9160"/>
                  <a:pt x="11515" y="9160"/>
                </a:cubicBezTo>
                <a:cubicBezTo>
                  <a:pt x="11733" y="9160"/>
                  <a:pt x="11951" y="9165"/>
                  <a:pt x="12168" y="9175"/>
                </a:cubicBezTo>
                <a:cubicBezTo>
                  <a:pt x="14793" y="9287"/>
                  <a:pt x="17522" y="10482"/>
                  <a:pt x="19023" y="12557"/>
                </a:cubicBezTo>
                <a:lnTo>
                  <a:pt x="1902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5" name="Google Shape;725;p6"/>
          <p:cNvGrpSpPr/>
          <p:nvPr/>
        </p:nvGrpSpPr>
        <p:grpSpPr>
          <a:xfrm flipH="1">
            <a:off x="8106323" y="4010369"/>
            <a:ext cx="1389521" cy="1145527"/>
            <a:chOff x="1794050" y="1659850"/>
            <a:chExt cx="464350" cy="382825"/>
          </a:xfrm>
        </p:grpSpPr>
        <p:sp>
          <p:nvSpPr>
            <p:cNvPr id="726" name="Google Shape;726;p6"/>
            <p:cNvSpPr/>
            <p:nvPr/>
          </p:nvSpPr>
          <p:spPr>
            <a:xfrm>
              <a:off x="1794050" y="1750250"/>
              <a:ext cx="464350" cy="292425"/>
            </a:xfrm>
            <a:custGeom>
              <a:avLst/>
              <a:gdLst/>
              <a:ahLst/>
              <a:cxnLst/>
              <a:rect l="l" t="t" r="r" b="b"/>
              <a:pathLst>
                <a:path w="18574" h="11697" extrusionOk="0">
                  <a:moveTo>
                    <a:pt x="2034" y="2023"/>
                  </a:moveTo>
                  <a:cubicBezTo>
                    <a:pt x="2075" y="2023"/>
                    <a:pt x="2117" y="2027"/>
                    <a:pt x="2157" y="2034"/>
                  </a:cubicBezTo>
                  <a:cubicBezTo>
                    <a:pt x="2341" y="2065"/>
                    <a:pt x="2494" y="2147"/>
                    <a:pt x="2657" y="2238"/>
                  </a:cubicBezTo>
                  <a:cubicBezTo>
                    <a:pt x="3301" y="2617"/>
                    <a:pt x="3883" y="3096"/>
                    <a:pt x="4445" y="3587"/>
                  </a:cubicBezTo>
                  <a:cubicBezTo>
                    <a:pt x="4650" y="3761"/>
                    <a:pt x="4854" y="3945"/>
                    <a:pt x="4956" y="4190"/>
                  </a:cubicBezTo>
                  <a:cubicBezTo>
                    <a:pt x="5058" y="4435"/>
                    <a:pt x="5017" y="4752"/>
                    <a:pt x="4793" y="4895"/>
                  </a:cubicBezTo>
                  <a:cubicBezTo>
                    <a:pt x="4715" y="4944"/>
                    <a:pt x="4631" y="4964"/>
                    <a:pt x="4544" y="4964"/>
                  </a:cubicBezTo>
                  <a:cubicBezTo>
                    <a:pt x="4322" y="4964"/>
                    <a:pt x="4084" y="4830"/>
                    <a:pt x="3894" y="4690"/>
                  </a:cubicBezTo>
                  <a:cubicBezTo>
                    <a:pt x="3188" y="4200"/>
                    <a:pt x="2525" y="3648"/>
                    <a:pt x="1901" y="3066"/>
                  </a:cubicBezTo>
                  <a:cubicBezTo>
                    <a:pt x="1605" y="2790"/>
                    <a:pt x="1411" y="2402"/>
                    <a:pt x="1656" y="2167"/>
                  </a:cubicBezTo>
                  <a:cubicBezTo>
                    <a:pt x="1758" y="2065"/>
                    <a:pt x="1896" y="2023"/>
                    <a:pt x="2034" y="2023"/>
                  </a:cubicBezTo>
                  <a:close/>
                  <a:moveTo>
                    <a:pt x="1527" y="1"/>
                  </a:moveTo>
                  <a:cubicBezTo>
                    <a:pt x="1408" y="1"/>
                    <a:pt x="1287" y="23"/>
                    <a:pt x="1165" y="72"/>
                  </a:cubicBezTo>
                  <a:lnTo>
                    <a:pt x="1145" y="72"/>
                  </a:lnTo>
                  <a:cubicBezTo>
                    <a:pt x="420" y="369"/>
                    <a:pt x="1" y="1217"/>
                    <a:pt x="42" y="1993"/>
                  </a:cubicBezTo>
                  <a:cubicBezTo>
                    <a:pt x="82" y="2790"/>
                    <a:pt x="532" y="3516"/>
                    <a:pt x="1104" y="4067"/>
                  </a:cubicBezTo>
                  <a:cubicBezTo>
                    <a:pt x="1676" y="4609"/>
                    <a:pt x="2371" y="5007"/>
                    <a:pt x="3066" y="5396"/>
                  </a:cubicBezTo>
                  <a:cubicBezTo>
                    <a:pt x="5783" y="6938"/>
                    <a:pt x="8511" y="8470"/>
                    <a:pt x="11229" y="10003"/>
                  </a:cubicBezTo>
                  <a:cubicBezTo>
                    <a:pt x="12702" y="10837"/>
                    <a:pt x="14293" y="11696"/>
                    <a:pt x="15956" y="11696"/>
                  </a:cubicBezTo>
                  <a:cubicBezTo>
                    <a:pt x="16127" y="11696"/>
                    <a:pt x="16298" y="11687"/>
                    <a:pt x="16469" y="11668"/>
                  </a:cubicBezTo>
                  <a:cubicBezTo>
                    <a:pt x="17144" y="11596"/>
                    <a:pt x="17838" y="11351"/>
                    <a:pt x="18288" y="10851"/>
                  </a:cubicBezTo>
                  <a:cubicBezTo>
                    <a:pt x="18442" y="10657"/>
                    <a:pt x="18574" y="10371"/>
                    <a:pt x="18410" y="10187"/>
                  </a:cubicBezTo>
                  <a:cubicBezTo>
                    <a:pt x="18380" y="10146"/>
                    <a:pt x="18339" y="10125"/>
                    <a:pt x="18299" y="10105"/>
                  </a:cubicBezTo>
                  <a:cubicBezTo>
                    <a:pt x="18240" y="10083"/>
                    <a:pt x="18177" y="10074"/>
                    <a:pt x="18111" y="10074"/>
                  </a:cubicBezTo>
                  <a:cubicBezTo>
                    <a:pt x="17994" y="10074"/>
                    <a:pt x="17872" y="10103"/>
                    <a:pt x="17767" y="10136"/>
                  </a:cubicBezTo>
                  <a:cubicBezTo>
                    <a:pt x="17314" y="10258"/>
                    <a:pt x="16851" y="10314"/>
                    <a:pt x="16387" y="10314"/>
                  </a:cubicBezTo>
                  <a:cubicBezTo>
                    <a:pt x="15178" y="10314"/>
                    <a:pt x="13962" y="9935"/>
                    <a:pt x="12884" y="9360"/>
                  </a:cubicBezTo>
                  <a:cubicBezTo>
                    <a:pt x="11402" y="8563"/>
                    <a:pt x="10146" y="7418"/>
                    <a:pt x="8900" y="6274"/>
                  </a:cubicBezTo>
                  <a:lnTo>
                    <a:pt x="5467" y="3117"/>
                  </a:lnTo>
                  <a:cubicBezTo>
                    <a:pt x="5385" y="3046"/>
                    <a:pt x="5303" y="2974"/>
                    <a:pt x="5222" y="2892"/>
                  </a:cubicBezTo>
                  <a:cubicBezTo>
                    <a:pt x="4445" y="2177"/>
                    <a:pt x="3669" y="1462"/>
                    <a:pt x="2882" y="747"/>
                  </a:cubicBezTo>
                  <a:cubicBezTo>
                    <a:pt x="2487" y="377"/>
                    <a:pt x="2020" y="1"/>
                    <a:pt x="15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6"/>
            <p:cNvSpPr/>
            <p:nvPr/>
          </p:nvSpPr>
          <p:spPr>
            <a:xfrm>
              <a:off x="1930700" y="1784725"/>
              <a:ext cx="320825" cy="223375"/>
            </a:xfrm>
            <a:custGeom>
              <a:avLst/>
              <a:gdLst/>
              <a:ahLst/>
              <a:cxnLst/>
              <a:rect l="l" t="t" r="r" b="b"/>
              <a:pathLst>
                <a:path w="12833" h="8935" extrusionOk="0">
                  <a:moveTo>
                    <a:pt x="3969" y="0"/>
                  </a:moveTo>
                  <a:cubicBezTo>
                    <a:pt x="3788" y="0"/>
                    <a:pt x="3616" y="67"/>
                    <a:pt x="3443" y="134"/>
                  </a:cubicBezTo>
                  <a:cubicBezTo>
                    <a:pt x="2269" y="594"/>
                    <a:pt x="1114" y="1125"/>
                    <a:pt x="11" y="1728"/>
                  </a:cubicBezTo>
                  <a:lnTo>
                    <a:pt x="1" y="1738"/>
                  </a:lnTo>
                  <a:lnTo>
                    <a:pt x="3434" y="4895"/>
                  </a:lnTo>
                  <a:cubicBezTo>
                    <a:pt x="4680" y="6039"/>
                    <a:pt x="5936" y="7184"/>
                    <a:pt x="7418" y="7981"/>
                  </a:cubicBezTo>
                  <a:cubicBezTo>
                    <a:pt x="8496" y="8556"/>
                    <a:pt x="9712" y="8935"/>
                    <a:pt x="10921" y="8935"/>
                  </a:cubicBezTo>
                  <a:cubicBezTo>
                    <a:pt x="11385" y="8935"/>
                    <a:pt x="11848" y="8879"/>
                    <a:pt x="12301" y="8757"/>
                  </a:cubicBezTo>
                  <a:cubicBezTo>
                    <a:pt x="12406" y="8724"/>
                    <a:pt x="12528" y="8695"/>
                    <a:pt x="12645" y="8695"/>
                  </a:cubicBezTo>
                  <a:cubicBezTo>
                    <a:pt x="12711" y="8695"/>
                    <a:pt x="12774" y="8704"/>
                    <a:pt x="12833" y="8726"/>
                  </a:cubicBezTo>
                  <a:lnTo>
                    <a:pt x="12833" y="8716"/>
                  </a:lnTo>
                  <a:cubicBezTo>
                    <a:pt x="12301" y="8246"/>
                    <a:pt x="11800" y="7745"/>
                    <a:pt x="11320" y="7225"/>
                  </a:cubicBezTo>
                  <a:lnTo>
                    <a:pt x="11310" y="7234"/>
                  </a:lnTo>
                  <a:cubicBezTo>
                    <a:pt x="11202" y="7243"/>
                    <a:pt x="11093" y="7248"/>
                    <a:pt x="10985" y="7248"/>
                  </a:cubicBezTo>
                  <a:cubicBezTo>
                    <a:pt x="10099" y="7248"/>
                    <a:pt x="9213" y="6953"/>
                    <a:pt x="8521" y="6407"/>
                  </a:cubicBezTo>
                  <a:cubicBezTo>
                    <a:pt x="8113" y="6090"/>
                    <a:pt x="7765" y="5681"/>
                    <a:pt x="7509" y="5232"/>
                  </a:cubicBezTo>
                  <a:cubicBezTo>
                    <a:pt x="7275" y="4823"/>
                    <a:pt x="7111" y="4364"/>
                    <a:pt x="7039" y="3894"/>
                  </a:cubicBezTo>
                  <a:cubicBezTo>
                    <a:pt x="7019" y="3761"/>
                    <a:pt x="6999" y="3628"/>
                    <a:pt x="6968" y="3495"/>
                  </a:cubicBezTo>
                  <a:cubicBezTo>
                    <a:pt x="6927" y="3342"/>
                    <a:pt x="6866" y="3199"/>
                    <a:pt x="6753" y="3097"/>
                  </a:cubicBezTo>
                  <a:cubicBezTo>
                    <a:pt x="6633" y="2982"/>
                    <a:pt x="6466" y="2932"/>
                    <a:pt x="6297" y="2932"/>
                  </a:cubicBezTo>
                  <a:cubicBezTo>
                    <a:pt x="6165" y="2932"/>
                    <a:pt x="6032" y="2962"/>
                    <a:pt x="5916" y="3015"/>
                  </a:cubicBezTo>
                  <a:cubicBezTo>
                    <a:pt x="5650" y="3148"/>
                    <a:pt x="5436" y="3363"/>
                    <a:pt x="5232" y="3577"/>
                  </a:cubicBezTo>
                  <a:cubicBezTo>
                    <a:pt x="5027" y="3792"/>
                    <a:pt x="4803" y="4006"/>
                    <a:pt x="4516" y="4119"/>
                  </a:cubicBezTo>
                  <a:cubicBezTo>
                    <a:pt x="4447" y="4144"/>
                    <a:pt x="4369" y="4158"/>
                    <a:pt x="4291" y="4158"/>
                  </a:cubicBezTo>
                  <a:cubicBezTo>
                    <a:pt x="4119" y="4158"/>
                    <a:pt x="3953" y="4090"/>
                    <a:pt x="3903" y="3935"/>
                  </a:cubicBezTo>
                  <a:cubicBezTo>
                    <a:pt x="3822" y="3690"/>
                    <a:pt x="4077" y="3475"/>
                    <a:pt x="4281" y="3332"/>
                  </a:cubicBezTo>
                  <a:cubicBezTo>
                    <a:pt x="4721" y="3036"/>
                    <a:pt x="5129" y="2688"/>
                    <a:pt x="5507" y="2310"/>
                  </a:cubicBezTo>
                  <a:cubicBezTo>
                    <a:pt x="5640" y="2187"/>
                    <a:pt x="5773" y="2035"/>
                    <a:pt x="5783" y="1851"/>
                  </a:cubicBezTo>
                  <a:cubicBezTo>
                    <a:pt x="5793" y="1779"/>
                    <a:pt x="5783" y="1717"/>
                    <a:pt x="5763" y="1646"/>
                  </a:cubicBezTo>
                  <a:cubicBezTo>
                    <a:pt x="5742" y="1585"/>
                    <a:pt x="5722" y="1534"/>
                    <a:pt x="5702" y="1472"/>
                  </a:cubicBezTo>
                  <a:cubicBezTo>
                    <a:pt x="5559" y="1166"/>
                    <a:pt x="5364" y="890"/>
                    <a:pt x="5129" y="655"/>
                  </a:cubicBezTo>
                  <a:cubicBezTo>
                    <a:pt x="4955" y="482"/>
                    <a:pt x="4771" y="328"/>
                    <a:pt x="4557" y="205"/>
                  </a:cubicBezTo>
                  <a:cubicBezTo>
                    <a:pt x="4394" y="94"/>
                    <a:pt x="4199" y="12"/>
                    <a:pt x="4006" y="1"/>
                  </a:cubicBezTo>
                  <a:cubicBezTo>
                    <a:pt x="3993" y="1"/>
                    <a:pt x="3981" y="0"/>
                    <a:pt x="39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6"/>
            <p:cNvSpPr/>
            <p:nvPr/>
          </p:nvSpPr>
          <p:spPr>
            <a:xfrm>
              <a:off x="2118425" y="1907850"/>
              <a:ext cx="95300" cy="58075"/>
            </a:xfrm>
            <a:custGeom>
              <a:avLst/>
              <a:gdLst/>
              <a:ahLst/>
              <a:cxnLst/>
              <a:rect l="l" t="t" r="r" b="b"/>
              <a:pathLst>
                <a:path w="3812" h="2323" extrusionOk="0">
                  <a:moveTo>
                    <a:pt x="1952" y="0"/>
                  </a:moveTo>
                  <a:cubicBezTo>
                    <a:pt x="1288" y="31"/>
                    <a:pt x="634" y="134"/>
                    <a:pt x="0" y="307"/>
                  </a:cubicBezTo>
                  <a:cubicBezTo>
                    <a:pt x="256" y="756"/>
                    <a:pt x="604" y="1165"/>
                    <a:pt x="1012" y="1482"/>
                  </a:cubicBezTo>
                  <a:cubicBezTo>
                    <a:pt x="1704" y="2028"/>
                    <a:pt x="2590" y="2323"/>
                    <a:pt x="3476" y="2323"/>
                  </a:cubicBezTo>
                  <a:cubicBezTo>
                    <a:pt x="3584" y="2323"/>
                    <a:pt x="3693" y="2318"/>
                    <a:pt x="3801" y="2309"/>
                  </a:cubicBezTo>
                  <a:lnTo>
                    <a:pt x="3811" y="2300"/>
                  </a:lnTo>
                  <a:cubicBezTo>
                    <a:pt x="3137" y="1574"/>
                    <a:pt x="2524" y="808"/>
                    <a:pt x="19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6"/>
            <p:cNvSpPr/>
            <p:nvPr/>
          </p:nvSpPr>
          <p:spPr>
            <a:xfrm>
              <a:off x="2104900" y="1868225"/>
              <a:ext cx="62350" cy="47300"/>
            </a:xfrm>
            <a:custGeom>
              <a:avLst/>
              <a:gdLst/>
              <a:ahLst/>
              <a:cxnLst/>
              <a:rect l="l" t="t" r="r" b="b"/>
              <a:pathLst>
                <a:path w="2494" h="1892" extrusionOk="0">
                  <a:moveTo>
                    <a:pt x="1325" y="1"/>
                  </a:moveTo>
                  <a:cubicBezTo>
                    <a:pt x="877" y="1"/>
                    <a:pt x="430" y="53"/>
                    <a:pt x="0" y="155"/>
                  </a:cubicBezTo>
                  <a:cubicBezTo>
                    <a:pt x="31" y="288"/>
                    <a:pt x="51" y="421"/>
                    <a:pt x="71" y="554"/>
                  </a:cubicBezTo>
                  <a:cubicBezTo>
                    <a:pt x="143" y="1024"/>
                    <a:pt x="307" y="1483"/>
                    <a:pt x="541" y="1892"/>
                  </a:cubicBezTo>
                  <a:cubicBezTo>
                    <a:pt x="1175" y="1719"/>
                    <a:pt x="1829" y="1616"/>
                    <a:pt x="2493" y="1585"/>
                  </a:cubicBezTo>
                  <a:cubicBezTo>
                    <a:pt x="2125" y="1075"/>
                    <a:pt x="1778" y="543"/>
                    <a:pt x="1451" y="2"/>
                  </a:cubicBezTo>
                  <a:cubicBezTo>
                    <a:pt x="1409" y="1"/>
                    <a:pt x="1367" y="1"/>
                    <a:pt x="13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6"/>
            <p:cNvSpPr/>
            <p:nvPr/>
          </p:nvSpPr>
          <p:spPr>
            <a:xfrm>
              <a:off x="2026225" y="1822950"/>
              <a:ext cx="114975" cy="65725"/>
            </a:xfrm>
            <a:custGeom>
              <a:avLst/>
              <a:gdLst/>
              <a:ahLst/>
              <a:cxnLst/>
              <a:rect l="l" t="t" r="r" b="b"/>
              <a:pathLst>
                <a:path w="4599" h="2629" extrusionOk="0">
                  <a:moveTo>
                    <a:pt x="3174" y="1"/>
                  </a:moveTo>
                  <a:cubicBezTo>
                    <a:pt x="2766" y="1"/>
                    <a:pt x="2354" y="47"/>
                    <a:pt x="1942" y="117"/>
                  </a:cubicBezTo>
                  <a:cubicBezTo>
                    <a:pt x="1962" y="188"/>
                    <a:pt x="1972" y="250"/>
                    <a:pt x="1962" y="322"/>
                  </a:cubicBezTo>
                  <a:cubicBezTo>
                    <a:pt x="1952" y="506"/>
                    <a:pt x="1819" y="658"/>
                    <a:pt x="1686" y="781"/>
                  </a:cubicBezTo>
                  <a:cubicBezTo>
                    <a:pt x="1308" y="1159"/>
                    <a:pt x="900" y="1507"/>
                    <a:pt x="460" y="1803"/>
                  </a:cubicBezTo>
                  <a:cubicBezTo>
                    <a:pt x="256" y="1946"/>
                    <a:pt x="1" y="2161"/>
                    <a:pt x="82" y="2406"/>
                  </a:cubicBezTo>
                  <a:cubicBezTo>
                    <a:pt x="132" y="2561"/>
                    <a:pt x="298" y="2629"/>
                    <a:pt x="470" y="2629"/>
                  </a:cubicBezTo>
                  <a:cubicBezTo>
                    <a:pt x="548" y="2629"/>
                    <a:pt x="626" y="2615"/>
                    <a:pt x="695" y="2590"/>
                  </a:cubicBezTo>
                  <a:cubicBezTo>
                    <a:pt x="982" y="2477"/>
                    <a:pt x="1206" y="2263"/>
                    <a:pt x="1411" y="2048"/>
                  </a:cubicBezTo>
                  <a:cubicBezTo>
                    <a:pt x="1615" y="1834"/>
                    <a:pt x="1829" y="1619"/>
                    <a:pt x="2095" y="1486"/>
                  </a:cubicBezTo>
                  <a:cubicBezTo>
                    <a:pt x="2211" y="1433"/>
                    <a:pt x="2344" y="1403"/>
                    <a:pt x="2476" y="1403"/>
                  </a:cubicBezTo>
                  <a:cubicBezTo>
                    <a:pt x="2645" y="1403"/>
                    <a:pt x="2812" y="1453"/>
                    <a:pt x="2932" y="1568"/>
                  </a:cubicBezTo>
                  <a:cubicBezTo>
                    <a:pt x="3045" y="1670"/>
                    <a:pt x="3106" y="1813"/>
                    <a:pt x="3147" y="1966"/>
                  </a:cubicBezTo>
                  <a:cubicBezTo>
                    <a:pt x="3577" y="1864"/>
                    <a:pt x="4024" y="1812"/>
                    <a:pt x="4472" y="1812"/>
                  </a:cubicBezTo>
                  <a:cubicBezTo>
                    <a:pt x="4514" y="1812"/>
                    <a:pt x="4556" y="1812"/>
                    <a:pt x="4598" y="1813"/>
                  </a:cubicBezTo>
                  <a:cubicBezTo>
                    <a:pt x="4230" y="1231"/>
                    <a:pt x="3883" y="628"/>
                    <a:pt x="3556" y="15"/>
                  </a:cubicBezTo>
                  <a:cubicBezTo>
                    <a:pt x="3429" y="5"/>
                    <a:pt x="3302" y="1"/>
                    <a:pt x="31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6"/>
            <p:cNvSpPr/>
            <p:nvPr/>
          </p:nvSpPr>
          <p:spPr>
            <a:xfrm>
              <a:off x="2058925" y="1798750"/>
              <a:ext cx="56200" cy="27150"/>
            </a:xfrm>
            <a:custGeom>
              <a:avLst/>
              <a:gdLst/>
              <a:ahLst/>
              <a:cxnLst/>
              <a:rect l="l" t="t" r="r" b="b"/>
              <a:pathLst>
                <a:path w="2248" h="1086" extrusionOk="0">
                  <a:moveTo>
                    <a:pt x="1060" y="1"/>
                  </a:moveTo>
                  <a:cubicBezTo>
                    <a:pt x="704" y="1"/>
                    <a:pt x="350" y="33"/>
                    <a:pt x="0" y="94"/>
                  </a:cubicBezTo>
                  <a:cubicBezTo>
                    <a:pt x="235" y="329"/>
                    <a:pt x="430" y="605"/>
                    <a:pt x="573" y="911"/>
                  </a:cubicBezTo>
                  <a:cubicBezTo>
                    <a:pt x="593" y="973"/>
                    <a:pt x="613" y="1024"/>
                    <a:pt x="634" y="1085"/>
                  </a:cubicBezTo>
                  <a:cubicBezTo>
                    <a:pt x="1046" y="1015"/>
                    <a:pt x="1458" y="969"/>
                    <a:pt x="1866" y="969"/>
                  </a:cubicBezTo>
                  <a:cubicBezTo>
                    <a:pt x="1994" y="969"/>
                    <a:pt x="2121" y="973"/>
                    <a:pt x="2248" y="983"/>
                  </a:cubicBezTo>
                  <a:cubicBezTo>
                    <a:pt x="2085" y="677"/>
                    <a:pt x="1921" y="360"/>
                    <a:pt x="1767" y="43"/>
                  </a:cubicBezTo>
                  <a:cubicBezTo>
                    <a:pt x="1531" y="15"/>
                    <a:pt x="1295" y="1"/>
                    <a:pt x="10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6"/>
            <p:cNvSpPr/>
            <p:nvPr/>
          </p:nvSpPr>
          <p:spPr>
            <a:xfrm>
              <a:off x="1890875" y="1665200"/>
              <a:ext cx="212250" cy="162975"/>
            </a:xfrm>
            <a:custGeom>
              <a:avLst/>
              <a:gdLst/>
              <a:ahLst/>
              <a:cxnLst/>
              <a:rect l="l" t="t" r="r" b="b"/>
              <a:pathLst>
                <a:path w="8490" h="6519" extrusionOk="0">
                  <a:moveTo>
                    <a:pt x="1072" y="1"/>
                  </a:moveTo>
                  <a:cubicBezTo>
                    <a:pt x="695" y="216"/>
                    <a:pt x="337" y="481"/>
                    <a:pt x="10" y="788"/>
                  </a:cubicBezTo>
                  <a:lnTo>
                    <a:pt x="0" y="829"/>
                  </a:lnTo>
                  <a:cubicBezTo>
                    <a:pt x="316" y="870"/>
                    <a:pt x="582" y="1084"/>
                    <a:pt x="766" y="1340"/>
                  </a:cubicBezTo>
                  <a:cubicBezTo>
                    <a:pt x="950" y="1615"/>
                    <a:pt x="1042" y="1922"/>
                    <a:pt x="1124" y="2239"/>
                  </a:cubicBezTo>
                  <a:cubicBezTo>
                    <a:pt x="1461" y="3556"/>
                    <a:pt x="1533" y="4946"/>
                    <a:pt x="1349" y="6294"/>
                  </a:cubicBezTo>
                  <a:cubicBezTo>
                    <a:pt x="1430" y="6376"/>
                    <a:pt x="1512" y="6448"/>
                    <a:pt x="1594" y="6519"/>
                  </a:cubicBezTo>
                  <a:lnTo>
                    <a:pt x="1604" y="6509"/>
                  </a:lnTo>
                  <a:cubicBezTo>
                    <a:pt x="2707" y="5906"/>
                    <a:pt x="3862" y="5375"/>
                    <a:pt x="5036" y="4915"/>
                  </a:cubicBezTo>
                  <a:cubicBezTo>
                    <a:pt x="5209" y="4848"/>
                    <a:pt x="5381" y="4781"/>
                    <a:pt x="5562" y="4781"/>
                  </a:cubicBezTo>
                  <a:cubicBezTo>
                    <a:pt x="5574" y="4781"/>
                    <a:pt x="5586" y="4782"/>
                    <a:pt x="5599" y="4782"/>
                  </a:cubicBezTo>
                  <a:cubicBezTo>
                    <a:pt x="5792" y="4793"/>
                    <a:pt x="5987" y="4875"/>
                    <a:pt x="6150" y="4986"/>
                  </a:cubicBezTo>
                  <a:cubicBezTo>
                    <a:pt x="6364" y="5109"/>
                    <a:pt x="6548" y="5263"/>
                    <a:pt x="6722" y="5436"/>
                  </a:cubicBezTo>
                  <a:cubicBezTo>
                    <a:pt x="7072" y="5375"/>
                    <a:pt x="7426" y="5343"/>
                    <a:pt x="7782" y="5343"/>
                  </a:cubicBezTo>
                  <a:cubicBezTo>
                    <a:pt x="8017" y="5343"/>
                    <a:pt x="8253" y="5357"/>
                    <a:pt x="8489" y="5385"/>
                  </a:cubicBezTo>
                  <a:cubicBezTo>
                    <a:pt x="8010" y="4435"/>
                    <a:pt x="7581" y="3474"/>
                    <a:pt x="7172" y="2494"/>
                  </a:cubicBezTo>
                  <a:cubicBezTo>
                    <a:pt x="7059" y="2228"/>
                    <a:pt x="6947" y="1953"/>
                    <a:pt x="6722" y="1769"/>
                  </a:cubicBezTo>
                  <a:cubicBezTo>
                    <a:pt x="6607" y="1674"/>
                    <a:pt x="6451" y="1620"/>
                    <a:pt x="6302" y="1620"/>
                  </a:cubicBezTo>
                  <a:cubicBezTo>
                    <a:pt x="6161" y="1620"/>
                    <a:pt x="6025" y="1669"/>
                    <a:pt x="5935" y="1779"/>
                  </a:cubicBezTo>
                  <a:cubicBezTo>
                    <a:pt x="5833" y="1901"/>
                    <a:pt x="5813" y="2085"/>
                    <a:pt x="5803" y="2249"/>
                  </a:cubicBezTo>
                  <a:cubicBezTo>
                    <a:pt x="5792" y="2371"/>
                    <a:pt x="5792" y="2504"/>
                    <a:pt x="5803" y="2627"/>
                  </a:cubicBezTo>
                  <a:cubicBezTo>
                    <a:pt x="5803" y="2821"/>
                    <a:pt x="5823" y="3025"/>
                    <a:pt x="5854" y="3219"/>
                  </a:cubicBezTo>
                  <a:cubicBezTo>
                    <a:pt x="5497" y="3771"/>
                    <a:pt x="4824" y="4065"/>
                    <a:pt x="4157" y="4065"/>
                  </a:cubicBezTo>
                  <a:cubicBezTo>
                    <a:pt x="3985" y="4065"/>
                    <a:pt x="3813" y="4046"/>
                    <a:pt x="3647" y="4006"/>
                  </a:cubicBezTo>
                  <a:cubicBezTo>
                    <a:pt x="2830" y="3801"/>
                    <a:pt x="2166" y="3179"/>
                    <a:pt x="1767" y="2443"/>
                  </a:cubicBezTo>
                  <a:cubicBezTo>
                    <a:pt x="1358" y="1707"/>
                    <a:pt x="1185" y="870"/>
                    <a:pt x="1103" y="42"/>
                  </a:cubicBezTo>
                  <a:lnTo>
                    <a:pt x="10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6"/>
            <p:cNvSpPr/>
            <p:nvPr/>
          </p:nvSpPr>
          <p:spPr>
            <a:xfrm>
              <a:off x="1917675" y="1659850"/>
              <a:ext cx="119550" cy="107000"/>
            </a:xfrm>
            <a:custGeom>
              <a:avLst/>
              <a:gdLst/>
              <a:ahLst/>
              <a:cxnLst/>
              <a:rect l="l" t="t" r="r" b="b"/>
              <a:pathLst>
                <a:path w="4782" h="4280" extrusionOk="0">
                  <a:moveTo>
                    <a:pt x="613" y="1"/>
                  </a:moveTo>
                  <a:cubicBezTo>
                    <a:pt x="420" y="1"/>
                    <a:pt x="225" y="92"/>
                    <a:pt x="52" y="185"/>
                  </a:cubicBezTo>
                  <a:cubicBezTo>
                    <a:pt x="31" y="194"/>
                    <a:pt x="21" y="205"/>
                    <a:pt x="0" y="215"/>
                  </a:cubicBezTo>
                  <a:lnTo>
                    <a:pt x="31" y="256"/>
                  </a:lnTo>
                  <a:cubicBezTo>
                    <a:pt x="113" y="1084"/>
                    <a:pt x="286" y="1921"/>
                    <a:pt x="695" y="2657"/>
                  </a:cubicBezTo>
                  <a:cubicBezTo>
                    <a:pt x="1094" y="3393"/>
                    <a:pt x="1758" y="4015"/>
                    <a:pt x="2575" y="4220"/>
                  </a:cubicBezTo>
                  <a:cubicBezTo>
                    <a:pt x="2741" y="4260"/>
                    <a:pt x="2913" y="4279"/>
                    <a:pt x="3085" y="4279"/>
                  </a:cubicBezTo>
                  <a:cubicBezTo>
                    <a:pt x="3752" y="4279"/>
                    <a:pt x="4425" y="3985"/>
                    <a:pt x="4782" y="3433"/>
                  </a:cubicBezTo>
                  <a:cubicBezTo>
                    <a:pt x="4751" y="3239"/>
                    <a:pt x="4731" y="3035"/>
                    <a:pt x="4731" y="2841"/>
                  </a:cubicBezTo>
                  <a:cubicBezTo>
                    <a:pt x="4417" y="3154"/>
                    <a:pt x="3973" y="3317"/>
                    <a:pt x="3532" y="3317"/>
                  </a:cubicBezTo>
                  <a:cubicBezTo>
                    <a:pt x="3212" y="3317"/>
                    <a:pt x="2893" y="3231"/>
                    <a:pt x="2626" y="3055"/>
                  </a:cubicBezTo>
                  <a:cubicBezTo>
                    <a:pt x="2054" y="2677"/>
                    <a:pt x="1778" y="1993"/>
                    <a:pt x="1615" y="1339"/>
                  </a:cubicBezTo>
                  <a:cubicBezTo>
                    <a:pt x="1543" y="1043"/>
                    <a:pt x="1482" y="746"/>
                    <a:pt x="1329" y="481"/>
                  </a:cubicBezTo>
                  <a:cubicBezTo>
                    <a:pt x="1176" y="226"/>
                    <a:pt x="910" y="1"/>
                    <a:pt x="6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6"/>
            <p:cNvSpPr/>
            <p:nvPr/>
          </p:nvSpPr>
          <p:spPr>
            <a:xfrm>
              <a:off x="1822650" y="1685775"/>
              <a:ext cx="106550" cy="136800"/>
            </a:xfrm>
            <a:custGeom>
              <a:avLst/>
              <a:gdLst/>
              <a:ahLst/>
              <a:cxnLst/>
              <a:rect l="l" t="t" r="r" b="b"/>
              <a:pathLst>
                <a:path w="4262" h="5472" extrusionOk="0">
                  <a:moveTo>
                    <a:pt x="2613" y="1"/>
                  </a:moveTo>
                  <a:cubicBezTo>
                    <a:pt x="2172" y="1"/>
                    <a:pt x="1786" y="324"/>
                    <a:pt x="1462" y="639"/>
                  </a:cubicBezTo>
                  <a:cubicBezTo>
                    <a:pt x="870" y="1221"/>
                    <a:pt x="277" y="1865"/>
                    <a:pt x="1" y="2651"/>
                  </a:cubicBezTo>
                  <a:lnTo>
                    <a:pt x="21" y="2651"/>
                  </a:lnTo>
                  <a:cubicBezTo>
                    <a:pt x="143" y="2602"/>
                    <a:pt x="264" y="2580"/>
                    <a:pt x="383" y="2580"/>
                  </a:cubicBezTo>
                  <a:cubicBezTo>
                    <a:pt x="876" y="2580"/>
                    <a:pt x="1343" y="2956"/>
                    <a:pt x="1738" y="3326"/>
                  </a:cubicBezTo>
                  <a:cubicBezTo>
                    <a:pt x="2525" y="4041"/>
                    <a:pt x="3301" y="4756"/>
                    <a:pt x="4078" y="5471"/>
                  </a:cubicBezTo>
                  <a:cubicBezTo>
                    <a:pt x="4262" y="4123"/>
                    <a:pt x="4190" y="2733"/>
                    <a:pt x="3853" y="1416"/>
                  </a:cubicBezTo>
                  <a:cubicBezTo>
                    <a:pt x="3771" y="1099"/>
                    <a:pt x="3679" y="792"/>
                    <a:pt x="3495" y="517"/>
                  </a:cubicBezTo>
                  <a:cubicBezTo>
                    <a:pt x="3311" y="261"/>
                    <a:pt x="3045" y="47"/>
                    <a:pt x="2729" y="6"/>
                  </a:cubicBezTo>
                  <a:lnTo>
                    <a:pt x="2709" y="6"/>
                  </a:lnTo>
                  <a:cubicBezTo>
                    <a:pt x="2677" y="2"/>
                    <a:pt x="2645" y="1"/>
                    <a:pt x="26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6"/>
            <p:cNvSpPr/>
            <p:nvPr/>
          </p:nvSpPr>
          <p:spPr>
            <a:xfrm>
              <a:off x="1829300" y="1800825"/>
              <a:ext cx="91225" cy="73550"/>
            </a:xfrm>
            <a:custGeom>
              <a:avLst/>
              <a:gdLst/>
              <a:ahLst/>
              <a:cxnLst/>
              <a:rect l="l" t="t" r="r" b="b"/>
              <a:pathLst>
                <a:path w="3649" h="2942" extrusionOk="0">
                  <a:moveTo>
                    <a:pt x="624" y="0"/>
                  </a:moveTo>
                  <a:cubicBezTo>
                    <a:pt x="486" y="0"/>
                    <a:pt x="348" y="42"/>
                    <a:pt x="246" y="144"/>
                  </a:cubicBezTo>
                  <a:cubicBezTo>
                    <a:pt x="1" y="379"/>
                    <a:pt x="195" y="767"/>
                    <a:pt x="491" y="1043"/>
                  </a:cubicBezTo>
                  <a:cubicBezTo>
                    <a:pt x="1115" y="1625"/>
                    <a:pt x="1778" y="2177"/>
                    <a:pt x="2484" y="2667"/>
                  </a:cubicBezTo>
                  <a:cubicBezTo>
                    <a:pt x="2674" y="2807"/>
                    <a:pt x="2912" y="2941"/>
                    <a:pt x="3134" y="2941"/>
                  </a:cubicBezTo>
                  <a:cubicBezTo>
                    <a:pt x="3221" y="2941"/>
                    <a:pt x="3305" y="2921"/>
                    <a:pt x="3383" y="2872"/>
                  </a:cubicBezTo>
                  <a:cubicBezTo>
                    <a:pt x="3607" y="2729"/>
                    <a:pt x="3648" y="2412"/>
                    <a:pt x="3546" y="2167"/>
                  </a:cubicBezTo>
                  <a:cubicBezTo>
                    <a:pt x="3444" y="1922"/>
                    <a:pt x="3240" y="1738"/>
                    <a:pt x="3035" y="1564"/>
                  </a:cubicBezTo>
                  <a:cubicBezTo>
                    <a:pt x="2473" y="1073"/>
                    <a:pt x="1891" y="594"/>
                    <a:pt x="1247" y="215"/>
                  </a:cubicBezTo>
                  <a:cubicBezTo>
                    <a:pt x="1084" y="124"/>
                    <a:pt x="931" y="42"/>
                    <a:pt x="747" y="11"/>
                  </a:cubicBezTo>
                  <a:cubicBezTo>
                    <a:pt x="707" y="4"/>
                    <a:pt x="665" y="0"/>
                    <a:pt x="6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6"/>
            <p:cNvSpPr/>
            <p:nvPr/>
          </p:nvSpPr>
          <p:spPr>
            <a:xfrm>
              <a:off x="1866075" y="1768900"/>
              <a:ext cx="372175" cy="240050"/>
            </a:xfrm>
            <a:custGeom>
              <a:avLst/>
              <a:gdLst/>
              <a:ahLst/>
              <a:cxnLst/>
              <a:rect l="l" t="t" r="r" b="b"/>
              <a:pathLst>
                <a:path w="14887" h="9602" extrusionOk="0">
                  <a:moveTo>
                    <a:pt x="1" y="1"/>
                  </a:moveTo>
                  <a:cubicBezTo>
                    <a:pt x="1094" y="1063"/>
                    <a:pt x="2198" y="2116"/>
                    <a:pt x="3311" y="3158"/>
                  </a:cubicBezTo>
                  <a:cubicBezTo>
                    <a:pt x="4414" y="4200"/>
                    <a:pt x="5538" y="5232"/>
                    <a:pt x="6662" y="6264"/>
                  </a:cubicBezTo>
                  <a:cubicBezTo>
                    <a:pt x="7796" y="7275"/>
                    <a:pt x="8991" y="8276"/>
                    <a:pt x="10401" y="8909"/>
                  </a:cubicBezTo>
                  <a:cubicBezTo>
                    <a:pt x="11106" y="9226"/>
                    <a:pt x="11842" y="9461"/>
                    <a:pt x="12608" y="9553"/>
                  </a:cubicBezTo>
                  <a:cubicBezTo>
                    <a:pt x="12865" y="9585"/>
                    <a:pt x="13127" y="9602"/>
                    <a:pt x="13389" y="9602"/>
                  </a:cubicBezTo>
                  <a:cubicBezTo>
                    <a:pt x="13895" y="9602"/>
                    <a:pt x="14402" y="9538"/>
                    <a:pt x="14886" y="9390"/>
                  </a:cubicBezTo>
                  <a:lnTo>
                    <a:pt x="14886" y="9390"/>
                  </a:lnTo>
                  <a:cubicBezTo>
                    <a:pt x="14474" y="9480"/>
                    <a:pt x="14052" y="9524"/>
                    <a:pt x="13632" y="9524"/>
                  </a:cubicBezTo>
                  <a:cubicBezTo>
                    <a:pt x="13294" y="9524"/>
                    <a:pt x="12957" y="9495"/>
                    <a:pt x="12628" y="9441"/>
                  </a:cubicBezTo>
                  <a:cubicBezTo>
                    <a:pt x="11872" y="9329"/>
                    <a:pt x="11157" y="9073"/>
                    <a:pt x="10483" y="8746"/>
                  </a:cubicBezTo>
                  <a:cubicBezTo>
                    <a:pt x="9114" y="8082"/>
                    <a:pt x="7939" y="7111"/>
                    <a:pt x="6815" y="6090"/>
                  </a:cubicBezTo>
                  <a:lnTo>
                    <a:pt x="3433" y="3025"/>
                  </a:lnTo>
                  <a:lnTo>
                    <a:pt x="1728" y="1503"/>
                  </a:lnTo>
                  <a:cubicBezTo>
                    <a:pt x="1156" y="1002"/>
                    <a:pt x="583" y="49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6"/>
            <p:cNvSpPr/>
            <p:nvPr/>
          </p:nvSpPr>
          <p:spPr>
            <a:xfrm>
              <a:off x="2033900" y="1702975"/>
              <a:ext cx="63350" cy="85125"/>
            </a:xfrm>
            <a:custGeom>
              <a:avLst/>
              <a:gdLst/>
              <a:ahLst/>
              <a:cxnLst/>
              <a:rect l="l" t="t" r="r" b="b"/>
              <a:pathLst>
                <a:path w="2534" h="3405" extrusionOk="0">
                  <a:moveTo>
                    <a:pt x="598" y="1"/>
                  </a:moveTo>
                  <a:cubicBezTo>
                    <a:pt x="586" y="1"/>
                    <a:pt x="574" y="1"/>
                    <a:pt x="562" y="2"/>
                  </a:cubicBezTo>
                  <a:cubicBezTo>
                    <a:pt x="388" y="2"/>
                    <a:pt x="194" y="94"/>
                    <a:pt x="102" y="258"/>
                  </a:cubicBezTo>
                  <a:cubicBezTo>
                    <a:pt x="10" y="411"/>
                    <a:pt x="0" y="574"/>
                    <a:pt x="0" y="728"/>
                  </a:cubicBezTo>
                  <a:cubicBezTo>
                    <a:pt x="0" y="881"/>
                    <a:pt x="10" y="1034"/>
                    <a:pt x="21" y="1177"/>
                  </a:cubicBezTo>
                  <a:cubicBezTo>
                    <a:pt x="92" y="1780"/>
                    <a:pt x="266" y="2342"/>
                    <a:pt x="388" y="2914"/>
                  </a:cubicBezTo>
                  <a:lnTo>
                    <a:pt x="225" y="2045"/>
                  </a:lnTo>
                  <a:cubicBezTo>
                    <a:pt x="205" y="1902"/>
                    <a:pt x="164" y="1759"/>
                    <a:pt x="153" y="1616"/>
                  </a:cubicBezTo>
                  <a:cubicBezTo>
                    <a:pt x="143" y="1463"/>
                    <a:pt x="143" y="1320"/>
                    <a:pt x="143" y="1177"/>
                  </a:cubicBezTo>
                  <a:cubicBezTo>
                    <a:pt x="143" y="1024"/>
                    <a:pt x="143" y="881"/>
                    <a:pt x="164" y="738"/>
                  </a:cubicBezTo>
                  <a:cubicBezTo>
                    <a:pt x="174" y="594"/>
                    <a:pt x="194" y="451"/>
                    <a:pt x="266" y="360"/>
                  </a:cubicBezTo>
                  <a:cubicBezTo>
                    <a:pt x="331" y="264"/>
                    <a:pt x="441" y="223"/>
                    <a:pt x="559" y="223"/>
                  </a:cubicBezTo>
                  <a:cubicBezTo>
                    <a:pt x="681" y="223"/>
                    <a:pt x="811" y="267"/>
                    <a:pt x="909" y="339"/>
                  </a:cubicBezTo>
                  <a:cubicBezTo>
                    <a:pt x="1113" y="492"/>
                    <a:pt x="1226" y="758"/>
                    <a:pt x="1338" y="1024"/>
                  </a:cubicBezTo>
                  <a:cubicBezTo>
                    <a:pt x="1461" y="1300"/>
                    <a:pt x="1583" y="1565"/>
                    <a:pt x="1706" y="1841"/>
                  </a:cubicBezTo>
                  <a:cubicBezTo>
                    <a:pt x="1962" y="2372"/>
                    <a:pt x="2227" y="2894"/>
                    <a:pt x="2534" y="3404"/>
                  </a:cubicBezTo>
                  <a:cubicBezTo>
                    <a:pt x="2330" y="2853"/>
                    <a:pt x="2105" y="2301"/>
                    <a:pt x="1890" y="1759"/>
                  </a:cubicBezTo>
                  <a:lnTo>
                    <a:pt x="1553" y="932"/>
                  </a:lnTo>
                  <a:cubicBezTo>
                    <a:pt x="1451" y="666"/>
                    <a:pt x="1318" y="360"/>
                    <a:pt x="1042" y="156"/>
                  </a:cubicBezTo>
                  <a:cubicBezTo>
                    <a:pt x="918" y="61"/>
                    <a:pt x="760" y="1"/>
                    <a:pt x="5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6"/>
            <p:cNvSpPr/>
            <p:nvPr/>
          </p:nvSpPr>
          <p:spPr>
            <a:xfrm>
              <a:off x="2034150" y="1796450"/>
              <a:ext cx="82250" cy="12600"/>
            </a:xfrm>
            <a:custGeom>
              <a:avLst/>
              <a:gdLst/>
              <a:ahLst/>
              <a:cxnLst/>
              <a:rect l="l" t="t" r="r" b="b"/>
              <a:pathLst>
                <a:path w="3290" h="504" extrusionOk="0">
                  <a:moveTo>
                    <a:pt x="2059" y="1"/>
                  </a:moveTo>
                  <a:cubicBezTo>
                    <a:pt x="1698" y="1"/>
                    <a:pt x="1334" y="33"/>
                    <a:pt x="971" y="94"/>
                  </a:cubicBezTo>
                  <a:cubicBezTo>
                    <a:pt x="665" y="156"/>
                    <a:pt x="358" y="237"/>
                    <a:pt x="72" y="329"/>
                  </a:cubicBezTo>
                  <a:cubicBezTo>
                    <a:pt x="31" y="349"/>
                    <a:pt x="0" y="401"/>
                    <a:pt x="20" y="452"/>
                  </a:cubicBezTo>
                  <a:cubicBezTo>
                    <a:pt x="31" y="483"/>
                    <a:pt x="72" y="503"/>
                    <a:pt x="102" y="503"/>
                  </a:cubicBezTo>
                  <a:lnTo>
                    <a:pt x="133" y="503"/>
                  </a:lnTo>
                  <a:cubicBezTo>
                    <a:pt x="409" y="411"/>
                    <a:pt x="705" y="329"/>
                    <a:pt x="1001" y="278"/>
                  </a:cubicBezTo>
                  <a:cubicBezTo>
                    <a:pt x="1342" y="212"/>
                    <a:pt x="1682" y="182"/>
                    <a:pt x="2022" y="182"/>
                  </a:cubicBezTo>
                  <a:cubicBezTo>
                    <a:pt x="2264" y="182"/>
                    <a:pt x="2506" y="197"/>
                    <a:pt x="2749" y="227"/>
                  </a:cubicBezTo>
                  <a:cubicBezTo>
                    <a:pt x="2881" y="237"/>
                    <a:pt x="3024" y="258"/>
                    <a:pt x="3178" y="288"/>
                  </a:cubicBezTo>
                  <a:cubicBezTo>
                    <a:pt x="3184" y="290"/>
                    <a:pt x="3191" y="290"/>
                    <a:pt x="3198" y="290"/>
                  </a:cubicBezTo>
                  <a:cubicBezTo>
                    <a:pt x="3241" y="290"/>
                    <a:pt x="3281" y="261"/>
                    <a:pt x="3290" y="217"/>
                  </a:cubicBezTo>
                  <a:cubicBezTo>
                    <a:pt x="3290" y="166"/>
                    <a:pt x="3259" y="125"/>
                    <a:pt x="3219" y="115"/>
                  </a:cubicBezTo>
                  <a:cubicBezTo>
                    <a:pt x="3055" y="84"/>
                    <a:pt x="2901" y="54"/>
                    <a:pt x="2769" y="43"/>
                  </a:cubicBezTo>
                  <a:cubicBezTo>
                    <a:pt x="2534" y="15"/>
                    <a:pt x="2297" y="1"/>
                    <a:pt x="2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6"/>
            <p:cNvSpPr/>
            <p:nvPr/>
          </p:nvSpPr>
          <p:spPr>
            <a:xfrm>
              <a:off x="2044625" y="1820825"/>
              <a:ext cx="88900" cy="12725"/>
            </a:xfrm>
            <a:custGeom>
              <a:avLst/>
              <a:gdLst/>
              <a:ahLst/>
              <a:cxnLst/>
              <a:rect l="l" t="t" r="r" b="b"/>
              <a:pathLst>
                <a:path w="3556" h="509" extrusionOk="0">
                  <a:moveTo>
                    <a:pt x="2405" y="1"/>
                  </a:moveTo>
                  <a:cubicBezTo>
                    <a:pt x="2042" y="1"/>
                    <a:pt x="1647" y="37"/>
                    <a:pt x="1195" y="110"/>
                  </a:cubicBezTo>
                  <a:cubicBezTo>
                    <a:pt x="807" y="171"/>
                    <a:pt x="419" y="253"/>
                    <a:pt x="82" y="325"/>
                  </a:cubicBezTo>
                  <a:cubicBezTo>
                    <a:pt x="31" y="335"/>
                    <a:pt x="0" y="386"/>
                    <a:pt x="10" y="437"/>
                  </a:cubicBezTo>
                  <a:cubicBezTo>
                    <a:pt x="21" y="478"/>
                    <a:pt x="62" y="509"/>
                    <a:pt x="102" y="509"/>
                  </a:cubicBezTo>
                  <a:lnTo>
                    <a:pt x="123" y="509"/>
                  </a:lnTo>
                  <a:cubicBezTo>
                    <a:pt x="460" y="427"/>
                    <a:pt x="838" y="345"/>
                    <a:pt x="1216" y="284"/>
                  </a:cubicBezTo>
                  <a:cubicBezTo>
                    <a:pt x="1662" y="211"/>
                    <a:pt x="2050" y="174"/>
                    <a:pt x="2407" y="174"/>
                  </a:cubicBezTo>
                  <a:cubicBezTo>
                    <a:pt x="2549" y="174"/>
                    <a:pt x="2686" y="180"/>
                    <a:pt x="2820" y="192"/>
                  </a:cubicBezTo>
                  <a:cubicBezTo>
                    <a:pt x="3034" y="212"/>
                    <a:pt x="3238" y="243"/>
                    <a:pt x="3443" y="284"/>
                  </a:cubicBezTo>
                  <a:cubicBezTo>
                    <a:pt x="3451" y="288"/>
                    <a:pt x="3461" y="290"/>
                    <a:pt x="3470" y="290"/>
                  </a:cubicBezTo>
                  <a:cubicBezTo>
                    <a:pt x="3504" y="290"/>
                    <a:pt x="3537" y="263"/>
                    <a:pt x="3545" y="223"/>
                  </a:cubicBezTo>
                  <a:cubicBezTo>
                    <a:pt x="3556" y="171"/>
                    <a:pt x="3525" y="130"/>
                    <a:pt x="3484" y="110"/>
                  </a:cubicBezTo>
                  <a:cubicBezTo>
                    <a:pt x="3279" y="69"/>
                    <a:pt x="3055" y="28"/>
                    <a:pt x="2830" y="18"/>
                  </a:cubicBezTo>
                  <a:cubicBezTo>
                    <a:pt x="2692" y="7"/>
                    <a:pt x="2551" y="1"/>
                    <a:pt x="24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6"/>
            <p:cNvSpPr/>
            <p:nvPr/>
          </p:nvSpPr>
          <p:spPr>
            <a:xfrm>
              <a:off x="2082425" y="1866175"/>
              <a:ext cx="78675" cy="14375"/>
            </a:xfrm>
            <a:custGeom>
              <a:avLst/>
              <a:gdLst/>
              <a:ahLst/>
              <a:cxnLst/>
              <a:rect l="l" t="t" r="r" b="b"/>
              <a:pathLst>
                <a:path w="3147" h="575" extrusionOk="0">
                  <a:moveTo>
                    <a:pt x="2201" y="1"/>
                  </a:moveTo>
                  <a:cubicBezTo>
                    <a:pt x="1759" y="1"/>
                    <a:pt x="1310" y="44"/>
                    <a:pt x="879" y="146"/>
                  </a:cubicBezTo>
                  <a:cubicBezTo>
                    <a:pt x="593" y="217"/>
                    <a:pt x="317" y="298"/>
                    <a:pt x="71" y="401"/>
                  </a:cubicBezTo>
                  <a:cubicBezTo>
                    <a:pt x="21" y="421"/>
                    <a:pt x="0" y="473"/>
                    <a:pt x="21" y="523"/>
                  </a:cubicBezTo>
                  <a:cubicBezTo>
                    <a:pt x="31" y="554"/>
                    <a:pt x="62" y="575"/>
                    <a:pt x="102" y="575"/>
                  </a:cubicBezTo>
                  <a:cubicBezTo>
                    <a:pt x="112" y="575"/>
                    <a:pt x="123" y="575"/>
                    <a:pt x="133" y="564"/>
                  </a:cubicBezTo>
                  <a:cubicBezTo>
                    <a:pt x="378" y="473"/>
                    <a:pt x="634" y="391"/>
                    <a:pt x="920" y="319"/>
                  </a:cubicBezTo>
                  <a:cubicBezTo>
                    <a:pt x="1351" y="225"/>
                    <a:pt x="1791" y="175"/>
                    <a:pt x="2224" y="175"/>
                  </a:cubicBezTo>
                  <a:cubicBezTo>
                    <a:pt x="2263" y="175"/>
                    <a:pt x="2301" y="175"/>
                    <a:pt x="2339" y="176"/>
                  </a:cubicBezTo>
                  <a:cubicBezTo>
                    <a:pt x="2575" y="186"/>
                    <a:pt x="2800" y="207"/>
                    <a:pt x="3034" y="237"/>
                  </a:cubicBezTo>
                  <a:cubicBezTo>
                    <a:pt x="3041" y="239"/>
                    <a:pt x="3048" y="239"/>
                    <a:pt x="3054" y="239"/>
                  </a:cubicBezTo>
                  <a:cubicBezTo>
                    <a:pt x="3096" y="239"/>
                    <a:pt x="3128" y="210"/>
                    <a:pt x="3136" y="166"/>
                  </a:cubicBezTo>
                  <a:cubicBezTo>
                    <a:pt x="3147" y="115"/>
                    <a:pt x="3106" y="74"/>
                    <a:pt x="3065" y="64"/>
                  </a:cubicBezTo>
                  <a:cubicBezTo>
                    <a:pt x="2820" y="23"/>
                    <a:pt x="2585" y="3"/>
                    <a:pt x="2350" y="3"/>
                  </a:cubicBezTo>
                  <a:cubicBezTo>
                    <a:pt x="2300" y="1"/>
                    <a:pt x="2251" y="1"/>
                    <a:pt x="2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6"/>
            <p:cNvSpPr/>
            <p:nvPr/>
          </p:nvSpPr>
          <p:spPr>
            <a:xfrm>
              <a:off x="2099000" y="1905125"/>
              <a:ext cx="88675" cy="18350"/>
            </a:xfrm>
            <a:custGeom>
              <a:avLst/>
              <a:gdLst/>
              <a:ahLst/>
              <a:cxnLst/>
              <a:rect l="l" t="t" r="r" b="b"/>
              <a:pathLst>
                <a:path w="3547" h="734" extrusionOk="0">
                  <a:moveTo>
                    <a:pt x="3160" y="1"/>
                  </a:moveTo>
                  <a:cubicBezTo>
                    <a:pt x="3012" y="1"/>
                    <a:pt x="2863" y="6"/>
                    <a:pt x="2719" y="18"/>
                  </a:cubicBezTo>
                  <a:cubicBezTo>
                    <a:pt x="2055" y="48"/>
                    <a:pt x="1390" y="150"/>
                    <a:pt x="757" y="334"/>
                  </a:cubicBezTo>
                  <a:cubicBezTo>
                    <a:pt x="512" y="406"/>
                    <a:pt x="287" y="477"/>
                    <a:pt x="73" y="559"/>
                  </a:cubicBezTo>
                  <a:cubicBezTo>
                    <a:pt x="21" y="579"/>
                    <a:pt x="1" y="631"/>
                    <a:pt x="21" y="672"/>
                  </a:cubicBezTo>
                  <a:cubicBezTo>
                    <a:pt x="32" y="713"/>
                    <a:pt x="62" y="733"/>
                    <a:pt x="103" y="733"/>
                  </a:cubicBezTo>
                  <a:lnTo>
                    <a:pt x="134" y="733"/>
                  </a:lnTo>
                  <a:cubicBezTo>
                    <a:pt x="348" y="651"/>
                    <a:pt x="573" y="579"/>
                    <a:pt x="808" y="508"/>
                  </a:cubicBezTo>
                  <a:cubicBezTo>
                    <a:pt x="1431" y="334"/>
                    <a:pt x="2075" y="222"/>
                    <a:pt x="2729" y="191"/>
                  </a:cubicBezTo>
                  <a:cubicBezTo>
                    <a:pt x="2852" y="186"/>
                    <a:pt x="2972" y="184"/>
                    <a:pt x="3092" y="184"/>
                  </a:cubicBezTo>
                  <a:cubicBezTo>
                    <a:pt x="3212" y="184"/>
                    <a:pt x="3331" y="186"/>
                    <a:pt x="3454" y="191"/>
                  </a:cubicBezTo>
                  <a:cubicBezTo>
                    <a:pt x="3506" y="191"/>
                    <a:pt x="3546" y="150"/>
                    <a:pt x="3546" y="100"/>
                  </a:cubicBezTo>
                  <a:cubicBezTo>
                    <a:pt x="3546" y="48"/>
                    <a:pt x="3515" y="7"/>
                    <a:pt x="3465" y="7"/>
                  </a:cubicBezTo>
                  <a:cubicBezTo>
                    <a:pt x="3364" y="3"/>
                    <a:pt x="3262" y="1"/>
                    <a:pt x="3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2" name="Google Shape;742;p6"/>
          <p:cNvSpPr/>
          <p:nvPr/>
        </p:nvSpPr>
        <p:spPr>
          <a:xfrm>
            <a:off x="8573660" y="1464986"/>
            <a:ext cx="922194" cy="913197"/>
          </a:xfrm>
          <a:custGeom>
            <a:avLst/>
            <a:gdLst/>
            <a:ahLst/>
            <a:cxnLst/>
            <a:rect l="l" t="t" r="r" b="b"/>
            <a:pathLst>
              <a:path w="12342" h="12222" extrusionOk="0">
                <a:moveTo>
                  <a:pt x="6166" y="3107"/>
                </a:moveTo>
                <a:cubicBezTo>
                  <a:pt x="6185" y="3107"/>
                  <a:pt x="6203" y="3107"/>
                  <a:pt x="6222" y="3107"/>
                </a:cubicBezTo>
                <a:cubicBezTo>
                  <a:pt x="7888" y="3138"/>
                  <a:pt x="9205" y="4507"/>
                  <a:pt x="9175" y="6162"/>
                </a:cubicBezTo>
                <a:cubicBezTo>
                  <a:pt x="9144" y="7808"/>
                  <a:pt x="7806" y="9115"/>
                  <a:pt x="6177" y="9115"/>
                </a:cubicBezTo>
                <a:cubicBezTo>
                  <a:pt x="6158" y="9115"/>
                  <a:pt x="6139" y="9115"/>
                  <a:pt x="6120" y="9114"/>
                </a:cubicBezTo>
                <a:cubicBezTo>
                  <a:pt x="4455" y="9084"/>
                  <a:pt x="3137" y="7715"/>
                  <a:pt x="3168" y="6060"/>
                </a:cubicBezTo>
                <a:cubicBezTo>
                  <a:pt x="3198" y="4413"/>
                  <a:pt x="4536" y="3107"/>
                  <a:pt x="6166" y="3107"/>
                </a:cubicBezTo>
                <a:close/>
                <a:moveTo>
                  <a:pt x="6160" y="0"/>
                </a:moveTo>
                <a:cubicBezTo>
                  <a:pt x="2840" y="0"/>
                  <a:pt x="123" y="2665"/>
                  <a:pt x="62" y="6009"/>
                </a:cubicBezTo>
                <a:cubicBezTo>
                  <a:pt x="1" y="9380"/>
                  <a:pt x="2698" y="12159"/>
                  <a:pt x="6069" y="12220"/>
                </a:cubicBezTo>
                <a:cubicBezTo>
                  <a:pt x="6107" y="12221"/>
                  <a:pt x="6144" y="12221"/>
                  <a:pt x="6182" y="12221"/>
                </a:cubicBezTo>
                <a:cubicBezTo>
                  <a:pt x="9502" y="12221"/>
                  <a:pt x="12220" y="9547"/>
                  <a:pt x="12281" y="6213"/>
                </a:cubicBezTo>
                <a:cubicBezTo>
                  <a:pt x="12342" y="2842"/>
                  <a:pt x="9655" y="63"/>
                  <a:pt x="6273" y="1"/>
                </a:cubicBezTo>
                <a:cubicBezTo>
                  <a:pt x="6236" y="1"/>
                  <a:pt x="6198" y="0"/>
                  <a:pt x="61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6"/>
          <p:cNvSpPr/>
          <p:nvPr/>
        </p:nvSpPr>
        <p:spPr>
          <a:xfrm>
            <a:off x="8430775" y="-411532"/>
            <a:ext cx="2053902" cy="2035379"/>
          </a:xfrm>
          <a:custGeom>
            <a:avLst/>
            <a:gdLst/>
            <a:ahLst/>
            <a:cxnLst/>
            <a:rect l="l" t="t" r="r" b="b"/>
            <a:pathLst>
              <a:path w="13466" h="13345" extrusionOk="0">
                <a:moveTo>
                  <a:pt x="6730" y="1257"/>
                </a:moveTo>
                <a:cubicBezTo>
                  <a:pt x="6762" y="1257"/>
                  <a:pt x="6793" y="1258"/>
                  <a:pt x="6825" y="1258"/>
                </a:cubicBezTo>
                <a:cubicBezTo>
                  <a:pt x="9818" y="1309"/>
                  <a:pt x="12199" y="3771"/>
                  <a:pt x="12147" y="6775"/>
                </a:cubicBezTo>
                <a:cubicBezTo>
                  <a:pt x="12097" y="9736"/>
                  <a:pt x="9686" y="12098"/>
                  <a:pt x="6737" y="12098"/>
                </a:cubicBezTo>
                <a:cubicBezTo>
                  <a:pt x="6705" y="12098"/>
                  <a:pt x="6673" y="12098"/>
                  <a:pt x="6641" y="12097"/>
                </a:cubicBezTo>
                <a:cubicBezTo>
                  <a:pt x="3647" y="12047"/>
                  <a:pt x="1257" y="9574"/>
                  <a:pt x="1308" y="6580"/>
                </a:cubicBezTo>
                <a:cubicBezTo>
                  <a:pt x="1359" y="3619"/>
                  <a:pt x="3779" y="1257"/>
                  <a:pt x="6730" y="1257"/>
                </a:cubicBezTo>
                <a:close/>
                <a:moveTo>
                  <a:pt x="6732" y="0"/>
                </a:moveTo>
                <a:cubicBezTo>
                  <a:pt x="3095" y="0"/>
                  <a:pt x="123" y="2920"/>
                  <a:pt x="62" y="6560"/>
                </a:cubicBezTo>
                <a:cubicBezTo>
                  <a:pt x="1" y="10248"/>
                  <a:pt x="2932" y="13282"/>
                  <a:pt x="6621" y="13344"/>
                </a:cubicBezTo>
                <a:cubicBezTo>
                  <a:pt x="6665" y="13344"/>
                  <a:pt x="6709" y="13345"/>
                  <a:pt x="6753" y="13345"/>
                </a:cubicBezTo>
                <a:cubicBezTo>
                  <a:pt x="10371" y="13345"/>
                  <a:pt x="13333" y="10429"/>
                  <a:pt x="13404" y="6795"/>
                </a:cubicBezTo>
                <a:cubicBezTo>
                  <a:pt x="13466" y="3107"/>
                  <a:pt x="10533" y="73"/>
                  <a:pt x="6846" y="1"/>
                </a:cubicBezTo>
                <a:cubicBezTo>
                  <a:pt x="6808" y="0"/>
                  <a:pt x="6770" y="0"/>
                  <a:pt x="67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6"/>
          <p:cNvSpPr/>
          <p:nvPr/>
        </p:nvSpPr>
        <p:spPr>
          <a:xfrm>
            <a:off x="-669500" y="2056075"/>
            <a:ext cx="1389502" cy="3087434"/>
          </a:xfrm>
          <a:custGeom>
            <a:avLst/>
            <a:gdLst/>
            <a:ahLst/>
            <a:cxnLst/>
            <a:rect l="l" t="t" r="r" b="b"/>
            <a:pathLst>
              <a:path w="12312" h="14458" extrusionOk="0">
                <a:moveTo>
                  <a:pt x="0" y="1"/>
                </a:moveTo>
                <a:lnTo>
                  <a:pt x="0" y="14457"/>
                </a:lnTo>
                <a:lnTo>
                  <a:pt x="12014" y="14457"/>
                </a:lnTo>
                <a:cubicBezTo>
                  <a:pt x="12311" y="11270"/>
                  <a:pt x="11269" y="7826"/>
                  <a:pt x="8602" y="6110"/>
                </a:cubicBezTo>
                <a:cubicBezTo>
                  <a:pt x="6968" y="5047"/>
                  <a:pt x="4945" y="4761"/>
                  <a:pt x="3259" y="3801"/>
                </a:cubicBezTo>
                <a:cubicBezTo>
                  <a:pt x="1778" y="2963"/>
                  <a:pt x="633" y="1574"/>
                  <a:pt x="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6"/>
          <p:cNvSpPr/>
          <p:nvPr/>
        </p:nvSpPr>
        <p:spPr>
          <a:xfrm>
            <a:off x="72270" y="4776093"/>
            <a:ext cx="1281912" cy="1162406"/>
          </a:xfrm>
          <a:custGeom>
            <a:avLst/>
            <a:gdLst/>
            <a:ahLst/>
            <a:cxnLst/>
            <a:rect l="l" t="t" r="r" b="b"/>
            <a:pathLst>
              <a:path w="10452" h="9478" extrusionOk="0">
                <a:moveTo>
                  <a:pt x="5225" y="0"/>
                </a:moveTo>
                <a:cubicBezTo>
                  <a:pt x="4038" y="0"/>
                  <a:pt x="2851" y="443"/>
                  <a:pt x="1932" y="1332"/>
                </a:cubicBezTo>
                <a:cubicBezTo>
                  <a:pt x="52" y="3150"/>
                  <a:pt x="0" y="6154"/>
                  <a:pt x="1819" y="8034"/>
                </a:cubicBezTo>
                <a:cubicBezTo>
                  <a:pt x="2748" y="8994"/>
                  <a:pt x="3985" y="9477"/>
                  <a:pt x="5224" y="9477"/>
                </a:cubicBezTo>
                <a:cubicBezTo>
                  <a:pt x="6409" y="9477"/>
                  <a:pt x="7597" y="9035"/>
                  <a:pt x="8521" y="8146"/>
                </a:cubicBezTo>
                <a:cubicBezTo>
                  <a:pt x="10400" y="6328"/>
                  <a:pt x="10452" y="3324"/>
                  <a:pt x="8633" y="1444"/>
                </a:cubicBezTo>
                <a:cubicBezTo>
                  <a:pt x="7704" y="484"/>
                  <a:pt x="6465" y="0"/>
                  <a:pt x="52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6"/>
          <p:cNvSpPr/>
          <p:nvPr/>
        </p:nvSpPr>
        <p:spPr>
          <a:xfrm>
            <a:off x="226126" y="2019387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7" name="Google Shape;747;p6"/>
          <p:cNvGrpSpPr/>
          <p:nvPr/>
        </p:nvGrpSpPr>
        <p:grpSpPr>
          <a:xfrm>
            <a:off x="-797543" y="4010365"/>
            <a:ext cx="1517538" cy="1495345"/>
            <a:chOff x="-1517525" y="-541175"/>
            <a:chExt cx="1096725" cy="1080686"/>
          </a:xfrm>
        </p:grpSpPr>
        <p:sp>
          <p:nvSpPr>
            <p:cNvPr id="748" name="Google Shape;748;p6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6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6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6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6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6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6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6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6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6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6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6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6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6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6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6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6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6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6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6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6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6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6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6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6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6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6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6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6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6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6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6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6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6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6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6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6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6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6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6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6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6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6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6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6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6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6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6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6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6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6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6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6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6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6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6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6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6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6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6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6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6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6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6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6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6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6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6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6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6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6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6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6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6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6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6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6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6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6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6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6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6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6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6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6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6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6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6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6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6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6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6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6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6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6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6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6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6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6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6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6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6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6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6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6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6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6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6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6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6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6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6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6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6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6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6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6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6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6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6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6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6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6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6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6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6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6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6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6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6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6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6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6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6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6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6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6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6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6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6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6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6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6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6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6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6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6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6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6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6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6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6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6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6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6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6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6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6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6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6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6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6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6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6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6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6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6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6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6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6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6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6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6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6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6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6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6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6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6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6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6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6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6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6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6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6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6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6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6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6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6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6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6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6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6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6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6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6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6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6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6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6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6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6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6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6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6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6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6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6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6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6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6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6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6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6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6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6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6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6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6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6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6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6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6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6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6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6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6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6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6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6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6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6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6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6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6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6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6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6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6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6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6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6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6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6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6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6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6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6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6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6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6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6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6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6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6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6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6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6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6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6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6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6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6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6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6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6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6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6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6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6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6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6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6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6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6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6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6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6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6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6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6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6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6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6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6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6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6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6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6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6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6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6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6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6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6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6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6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6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6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6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6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6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6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6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6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6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6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6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6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6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6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6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6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6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6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6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6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6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6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6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6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6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6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6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6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6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6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6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6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6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6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6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6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6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4" name="Google Shape;1084;p6"/>
          <p:cNvSpPr/>
          <p:nvPr/>
        </p:nvSpPr>
        <p:spPr>
          <a:xfrm>
            <a:off x="226126" y="2602912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7"/>
          <p:cNvSpPr txBox="1">
            <a:spLocks noGrp="1"/>
          </p:cNvSpPr>
          <p:nvPr>
            <p:ph type="title"/>
          </p:nvPr>
        </p:nvSpPr>
        <p:spPr>
          <a:xfrm>
            <a:off x="706700" y="1175525"/>
            <a:ext cx="4831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87" name="Google Shape;1087;p7"/>
          <p:cNvSpPr txBox="1">
            <a:spLocks noGrp="1"/>
          </p:cNvSpPr>
          <p:nvPr>
            <p:ph type="subTitle" idx="1"/>
          </p:nvPr>
        </p:nvSpPr>
        <p:spPr>
          <a:xfrm>
            <a:off x="706700" y="1890775"/>
            <a:ext cx="4831800" cy="20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088" name="Google Shape;1088;p7"/>
          <p:cNvSpPr>
            <a:spLocks noGrp="1"/>
          </p:cNvSpPr>
          <p:nvPr>
            <p:ph type="pic" idx="2"/>
          </p:nvPr>
        </p:nvSpPr>
        <p:spPr>
          <a:xfrm>
            <a:off x="5643775" y="1150775"/>
            <a:ext cx="2787000" cy="284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9" name="Google Shape;1089;p7"/>
          <p:cNvSpPr/>
          <p:nvPr/>
        </p:nvSpPr>
        <p:spPr>
          <a:xfrm rot="-5400000">
            <a:off x="-2254221" y="2192817"/>
            <a:ext cx="5215147" cy="706704"/>
          </a:xfrm>
          <a:custGeom>
            <a:avLst/>
            <a:gdLst/>
            <a:ahLst/>
            <a:cxnLst/>
            <a:rect l="l" t="t" r="r" b="b"/>
            <a:pathLst>
              <a:path w="43869" h="8659" extrusionOk="0">
                <a:moveTo>
                  <a:pt x="0" y="1"/>
                </a:moveTo>
                <a:lnTo>
                  <a:pt x="0" y="3076"/>
                </a:lnTo>
                <a:cubicBezTo>
                  <a:pt x="572" y="2811"/>
                  <a:pt x="1185" y="2637"/>
                  <a:pt x="1808" y="2504"/>
                </a:cubicBezTo>
                <a:cubicBezTo>
                  <a:pt x="2757" y="2309"/>
                  <a:pt x="3718" y="2221"/>
                  <a:pt x="4682" y="2221"/>
                </a:cubicBezTo>
                <a:cubicBezTo>
                  <a:pt x="7038" y="2221"/>
                  <a:pt x="9409" y="2743"/>
                  <a:pt x="11656" y="3475"/>
                </a:cubicBezTo>
                <a:cubicBezTo>
                  <a:pt x="14834" y="4507"/>
                  <a:pt x="17858" y="5967"/>
                  <a:pt x="21014" y="7040"/>
                </a:cubicBezTo>
                <a:cubicBezTo>
                  <a:pt x="23870" y="8002"/>
                  <a:pt x="26864" y="8658"/>
                  <a:pt x="29877" y="8658"/>
                </a:cubicBezTo>
                <a:cubicBezTo>
                  <a:pt x="30130" y="8658"/>
                  <a:pt x="30384" y="8653"/>
                  <a:pt x="30638" y="8644"/>
                </a:cubicBezTo>
                <a:cubicBezTo>
                  <a:pt x="33898" y="8532"/>
                  <a:pt x="37187" y="7572"/>
                  <a:pt x="39792" y="5590"/>
                </a:cubicBezTo>
                <a:cubicBezTo>
                  <a:pt x="41651" y="4169"/>
                  <a:pt x="43123" y="2198"/>
                  <a:pt x="4386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0" name="Google Shape;1090;p7"/>
          <p:cNvSpPr/>
          <p:nvPr/>
        </p:nvSpPr>
        <p:spPr>
          <a:xfrm>
            <a:off x="225301" y="1962112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1" name="Google Shape;1091;p7"/>
          <p:cNvSpPr/>
          <p:nvPr/>
        </p:nvSpPr>
        <p:spPr>
          <a:xfrm>
            <a:off x="-814492" y="641405"/>
            <a:ext cx="1281912" cy="1162406"/>
          </a:xfrm>
          <a:custGeom>
            <a:avLst/>
            <a:gdLst/>
            <a:ahLst/>
            <a:cxnLst/>
            <a:rect l="l" t="t" r="r" b="b"/>
            <a:pathLst>
              <a:path w="10452" h="9478" extrusionOk="0">
                <a:moveTo>
                  <a:pt x="5225" y="0"/>
                </a:moveTo>
                <a:cubicBezTo>
                  <a:pt x="4038" y="0"/>
                  <a:pt x="2851" y="443"/>
                  <a:pt x="1932" y="1332"/>
                </a:cubicBezTo>
                <a:cubicBezTo>
                  <a:pt x="52" y="3150"/>
                  <a:pt x="0" y="6154"/>
                  <a:pt x="1819" y="8034"/>
                </a:cubicBezTo>
                <a:cubicBezTo>
                  <a:pt x="2748" y="8994"/>
                  <a:pt x="3985" y="9477"/>
                  <a:pt x="5224" y="9477"/>
                </a:cubicBezTo>
                <a:cubicBezTo>
                  <a:pt x="6409" y="9477"/>
                  <a:pt x="7597" y="9035"/>
                  <a:pt x="8521" y="8146"/>
                </a:cubicBezTo>
                <a:cubicBezTo>
                  <a:pt x="10400" y="6328"/>
                  <a:pt x="10452" y="3324"/>
                  <a:pt x="8633" y="1444"/>
                </a:cubicBezTo>
                <a:cubicBezTo>
                  <a:pt x="7704" y="484"/>
                  <a:pt x="6465" y="0"/>
                  <a:pt x="522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2" name="Google Shape;1092;p7"/>
          <p:cNvSpPr/>
          <p:nvPr/>
        </p:nvSpPr>
        <p:spPr>
          <a:xfrm>
            <a:off x="4970285" y="4604011"/>
            <a:ext cx="922194" cy="913197"/>
          </a:xfrm>
          <a:custGeom>
            <a:avLst/>
            <a:gdLst/>
            <a:ahLst/>
            <a:cxnLst/>
            <a:rect l="l" t="t" r="r" b="b"/>
            <a:pathLst>
              <a:path w="12342" h="12222" extrusionOk="0">
                <a:moveTo>
                  <a:pt x="6166" y="3107"/>
                </a:moveTo>
                <a:cubicBezTo>
                  <a:pt x="6185" y="3107"/>
                  <a:pt x="6203" y="3107"/>
                  <a:pt x="6222" y="3107"/>
                </a:cubicBezTo>
                <a:cubicBezTo>
                  <a:pt x="7888" y="3138"/>
                  <a:pt x="9205" y="4507"/>
                  <a:pt x="9175" y="6162"/>
                </a:cubicBezTo>
                <a:cubicBezTo>
                  <a:pt x="9144" y="7808"/>
                  <a:pt x="7806" y="9115"/>
                  <a:pt x="6177" y="9115"/>
                </a:cubicBezTo>
                <a:cubicBezTo>
                  <a:pt x="6158" y="9115"/>
                  <a:pt x="6139" y="9115"/>
                  <a:pt x="6120" y="9114"/>
                </a:cubicBezTo>
                <a:cubicBezTo>
                  <a:pt x="4455" y="9084"/>
                  <a:pt x="3137" y="7715"/>
                  <a:pt x="3168" y="6060"/>
                </a:cubicBezTo>
                <a:cubicBezTo>
                  <a:pt x="3198" y="4413"/>
                  <a:pt x="4536" y="3107"/>
                  <a:pt x="6166" y="3107"/>
                </a:cubicBezTo>
                <a:close/>
                <a:moveTo>
                  <a:pt x="6160" y="0"/>
                </a:moveTo>
                <a:cubicBezTo>
                  <a:pt x="2840" y="0"/>
                  <a:pt x="123" y="2665"/>
                  <a:pt x="62" y="6009"/>
                </a:cubicBezTo>
                <a:cubicBezTo>
                  <a:pt x="1" y="9380"/>
                  <a:pt x="2698" y="12159"/>
                  <a:pt x="6069" y="12220"/>
                </a:cubicBezTo>
                <a:cubicBezTo>
                  <a:pt x="6107" y="12221"/>
                  <a:pt x="6144" y="12221"/>
                  <a:pt x="6182" y="12221"/>
                </a:cubicBezTo>
                <a:cubicBezTo>
                  <a:pt x="9502" y="12221"/>
                  <a:pt x="12220" y="9547"/>
                  <a:pt x="12281" y="6213"/>
                </a:cubicBezTo>
                <a:cubicBezTo>
                  <a:pt x="12342" y="2842"/>
                  <a:pt x="9655" y="63"/>
                  <a:pt x="6273" y="1"/>
                </a:cubicBezTo>
                <a:cubicBezTo>
                  <a:pt x="6236" y="1"/>
                  <a:pt x="6198" y="0"/>
                  <a:pt x="616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93" name="Google Shape;1093;p7"/>
          <p:cNvGrpSpPr/>
          <p:nvPr/>
        </p:nvGrpSpPr>
        <p:grpSpPr>
          <a:xfrm>
            <a:off x="6587832" y="4134002"/>
            <a:ext cx="1517538" cy="1495345"/>
            <a:chOff x="-1517525" y="-541175"/>
            <a:chExt cx="1096725" cy="1080686"/>
          </a:xfrm>
        </p:grpSpPr>
        <p:sp>
          <p:nvSpPr>
            <p:cNvPr id="1094" name="Google Shape;1094;p7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7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7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7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7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7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7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7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7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7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7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7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7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7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7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7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7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7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7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7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7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7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7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7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7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7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7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7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7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7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7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7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7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7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7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7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7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7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7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7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7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7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7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7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7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7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7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7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7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7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7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7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7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7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7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7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7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7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7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7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7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7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7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7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7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7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7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7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7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7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7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7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7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7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7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7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7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7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7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7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7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7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7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7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7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7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7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7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7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7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7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7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7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7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7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7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7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7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7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7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7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7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7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7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7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7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7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7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7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7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7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7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7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7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7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7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7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7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7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7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7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7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7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7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7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7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7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7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7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7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7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7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7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7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7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7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7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7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7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7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7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7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7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7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7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7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7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7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7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7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7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7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7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7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7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7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7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7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7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7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7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7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7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7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7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7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7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7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7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7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7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7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7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7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7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7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7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7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7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7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7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7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7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7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7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7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7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7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7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7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7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7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7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7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7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7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7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7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7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7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7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7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7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7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7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7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7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7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7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7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7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7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7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7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7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7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7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7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7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7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7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7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7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7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7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7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7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7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7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7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7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7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7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7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7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7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7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7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7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7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7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7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7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7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7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7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7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7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7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7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7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7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7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7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7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7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7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7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7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7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7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7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7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7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7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7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7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7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7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7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7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7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7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7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7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7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7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7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7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7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7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7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7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7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7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7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7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7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7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7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7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7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7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7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7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7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7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7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7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7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7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7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7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7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7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7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7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7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7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7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7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7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7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7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7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7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7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7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7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7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7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7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7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7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7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7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7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7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7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7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7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7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7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7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7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7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0" name="Google Shape;1430;p7"/>
          <p:cNvSpPr/>
          <p:nvPr/>
        </p:nvSpPr>
        <p:spPr>
          <a:xfrm>
            <a:off x="910301" y="4758162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7"/>
          <p:cNvSpPr/>
          <p:nvPr/>
        </p:nvSpPr>
        <p:spPr>
          <a:xfrm flipH="1">
            <a:off x="6333255" y="-76208"/>
            <a:ext cx="2810745" cy="2597610"/>
          </a:xfrm>
          <a:custGeom>
            <a:avLst/>
            <a:gdLst/>
            <a:ahLst/>
            <a:cxnLst/>
            <a:rect l="l" t="t" r="r" b="b"/>
            <a:pathLst>
              <a:path w="18278" h="16892" extrusionOk="0">
                <a:moveTo>
                  <a:pt x="1" y="1"/>
                </a:moveTo>
                <a:lnTo>
                  <a:pt x="1" y="14610"/>
                </a:lnTo>
                <a:cubicBezTo>
                  <a:pt x="654" y="15611"/>
                  <a:pt x="1706" y="16398"/>
                  <a:pt x="2871" y="16715"/>
                </a:cubicBezTo>
                <a:cubicBezTo>
                  <a:pt x="3324" y="16835"/>
                  <a:pt x="3787" y="16892"/>
                  <a:pt x="4252" y="16892"/>
                </a:cubicBezTo>
                <a:cubicBezTo>
                  <a:pt x="5841" y="16892"/>
                  <a:pt x="7437" y="16225"/>
                  <a:pt x="8623" y="15141"/>
                </a:cubicBezTo>
                <a:cubicBezTo>
                  <a:pt x="9236" y="14590"/>
                  <a:pt x="9757" y="13915"/>
                  <a:pt x="10094" y="13159"/>
                </a:cubicBezTo>
                <a:cubicBezTo>
                  <a:pt x="10942" y="11320"/>
                  <a:pt x="10676" y="9165"/>
                  <a:pt x="11095" y="7172"/>
                </a:cubicBezTo>
                <a:cubicBezTo>
                  <a:pt x="11493" y="5313"/>
                  <a:pt x="12535" y="3597"/>
                  <a:pt x="13997" y="2381"/>
                </a:cubicBezTo>
                <a:cubicBezTo>
                  <a:pt x="15212" y="1370"/>
                  <a:pt x="16714" y="706"/>
                  <a:pt x="18277" y="481"/>
                </a:cubicBezTo>
                <a:lnTo>
                  <a:pt x="1827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32" name="Google Shape;1432;p7"/>
          <p:cNvGrpSpPr/>
          <p:nvPr/>
        </p:nvGrpSpPr>
        <p:grpSpPr>
          <a:xfrm>
            <a:off x="8754219" y="753291"/>
            <a:ext cx="81758" cy="608663"/>
            <a:chOff x="-1154155" y="1061718"/>
            <a:chExt cx="36015" cy="268015"/>
          </a:xfrm>
        </p:grpSpPr>
        <p:sp>
          <p:nvSpPr>
            <p:cNvPr id="1433" name="Google Shape;1433;p7"/>
            <p:cNvSpPr/>
            <p:nvPr/>
          </p:nvSpPr>
          <p:spPr>
            <a:xfrm>
              <a:off x="-1154155" y="1061718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195" y="0"/>
                  </a:moveTo>
                  <a:cubicBezTo>
                    <a:pt x="175" y="0"/>
                    <a:pt x="164" y="11"/>
                    <a:pt x="144" y="11"/>
                  </a:cubicBezTo>
                  <a:cubicBezTo>
                    <a:pt x="134" y="21"/>
                    <a:pt x="123" y="31"/>
                    <a:pt x="103" y="31"/>
                  </a:cubicBezTo>
                  <a:lnTo>
                    <a:pt x="73" y="62"/>
                  </a:lnTo>
                  <a:cubicBezTo>
                    <a:pt x="62" y="72"/>
                    <a:pt x="52" y="82"/>
                    <a:pt x="42" y="103"/>
                  </a:cubicBezTo>
                  <a:cubicBezTo>
                    <a:pt x="32" y="113"/>
                    <a:pt x="32" y="123"/>
                    <a:pt x="21" y="143"/>
                  </a:cubicBezTo>
                  <a:cubicBezTo>
                    <a:pt x="21" y="154"/>
                    <a:pt x="11" y="164"/>
                    <a:pt x="11" y="184"/>
                  </a:cubicBezTo>
                  <a:cubicBezTo>
                    <a:pt x="1" y="195"/>
                    <a:pt x="1" y="215"/>
                    <a:pt x="1" y="225"/>
                  </a:cubicBezTo>
                  <a:cubicBezTo>
                    <a:pt x="1" y="286"/>
                    <a:pt x="32" y="348"/>
                    <a:pt x="73" y="389"/>
                  </a:cubicBezTo>
                  <a:cubicBezTo>
                    <a:pt x="114" y="440"/>
                    <a:pt x="175" y="461"/>
                    <a:pt x="236" y="461"/>
                  </a:cubicBezTo>
                  <a:cubicBezTo>
                    <a:pt x="297" y="461"/>
                    <a:pt x="359" y="440"/>
                    <a:pt x="400" y="389"/>
                  </a:cubicBezTo>
                  <a:lnTo>
                    <a:pt x="430" y="358"/>
                  </a:lnTo>
                  <a:cubicBezTo>
                    <a:pt x="440" y="348"/>
                    <a:pt x="440" y="327"/>
                    <a:pt x="450" y="318"/>
                  </a:cubicBezTo>
                  <a:cubicBezTo>
                    <a:pt x="461" y="307"/>
                    <a:pt x="461" y="286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59" y="21"/>
                    <a:pt x="297" y="0"/>
                    <a:pt x="2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7"/>
            <p:cNvSpPr/>
            <p:nvPr/>
          </p:nvSpPr>
          <p:spPr>
            <a:xfrm>
              <a:off x="-1154155" y="1139575"/>
              <a:ext cx="35193" cy="112300"/>
            </a:xfrm>
            <a:custGeom>
              <a:avLst/>
              <a:gdLst/>
              <a:ahLst/>
              <a:cxnLst/>
              <a:rect l="l" t="t" r="r" b="b"/>
              <a:pathLst>
                <a:path w="471" h="1503" extrusionOk="0">
                  <a:moveTo>
                    <a:pt x="236" y="1"/>
                  </a:moveTo>
                  <a:cubicBezTo>
                    <a:pt x="114" y="1"/>
                    <a:pt x="1" y="103"/>
                    <a:pt x="1" y="225"/>
                  </a:cubicBezTo>
                  <a:cubicBezTo>
                    <a:pt x="1" y="358"/>
                    <a:pt x="114" y="461"/>
                    <a:pt x="236" y="461"/>
                  </a:cubicBezTo>
                  <a:cubicBezTo>
                    <a:pt x="369" y="461"/>
                    <a:pt x="471" y="358"/>
                    <a:pt x="471" y="225"/>
                  </a:cubicBezTo>
                  <a:cubicBezTo>
                    <a:pt x="471" y="103"/>
                    <a:pt x="369" y="1"/>
                    <a:pt x="236" y="1"/>
                  </a:cubicBezTo>
                  <a:close/>
                  <a:moveTo>
                    <a:pt x="236" y="1043"/>
                  </a:moveTo>
                  <a:cubicBezTo>
                    <a:pt x="114" y="1043"/>
                    <a:pt x="1" y="1145"/>
                    <a:pt x="1" y="1267"/>
                  </a:cubicBezTo>
                  <a:cubicBezTo>
                    <a:pt x="1" y="1401"/>
                    <a:pt x="114" y="1503"/>
                    <a:pt x="236" y="1503"/>
                  </a:cubicBezTo>
                  <a:cubicBezTo>
                    <a:pt x="369" y="1503"/>
                    <a:pt x="471" y="1401"/>
                    <a:pt x="471" y="1267"/>
                  </a:cubicBezTo>
                  <a:cubicBezTo>
                    <a:pt x="471" y="1145"/>
                    <a:pt x="369" y="1043"/>
                    <a:pt x="236" y="10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7"/>
            <p:cNvSpPr/>
            <p:nvPr/>
          </p:nvSpPr>
          <p:spPr>
            <a:xfrm>
              <a:off x="-1154155" y="1295289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236" y="1"/>
                  </a:moveTo>
                  <a:cubicBezTo>
                    <a:pt x="175" y="1"/>
                    <a:pt x="114" y="21"/>
                    <a:pt x="73" y="62"/>
                  </a:cubicBezTo>
                  <a:cubicBezTo>
                    <a:pt x="32" y="113"/>
                    <a:pt x="1" y="175"/>
                    <a:pt x="1" y="225"/>
                  </a:cubicBezTo>
                  <a:cubicBezTo>
                    <a:pt x="1" y="246"/>
                    <a:pt x="1" y="256"/>
                    <a:pt x="11" y="277"/>
                  </a:cubicBezTo>
                  <a:cubicBezTo>
                    <a:pt x="11" y="287"/>
                    <a:pt x="21" y="307"/>
                    <a:pt x="21" y="318"/>
                  </a:cubicBezTo>
                  <a:cubicBezTo>
                    <a:pt x="32" y="328"/>
                    <a:pt x="32" y="348"/>
                    <a:pt x="42" y="359"/>
                  </a:cubicBezTo>
                  <a:lnTo>
                    <a:pt x="73" y="389"/>
                  </a:lnTo>
                  <a:cubicBezTo>
                    <a:pt x="114" y="440"/>
                    <a:pt x="175" y="461"/>
                    <a:pt x="236" y="461"/>
                  </a:cubicBezTo>
                  <a:lnTo>
                    <a:pt x="277" y="461"/>
                  </a:lnTo>
                  <a:cubicBezTo>
                    <a:pt x="297" y="450"/>
                    <a:pt x="307" y="450"/>
                    <a:pt x="328" y="440"/>
                  </a:cubicBezTo>
                  <a:cubicBezTo>
                    <a:pt x="338" y="440"/>
                    <a:pt x="348" y="430"/>
                    <a:pt x="369" y="420"/>
                  </a:cubicBezTo>
                  <a:lnTo>
                    <a:pt x="400" y="389"/>
                  </a:lnTo>
                  <a:lnTo>
                    <a:pt x="430" y="359"/>
                  </a:lnTo>
                  <a:cubicBezTo>
                    <a:pt x="440" y="348"/>
                    <a:pt x="440" y="328"/>
                    <a:pt x="450" y="318"/>
                  </a:cubicBezTo>
                  <a:cubicBezTo>
                    <a:pt x="461" y="307"/>
                    <a:pt x="461" y="287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89" y="52"/>
                    <a:pt x="379" y="41"/>
                    <a:pt x="369" y="41"/>
                  </a:cubicBezTo>
                  <a:cubicBezTo>
                    <a:pt x="348" y="32"/>
                    <a:pt x="338" y="21"/>
                    <a:pt x="328" y="11"/>
                  </a:cubicBezTo>
                  <a:cubicBezTo>
                    <a:pt x="307" y="11"/>
                    <a:pt x="297" y="1"/>
                    <a:pt x="2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6" name="Google Shape;1436;p7"/>
          <p:cNvSpPr/>
          <p:nvPr/>
        </p:nvSpPr>
        <p:spPr>
          <a:xfrm>
            <a:off x="7090100" y="-1561645"/>
            <a:ext cx="2053902" cy="2035379"/>
          </a:xfrm>
          <a:custGeom>
            <a:avLst/>
            <a:gdLst/>
            <a:ahLst/>
            <a:cxnLst/>
            <a:rect l="l" t="t" r="r" b="b"/>
            <a:pathLst>
              <a:path w="13466" h="13345" extrusionOk="0">
                <a:moveTo>
                  <a:pt x="6730" y="1257"/>
                </a:moveTo>
                <a:cubicBezTo>
                  <a:pt x="6762" y="1257"/>
                  <a:pt x="6793" y="1258"/>
                  <a:pt x="6825" y="1258"/>
                </a:cubicBezTo>
                <a:cubicBezTo>
                  <a:pt x="9818" y="1309"/>
                  <a:pt x="12199" y="3771"/>
                  <a:pt x="12147" y="6775"/>
                </a:cubicBezTo>
                <a:cubicBezTo>
                  <a:pt x="12097" y="9736"/>
                  <a:pt x="9686" y="12098"/>
                  <a:pt x="6737" y="12098"/>
                </a:cubicBezTo>
                <a:cubicBezTo>
                  <a:pt x="6705" y="12098"/>
                  <a:pt x="6673" y="12098"/>
                  <a:pt x="6641" y="12097"/>
                </a:cubicBezTo>
                <a:cubicBezTo>
                  <a:pt x="3647" y="12047"/>
                  <a:pt x="1257" y="9574"/>
                  <a:pt x="1308" y="6580"/>
                </a:cubicBezTo>
                <a:cubicBezTo>
                  <a:pt x="1359" y="3619"/>
                  <a:pt x="3779" y="1257"/>
                  <a:pt x="6730" y="1257"/>
                </a:cubicBezTo>
                <a:close/>
                <a:moveTo>
                  <a:pt x="6732" y="0"/>
                </a:moveTo>
                <a:cubicBezTo>
                  <a:pt x="3095" y="0"/>
                  <a:pt x="123" y="2920"/>
                  <a:pt x="62" y="6560"/>
                </a:cubicBezTo>
                <a:cubicBezTo>
                  <a:pt x="1" y="10248"/>
                  <a:pt x="2932" y="13282"/>
                  <a:pt x="6621" y="13344"/>
                </a:cubicBezTo>
                <a:cubicBezTo>
                  <a:pt x="6665" y="13344"/>
                  <a:pt x="6709" y="13345"/>
                  <a:pt x="6753" y="13345"/>
                </a:cubicBezTo>
                <a:cubicBezTo>
                  <a:pt x="10371" y="13345"/>
                  <a:pt x="13333" y="10429"/>
                  <a:pt x="13404" y="6795"/>
                </a:cubicBezTo>
                <a:cubicBezTo>
                  <a:pt x="13466" y="3107"/>
                  <a:pt x="10533" y="73"/>
                  <a:pt x="6846" y="1"/>
                </a:cubicBezTo>
                <a:cubicBezTo>
                  <a:pt x="6808" y="0"/>
                  <a:pt x="6770" y="0"/>
                  <a:pt x="67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439" name="Google Shape;1439;p8"/>
          <p:cNvSpPr/>
          <p:nvPr/>
        </p:nvSpPr>
        <p:spPr>
          <a:xfrm flipH="1">
            <a:off x="-66479" y="-227997"/>
            <a:ext cx="3396937" cy="967737"/>
          </a:xfrm>
          <a:custGeom>
            <a:avLst/>
            <a:gdLst/>
            <a:ahLst/>
            <a:cxnLst/>
            <a:rect l="l" t="t" r="r" b="b"/>
            <a:pathLst>
              <a:path w="19023" h="12557" extrusionOk="0">
                <a:moveTo>
                  <a:pt x="0" y="0"/>
                </a:moveTo>
                <a:cubicBezTo>
                  <a:pt x="82" y="1635"/>
                  <a:pt x="388" y="3270"/>
                  <a:pt x="1083" y="4751"/>
                </a:cubicBezTo>
                <a:cubicBezTo>
                  <a:pt x="1993" y="6661"/>
                  <a:pt x="3596" y="8307"/>
                  <a:pt x="5619" y="8929"/>
                </a:cubicBezTo>
                <a:cubicBezTo>
                  <a:pt x="6480" y="9193"/>
                  <a:pt x="7364" y="9265"/>
                  <a:pt x="8259" y="9265"/>
                </a:cubicBezTo>
                <a:cubicBezTo>
                  <a:pt x="9337" y="9265"/>
                  <a:pt x="10430" y="9160"/>
                  <a:pt x="11515" y="9160"/>
                </a:cubicBezTo>
                <a:cubicBezTo>
                  <a:pt x="11733" y="9160"/>
                  <a:pt x="11951" y="9165"/>
                  <a:pt x="12168" y="9175"/>
                </a:cubicBezTo>
                <a:cubicBezTo>
                  <a:pt x="14793" y="9287"/>
                  <a:pt x="17522" y="10482"/>
                  <a:pt x="19023" y="12557"/>
                </a:cubicBezTo>
                <a:lnTo>
                  <a:pt x="1902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40" name="Google Shape;1440;p8"/>
          <p:cNvGrpSpPr/>
          <p:nvPr/>
        </p:nvGrpSpPr>
        <p:grpSpPr>
          <a:xfrm>
            <a:off x="-418311" y="4010369"/>
            <a:ext cx="1389521" cy="1145527"/>
            <a:chOff x="1794050" y="1659850"/>
            <a:chExt cx="464350" cy="382825"/>
          </a:xfrm>
        </p:grpSpPr>
        <p:sp>
          <p:nvSpPr>
            <p:cNvPr id="1441" name="Google Shape;1441;p8"/>
            <p:cNvSpPr/>
            <p:nvPr/>
          </p:nvSpPr>
          <p:spPr>
            <a:xfrm>
              <a:off x="1794050" y="1750250"/>
              <a:ext cx="464350" cy="292425"/>
            </a:xfrm>
            <a:custGeom>
              <a:avLst/>
              <a:gdLst/>
              <a:ahLst/>
              <a:cxnLst/>
              <a:rect l="l" t="t" r="r" b="b"/>
              <a:pathLst>
                <a:path w="18574" h="11697" extrusionOk="0">
                  <a:moveTo>
                    <a:pt x="2034" y="2023"/>
                  </a:moveTo>
                  <a:cubicBezTo>
                    <a:pt x="2075" y="2023"/>
                    <a:pt x="2117" y="2027"/>
                    <a:pt x="2157" y="2034"/>
                  </a:cubicBezTo>
                  <a:cubicBezTo>
                    <a:pt x="2341" y="2065"/>
                    <a:pt x="2494" y="2147"/>
                    <a:pt x="2657" y="2238"/>
                  </a:cubicBezTo>
                  <a:cubicBezTo>
                    <a:pt x="3301" y="2617"/>
                    <a:pt x="3883" y="3096"/>
                    <a:pt x="4445" y="3587"/>
                  </a:cubicBezTo>
                  <a:cubicBezTo>
                    <a:pt x="4650" y="3761"/>
                    <a:pt x="4854" y="3945"/>
                    <a:pt x="4956" y="4190"/>
                  </a:cubicBezTo>
                  <a:cubicBezTo>
                    <a:pt x="5058" y="4435"/>
                    <a:pt x="5017" y="4752"/>
                    <a:pt x="4793" y="4895"/>
                  </a:cubicBezTo>
                  <a:cubicBezTo>
                    <a:pt x="4715" y="4944"/>
                    <a:pt x="4631" y="4964"/>
                    <a:pt x="4544" y="4964"/>
                  </a:cubicBezTo>
                  <a:cubicBezTo>
                    <a:pt x="4322" y="4964"/>
                    <a:pt x="4084" y="4830"/>
                    <a:pt x="3894" y="4690"/>
                  </a:cubicBezTo>
                  <a:cubicBezTo>
                    <a:pt x="3188" y="4200"/>
                    <a:pt x="2525" y="3648"/>
                    <a:pt x="1901" y="3066"/>
                  </a:cubicBezTo>
                  <a:cubicBezTo>
                    <a:pt x="1605" y="2790"/>
                    <a:pt x="1411" y="2402"/>
                    <a:pt x="1656" y="2167"/>
                  </a:cubicBezTo>
                  <a:cubicBezTo>
                    <a:pt x="1758" y="2065"/>
                    <a:pt x="1896" y="2023"/>
                    <a:pt x="2034" y="2023"/>
                  </a:cubicBezTo>
                  <a:close/>
                  <a:moveTo>
                    <a:pt x="1527" y="1"/>
                  </a:moveTo>
                  <a:cubicBezTo>
                    <a:pt x="1408" y="1"/>
                    <a:pt x="1287" y="23"/>
                    <a:pt x="1165" y="72"/>
                  </a:cubicBezTo>
                  <a:lnTo>
                    <a:pt x="1145" y="72"/>
                  </a:lnTo>
                  <a:cubicBezTo>
                    <a:pt x="420" y="369"/>
                    <a:pt x="1" y="1217"/>
                    <a:pt x="42" y="1993"/>
                  </a:cubicBezTo>
                  <a:cubicBezTo>
                    <a:pt x="82" y="2790"/>
                    <a:pt x="532" y="3516"/>
                    <a:pt x="1104" y="4067"/>
                  </a:cubicBezTo>
                  <a:cubicBezTo>
                    <a:pt x="1676" y="4609"/>
                    <a:pt x="2371" y="5007"/>
                    <a:pt x="3066" y="5396"/>
                  </a:cubicBezTo>
                  <a:cubicBezTo>
                    <a:pt x="5783" y="6938"/>
                    <a:pt x="8511" y="8470"/>
                    <a:pt x="11229" y="10003"/>
                  </a:cubicBezTo>
                  <a:cubicBezTo>
                    <a:pt x="12702" y="10837"/>
                    <a:pt x="14293" y="11696"/>
                    <a:pt x="15956" y="11696"/>
                  </a:cubicBezTo>
                  <a:cubicBezTo>
                    <a:pt x="16127" y="11696"/>
                    <a:pt x="16298" y="11687"/>
                    <a:pt x="16469" y="11668"/>
                  </a:cubicBezTo>
                  <a:cubicBezTo>
                    <a:pt x="17144" y="11596"/>
                    <a:pt x="17838" y="11351"/>
                    <a:pt x="18288" y="10851"/>
                  </a:cubicBezTo>
                  <a:cubicBezTo>
                    <a:pt x="18442" y="10657"/>
                    <a:pt x="18574" y="10371"/>
                    <a:pt x="18410" y="10187"/>
                  </a:cubicBezTo>
                  <a:cubicBezTo>
                    <a:pt x="18380" y="10146"/>
                    <a:pt x="18339" y="10125"/>
                    <a:pt x="18299" y="10105"/>
                  </a:cubicBezTo>
                  <a:cubicBezTo>
                    <a:pt x="18240" y="10083"/>
                    <a:pt x="18177" y="10074"/>
                    <a:pt x="18111" y="10074"/>
                  </a:cubicBezTo>
                  <a:cubicBezTo>
                    <a:pt x="17994" y="10074"/>
                    <a:pt x="17872" y="10103"/>
                    <a:pt x="17767" y="10136"/>
                  </a:cubicBezTo>
                  <a:cubicBezTo>
                    <a:pt x="17314" y="10258"/>
                    <a:pt x="16851" y="10314"/>
                    <a:pt x="16387" y="10314"/>
                  </a:cubicBezTo>
                  <a:cubicBezTo>
                    <a:pt x="15178" y="10314"/>
                    <a:pt x="13962" y="9935"/>
                    <a:pt x="12884" y="9360"/>
                  </a:cubicBezTo>
                  <a:cubicBezTo>
                    <a:pt x="11402" y="8563"/>
                    <a:pt x="10146" y="7418"/>
                    <a:pt x="8900" y="6274"/>
                  </a:cubicBezTo>
                  <a:lnTo>
                    <a:pt x="5467" y="3117"/>
                  </a:lnTo>
                  <a:cubicBezTo>
                    <a:pt x="5385" y="3046"/>
                    <a:pt x="5303" y="2974"/>
                    <a:pt x="5222" y="2892"/>
                  </a:cubicBezTo>
                  <a:cubicBezTo>
                    <a:pt x="4445" y="2177"/>
                    <a:pt x="3669" y="1462"/>
                    <a:pt x="2882" y="747"/>
                  </a:cubicBezTo>
                  <a:cubicBezTo>
                    <a:pt x="2487" y="377"/>
                    <a:pt x="2020" y="1"/>
                    <a:pt x="15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8"/>
            <p:cNvSpPr/>
            <p:nvPr/>
          </p:nvSpPr>
          <p:spPr>
            <a:xfrm>
              <a:off x="1930700" y="1784725"/>
              <a:ext cx="320825" cy="223375"/>
            </a:xfrm>
            <a:custGeom>
              <a:avLst/>
              <a:gdLst/>
              <a:ahLst/>
              <a:cxnLst/>
              <a:rect l="l" t="t" r="r" b="b"/>
              <a:pathLst>
                <a:path w="12833" h="8935" extrusionOk="0">
                  <a:moveTo>
                    <a:pt x="3969" y="0"/>
                  </a:moveTo>
                  <a:cubicBezTo>
                    <a:pt x="3788" y="0"/>
                    <a:pt x="3616" y="67"/>
                    <a:pt x="3443" y="134"/>
                  </a:cubicBezTo>
                  <a:cubicBezTo>
                    <a:pt x="2269" y="594"/>
                    <a:pt x="1114" y="1125"/>
                    <a:pt x="11" y="1728"/>
                  </a:cubicBezTo>
                  <a:lnTo>
                    <a:pt x="1" y="1738"/>
                  </a:lnTo>
                  <a:lnTo>
                    <a:pt x="3434" y="4895"/>
                  </a:lnTo>
                  <a:cubicBezTo>
                    <a:pt x="4680" y="6039"/>
                    <a:pt x="5936" y="7184"/>
                    <a:pt x="7418" y="7981"/>
                  </a:cubicBezTo>
                  <a:cubicBezTo>
                    <a:pt x="8496" y="8556"/>
                    <a:pt x="9712" y="8935"/>
                    <a:pt x="10921" y="8935"/>
                  </a:cubicBezTo>
                  <a:cubicBezTo>
                    <a:pt x="11385" y="8935"/>
                    <a:pt x="11848" y="8879"/>
                    <a:pt x="12301" y="8757"/>
                  </a:cubicBezTo>
                  <a:cubicBezTo>
                    <a:pt x="12406" y="8724"/>
                    <a:pt x="12528" y="8695"/>
                    <a:pt x="12645" y="8695"/>
                  </a:cubicBezTo>
                  <a:cubicBezTo>
                    <a:pt x="12711" y="8695"/>
                    <a:pt x="12774" y="8704"/>
                    <a:pt x="12833" y="8726"/>
                  </a:cubicBezTo>
                  <a:lnTo>
                    <a:pt x="12833" y="8716"/>
                  </a:lnTo>
                  <a:cubicBezTo>
                    <a:pt x="12301" y="8246"/>
                    <a:pt x="11800" y="7745"/>
                    <a:pt x="11320" y="7225"/>
                  </a:cubicBezTo>
                  <a:lnTo>
                    <a:pt x="11310" y="7234"/>
                  </a:lnTo>
                  <a:cubicBezTo>
                    <a:pt x="11202" y="7243"/>
                    <a:pt x="11093" y="7248"/>
                    <a:pt x="10985" y="7248"/>
                  </a:cubicBezTo>
                  <a:cubicBezTo>
                    <a:pt x="10099" y="7248"/>
                    <a:pt x="9213" y="6953"/>
                    <a:pt x="8521" y="6407"/>
                  </a:cubicBezTo>
                  <a:cubicBezTo>
                    <a:pt x="8113" y="6090"/>
                    <a:pt x="7765" y="5681"/>
                    <a:pt x="7509" y="5232"/>
                  </a:cubicBezTo>
                  <a:cubicBezTo>
                    <a:pt x="7275" y="4823"/>
                    <a:pt x="7111" y="4364"/>
                    <a:pt x="7039" y="3894"/>
                  </a:cubicBezTo>
                  <a:cubicBezTo>
                    <a:pt x="7019" y="3761"/>
                    <a:pt x="6999" y="3628"/>
                    <a:pt x="6968" y="3495"/>
                  </a:cubicBezTo>
                  <a:cubicBezTo>
                    <a:pt x="6927" y="3342"/>
                    <a:pt x="6866" y="3199"/>
                    <a:pt x="6753" y="3097"/>
                  </a:cubicBezTo>
                  <a:cubicBezTo>
                    <a:pt x="6633" y="2982"/>
                    <a:pt x="6466" y="2932"/>
                    <a:pt x="6297" y="2932"/>
                  </a:cubicBezTo>
                  <a:cubicBezTo>
                    <a:pt x="6165" y="2932"/>
                    <a:pt x="6032" y="2962"/>
                    <a:pt x="5916" y="3015"/>
                  </a:cubicBezTo>
                  <a:cubicBezTo>
                    <a:pt x="5650" y="3148"/>
                    <a:pt x="5436" y="3363"/>
                    <a:pt x="5232" y="3577"/>
                  </a:cubicBezTo>
                  <a:cubicBezTo>
                    <a:pt x="5027" y="3792"/>
                    <a:pt x="4803" y="4006"/>
                    <a:pt x="4516" y="4119"/>
                  </a:cubicBezTo>
                  <a:cubicBezTo>
                    <a:pt x="4447" y="4144"/>
                    <a:pt x="4369" y="4158"/>
                    <a:pt x="4291" y="4158"/>
                  </a:cubicBezTo>
                  <a:cubicBezTo>
                    <a:pt x="4119" y="4158"/>
                    <a:pt x="3953" y="4090"/>
                    <a:pt x="3903" y="3935"/>
                  </a:cubicBezTo>
                  <a:cubicBezTo>
                    <a:pt x="3822" y="3690"/>
                    <a:pt x="4077" y="3475"/>
                    <a:pt x="4281" y="3332"/>
                  </a:cubicBezTo>
                  <a:cubicBezTo>
                    <a:pt x="4721" y="3036"/>
                    <a:pt x="5129" y="2688"/>
                    <a:pt x="5507" y="2310"/>
                  </a:cubicBezTo>
                  <a:cubicBezTo>
                    <a:pt x="5640" y="2187"/>
                    <a:pt x="5773" y="2035"/>
                    <a:pt x="5783" y="1851"/>
                  </a:cubicBezTo>
                  <a:cubicBezTo>
                    <a:pt x="5793" y="1779"/>
                    <a:pt x="5783" y="1717"/>
                    <a:pt x="5763" y="1646"/>
                  </a:cubicBezTo>
                  <a:cubicBezTo>
                    <a:pt x="5742" y="1585"/>
                    <a:pt x="5722" y="1534"/>
                    <a:pt x="5702" y="1472"/>
                  </a:cubicBezTo>
                  <a:cubicBezTo>
                    <a:pt x="5559" y="1166"/>
                    <a:pt x="5364" y="890"/>
                    <a:pt x="5129" y="655"/>
                  </a:cubicBezTo>
                  <a:cubicBezTo>
                    <a:pt x="4955" y="482"/>
                    <a:pt x="4771" y="328"/>
                    <a:pt x="4557" y="205"/>
                  </a:cubicBezTo>
                  <a:cubicBezTo>
                    <a:pt x="4394" y="94"/>
                    <a:pt x="4199" y="12"/>
                    <a:pt x="4006" y="1"/>
                  </a:cubicBezTo>
                  <a:cubicBezTo>
                    <a:pt x="3993" y="1"/>
                    <a:pt x="3981" y="0"/>
                    <a:pt x="39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8"/>
            <p:cNvSpPr/>
            <p:nvPr/>
          </p:nvSpPr>
          <p:spPr>
            <a:xfrm>
              <a:off x="2118425" y="1907850"/>
              <a:ext cx="95300" cy="58075"/>
            </a:xfrm>
            <a:custGeom>
              <a:avLst/>
              <a:gdLst/>
              <a:ahLst/>
              <a:cxnLst/>
              <a:rect l="l" t="t" r="r" b="b"/>
              <a:pathLst>
                <a:path w="3812" h="2323" extrusionOk="0">
                  <a:moveTo>
                    <a:pt x="1952" y="0"/>
                  </a:moveTo>
                  <a:cubicBezTo>
                    <a:pt x="1288" y="31"/>
                    <a:pt x="634" y="134"/>
                    <a:pt x="0" y="307"/>
                  </a:cubicBezTo>
                  <a:cubicBezTo>
                    <a:pt x="256" y="756"/>
                    <a:pt x="604" y="1165"/>
                    <a:pt x="1012" y="1482"/>
                  </a:cubicBezTo>
                  <a:cubicBezTo>
                    <a:pt x="1704" y="2028"/>
                    <a:pt x="2590" y="2323"/>
                    <a:pt x="3476" y="2323"/>
                  </a:cubicBezTo>
                  <a:cubicBezTo>
                    <a:pt x="3584" y="2323"/>
                    <a:pt x="3693" y="2318"/>
                    <a:pt x="3801" y="2309"/>
                  </a:cubicBezTo>
                  <a:lnTo>
                    <a:pt x="3811" y="2300"/>
                  </a:lnTo>
                  <a:cubicBezTo>
                    <a:pt x="3137" y="1574"/>
                    <a:pt x="2524" y="808"/>
                    <a:pt x="19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8"/>
            <p:cNvSpPr/>
            <p:nvPr/>
          </p:nvSpPr>
          <p:spPr>
            <a:xfrm>
              <a:off x="2104900" y="1868225"/>
              <a:ext cx="62350" cy="47300"/>
            </a:xfrm>
            <a:custGeom>
              <a:avLst/>
              <a:gdLst/>
              <a:ahLst/>
              <a:cxnLst/>
              <a:rect l="l" t="t" r="r" b="b"/>
              <a:pathLst>
                <a:path w="2494" h="1892" extrusionOk="0">
                  <a:moveTo>
                    <a:pt x="1325" y="1"/>
                  </a:moveTo>
                  <a:cubicBezTo>
                    <a:pt x="877" y="1"/>
                    <a:pt x="430" y="53"/>
                    <a:pt x="0" y="155"/>
                  </a:cubicBezTo>
                  <a:cubicBezTo>
                    <a:pt x="31" y="288"/>
                    <a:pt x="51" y="421"/>
                    <a:pt x="71" y="554"/>
                  </a:cubicBezTo>
                  <a:cubicBezTo>
                    <a:pt x="143" y="1024"/>
                    <a:pt x="307" y="1483"/>
                    <a:pt x="541" y="1892"/>
                  </a:cubicBezTo>
                  <a:cubicBezTo>
                    <a:pt x="1175" y="1719"/>
                    <a:pt x="1829" y="1616"/>
                    <a:pt x="2493" y="1585"/>
                  </a:cubicBezTo>
                  <a:cubicBezTo>
                    <a:pt x="2125" y="1075"/>
                    <a:pt x="1778" y="543"/>
                    <a:pt x="1451" y="2"/>
                  </a:cubicBezTo>
                  <a:cubicBezTo>
                    <a:pt x="1409" y="1"/>
                    <a:pt x="1367" y="1"/>
                    <a:pt x="13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8"/>
            <p:cNvSpPr/>
            <p:nvPr/>
          </p:nvSpPr>
          <p:spPr>
            <a:xfrm>
              <a:off x="2026225" y="1822950"/>
              <a:ext cx="114975" cy="65725"/>
            </a:xfrm>
            <a:custGeom>
              <a:avLst/>
              <a:gdLst/>
              <a:ahLst/>
              <a:cxnLst/>
              <a:rect l="l" t="t" r="r" b="b"/>
              <a:pathLst>
                <a:path w="4599" h="2629" extrusionOk="0">
                  <a:moveTo>
                    <a:pt x="3174" y="1"/>
                  </a:moveTo>
                  <a:cubicBezTo>
                    <a:pt x="2766" y="1"/>
                    <a:pt x="2354" y="47"/>
                    <a:pt x="1942" y="117"/>
                  </a:cubicBezTo>
                  <a:cubicBezTo>
                    <a:pt x="1962" y="188"/>
                    <a:pt x="1972" y="250"/>
                    <a:pt x="1962" y="322"/>
                  </a:cubicBezTo>
                  <a:cubicBezTo>
                    <a:pt x="1952" y="506"/>
                    <a:pt x="1819" y="658"/>
                    <a:pt x="1686" y="781"/>
                  </a:cubicBezTo>
                  <a:cubicBezTo>
                    <a:pt x="1308" y="1159"/>
                    <a:pt x="900" y="1507"/>
                    <a:pt x="460" y="1803"/>
                  </a:cubicBezTo>
                  <a:cubicBezTo>
                    <a:pt x="256" y="1946"/>
                    <a:pt x="1" y="2161"/>
                    <a:pt x="82" y="2406"/>
                  </a:cubicBezTo>
                  <a:cubicBezTo>
                    <a:pt x="132" y="2561"/>
                    <a:pt x="298" y="2629"/>
                    <a:pt x="470" y="2629"/>
                  </a:cubicBezTo>
                  <a:cubicBezTo>
                    <a:pt x="548" y="2629"/>
                    <a:pt x="626" y="2615"/>
                    <a:pt x="695" y="2590"/>
                  </a:cubicBezTo>
                  <a:cubicBezTo>
                    <a:pt x="982" y="2477"/>
                    <a:pt x="1206" y="2263"/>
                    <a:pt x="1411" y="2048"/>
                  </a:cubicBezTo>
                  <a:cubicBezTo>
                    <a:pt x="1615" y="1834"/>
                    <a:pt x="1829" y="1619"/>
                    <a:pt x="2095" y="1486"/>
                  </a:cubicBezTo>
                  <a:cubicBezTo>
                    <a:pt x="2211" y="1433"/>
                    <a:pt x="2344" y="1403"/>
                    <a:pt x="2476" y="1403"/>
                  </a:cubicBezTo>
                  <a:cubicBezTo>
                    <a:pt x="2645" y="1403"/>
                    <a:pt x="2812" y="1453"/>
                    <a:pt x="2932" y="1568"/>
                  </a:cubicBezTo>
                  <a:cubicBezTo>
                    <a:pt x="3045" y="1670"/>
                    <a:pt x="3106" y="1813"/>
                    <a:pt x="3147" y="1966"/>
                  </a:cubicBezTo>
                  <a:cubicBezTo>
                    <a:pt x="3577" y="1864"/>
                    <a:pt x="4024" y="1812"/>
                    <a:pt x="4472" y="1812"/>
                  </a:cubicBezTo>
                  <a:cubicBezTo>
                    <a:pt x="4514" y="1812"/>
                    <a:pt x="4556" y="1812"/>
                    <a:pt x="4598" y="1813"/>
                  </a:cubicBezTo>
                  <a:cubicBezTo>
                    <a:pt x="4230" y="1231"/>
                    <a:pt x="3883" y="628"/>
                    <a:pt x="3556" y="15"/>
                  </a:cubicBezTo>
                  <a:cubicBezTo>
                    <a:pt x="3429" y="5"/>
                    <a:pt x="3302" y="1"/>
                    <a:pt x="31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8"/>
            <p:cNvSpPr/>
            <p:nvPr/>
          </p:nvSpPr>
          <p:spPr>
            <a:xfrm>
              <a:off x="2058925" y="1798750"/>
              <a:ext cx="56200" cy="27150"/>
            </a:xfrm>
            <a:custGeom>
              <a:avLst/>
              <a:gdLst/>
              <a:ahLst/>
              <a:cxnLst/>
              <a:rect l="l" t="t" r="r" b="b"/>
              <a:pathLst>
                <a:path w="2248" h="1086" extrusionOk="0">
                  <a:moveTo>
                    <a:pt x="1060" y="1"/>
                  </a:moveTo>
                  <a:cubicBezTo>
                    <a:pt x="704" y="1"/>
                    <a:pt x="350" y="33"/>
                    <a:pt x="0" y="94"/>
                  </a:cubicBezTo>
                  <a:cubicBezTo>
                    <a:pt x="235" y="329"/>
                    <a:pt x="430" y="605"/>
                    <a:pt x="573" y="911"/>
                  </a:cubicBezTo>
                  <a:cubicBezTo>
                    <a:pt x="593" y="973"/>
                    <a:pt x="613" y="1024"/>
                    <a:pt x="634" y="1085"/>
                  </a:cubicBezTo>
                  <a:cubicBezTo>
                    <a:pt x="1046" y="1015"/>
                    <a:pt x="1458" y="969"/>
                    <a:pt x="1866" y="969"/>
                  </a:cubicBezTo>
                  <a:cubicBezTo>
                    <a:pt x="1994" y="969"/>
                    <a:pt x="2121" y="973"/>
                    <a:pt x="2248" y="983"/>
                  </a:cubicBezTo>
                  <a:cubicBezTo>
                    <a:pt x="2085" y="677"/>
                    <a:pt x="1921" y="360"/>
                    <a:pt x="1767" y="43"/>
                  </a:cubicBezTo>
                  <a:cubicBezTo>
                    <a:pt x="1531" y="15"/>
                    <a:pt x="1295" y="1"/>
                    <a:pt x="10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8"/>
            <p:cNvSpPr/>
            <p:nvPr/>
          </p:nvSpPr>
          <p:spPr>
            <a:xfrm>
              <a:off x="1890875" y="1665200"/>
              <a:ext cx="212250" cy="162975"/>
            </a:xfrm>
            <a:custGeom>
              <a:avLst/>
              <a:gdLst/>
              <a:ahLst/>
              <a:cxnLst/>
              <a:rect l="l" t="t" r="r" b="b"/>
              <a:pathLst>
                <a:path w="8490" h="6519" extrusionOk="0">
                  <a:moveTo>
                    <a:pt x="1072" y="1"/>
                  </a:moveTo>
                  <a:cubicBezTo>
                    <a:pt x="695" y="216"/>
                    <a:pt x="337" y="481"/>
                    <a:pt x="10" y="788"/>
                  </a:cubicBezTo>
                  <a:lnTo>
                    <a:pt x="0" y="829"/>
                  </a:lnTo>
                  <a:cubicBezTo>
                    <a:pt x="316" y="870"/>
                    <a:pt x="582" y="1084"/>
                    <a:pt x="766" y="1340"/>
                  </a:cubicBezTo>
                  <a:cubicBezTo>
                    <a:pt x="950" y="1615"/>
                    <a:pt x="1042" y="1922"/>
                    <a:pt x="1124" y="2239"/>
                  </a:cubicBezTo>
                  <a:cubicBezTo>
                    <a:pt x="1461" y="3556"/>
                    <a:pt x="1533" y="4946"/>
                    <a:pt x="1349" y="6294"/>
                  </a:cubicBezTo>
                  <a:cubicBezTo>
                    <a:pt x="1430" y="6376"/>
                    <a:pt x="1512" y="6448"/>
                    <a:pt x="1594" y="6519"/>
                  </a:cubicBezTo>
                  <a:lnTo>
                    <a:pt x="1604" y="6509"/>
                  </a:lnTo>
                  <a:cubicBezTo>
                    <a:pt x="2707" y="5906"/>
                    <a:pt x="3862" y="5375"/>
                    <a:pt x="5036" y="4915"/>
                  </a:cubicBezTo>
                  <a:cubicBezTo>
                    <a:pt x="5209" y="4848"/>
                    <a:pt x="5381" y="4781"/>
                    <a:pt x="5562" y="4781"/>
                  </a:cubicBezTo>
                  <a:cubicBezTo>
                    <a:pt x="5574" y="4781"/>
                    <a:pt x="5586" y="4782"/>
                    <a:pt x="5599" y="4782"/>
                  </a:cubicBezTo>
                  <a:cubicBezTo>
                    <a:pt x="5792" y="4793"/>
                    <a:pt x="5987" y="4875"/>
                    <a:pt x="6150" y="4986"/>
                  </a:cubicBezTo>
                  <a:cubicBezTo>
                    <a:pt x="6364" y="5109"/>
                    <a:pt x="6548" y="5263"/>
                    <a:pt x="6722" y="5436"/>
                  </a:cubicBezTo>
                  <a:cubicBezTo>
                    <a:pt x="7072" y="5375"/>
                    <a:pt x="7426" y="5343"/>
                    <a:pt x="7782" y="5343"/>
                  </a:cubicBezTo>
                  <a:cubicBezTo>
                    <a:pt x="8017" y="5343"/>
                    <a:pt x="8253" y="5357"/>
                    <a:pt x="8489" y="5385"/>
                  </a:cubicBezTo>
                  <a:cubicBezTo>
                    <a:pt x="8010" y="4435"/>
                    <a:pt x="7581" y="3474"/>
                    <a:pt x="7172" y="2494"/>
                  </a:cubicBezTo>
                  <a:cubicBezTo>
                    <a:pt x="7059" y="2228"/>
                    <a:pt x="6947" y="1953"/>
                    <a:pt x="6722" y="1769"/>
                  </a:cubicBezTo>
                  <a:cubicBezTo>
                    <a:pt x="6607" y="1674"/>
                    <a:pt x="6451" y="1620"/>
                    <a:pt x="6302" y="1620"/>
                  </a:cubicBezTo>
                  <a:cubicBezTo>
                    <a:pt x="6161" y="1620"/>
                    <a:pt x="6025" y="1669"/>
                    <a:pt x="5935" y="1779"/>
                  </a:cubicBezTo>
                  <a:cubicBezTo>
                    <a:pt x="5833" y="1901"/>
                    <a:pt x="5813" y="2085"/>
                    <a:pt x="5803" y="2249"/>
                  </a:cubicBezTo>
                  <a:cubicBezTo>
                    <a:pt x="5792" y="2371"/>
                    <a:pt x="5792" y="2504"/>
                    <a:pt x="5803" y="2627"/>
                  </a:cubicBezTo>
                  <a:cubicBezTo>
                    <a:pt x="5803" y="2821"/>
                    <a:pt x="5823" y="3025"/>
                    <a:pt x="5854" y="3219"/>
                  </a:cubicBezTo>
                  <a:cubicBezTo>
                    <a:pt x="5497" y="3771"/>
                    <a:pt x="4824" y="4065"/>
                    <a:pt x="4157" y="4065"/>
                  </a:cubicBezTo>
                  <a:cubicBezTo>
                    <a:pt x="3985" y="4065"/>
                    <a:pt x="3813" y="4046"/>
                    <a:pt x="3647" y="4006"/>
                  </a:cubicBezTo>
                  <a:cubicBezTo>
                    <a:pt x="2830" y="3801"/>
                    <a:pt x="2166" y="3179"/>
                    <a:pt x="1767" y="2443"/>
                  </a:cubicBezTo>
                  <a:cubicBezTo>
                    <a:pt x="1358" y="1707"/>
                    <a:pt x="1185" y="870"/>
                    <a:pt x="1103" y="42"/>
                  </a:cubicBezTo>
                  <a:lnTo>
                    <a:pt x="10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8"/>
            <p:cNvSpPr/>
            <p:nvPr/>
          </p:nvSpPr>
          <p:spPr>
            <a:xfrm>
              <a:off x="1917675" y="1659850"/>
              <a:ext cx="119550" cy="107000"/>
            </a:xfrm>
            <a:custGeom>
              <a:avLst/>
              <a:gdLst/>
              <a:ahLst/>
              <a:cxnLst/>
              <a:rect l="l" t="t" r="r" b="b"/>
              <a:pathLst>
                <a:path w="4782" h="4280" extrusionOk="0">
                  <a:moveTo>
                    <a:pt x="613" y="1"/>
                  </a:moveTo>
                  <a:cubicBezTo>
                    <a:pt x="420" y="1"/>
                    <a:pt x="225" y="92"/>
                    <a:pt x="52" y="185"/>
                  </a:cubicBezTo>
                  <a:cubicBezTo>
                    <a:pt x="31" y="194"/>
                    <a:pt x="21" y="205"/>
                    <a:pt x="0" y="215"/>
                  </a:cubicBezTo>
                  <a:lnTo>
                    <a:pt x="31" y="256"/>
                  </a:lnTo>
                  <a:cubicBezTo>
                    <a:pt x="113" y="1084"/>
                    <a:pt x="286" y="1921"/>
                    <a:pt x="695" y="2657"/>
                  </a:cubicBezTo>
                  <a:cubicBezTo>
                    <a:pt x="1094" y="3393"/>
                    <a:pt x="1758" y="4015"/>
                    <a:pt x="2575" y="4220"/>
                  </a:cubicBezTo>
                  <a:cubicBezTo>
                    <a:pt x="2741" y="4260"/>
                    <a:pt x="2913" y="4279"/>
                    <a:pt x="3085" y="4279"/>
                  </a:cubicBezTo>
                  <a:cubicBezTo>
                    <a:pt x="3752" y="4279"/>
                    <a:pt x="4425" y="3985"/>
                    <a:pt x="4782" y="3433"/>
                  </a:cubicBezTo>
                  <a:cubicBezTo>
                    <a:pt x="4751" y="3239"/>
                    <a:pt x="4731" y="3035"/>
                    <a:pt x="4731" y="2841"/>
                  </a:cubicBezTo>
                  <a:cubicBezTo>
                    <a:pt x="4417" y="3154"/>
                    <a:pt x="3973" y="3317"/>
                    <a:pt x="3532" y="3317"/>
                  </a:cubicBezTo>
                  <a:cubicBezTo>
                    <a:pt x="3212" y="3317"/>
                    <a:pt x="2893" y="3231"/>
                    <a:pt x="2626" y="3055"/>
                  </a:cubicBezTo>
                  <a:cubicBezTo>
                    <a:pt x="2054" y="2677"/>
                    <a:pt x="1778" y="1993"/>
                    <a:pt x="1615" y="1339"/>
                  </a:cubicBezTo>
                  <a:cubicBezTo>
                    <a:pt x="1543" y="1043"/>
                    <a:pt x="1482" y="746"/>
                    <a:pt x="1329" y="481"/>
                  </a:cubicBezTo>
                  <a:cubicBezTo>
                    <a:pt x="1176" y="226"/>
                    <a:pt x="910" y="1"/>
                    <a:pt x="6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8"/>
            <p:cNvSpPr/>
            <p:nvPr/>
          </p:nvSpPr>
          <p:spPr>
            <a:xfrm>
              <a:off x="1822650" y="1685775"/>
              <a:ext cx="106550" cy="136800"/>
            </a:xfrm>
            <a:custGeom>
              <a:avLst/>
              <a:gdLst/>
              <a:ahLst/>
              <a:cxnLst/>
              <a:rect l="l" t="t" r="r" b="b"/>
              <a:pathLst>
                <a:path w="4262" h="5472" extrusionOk="0">
                  <a:moveTo>
                    <a:pt x="2613" y="1"/>
                  </a:moveTo>
                  <a:cubicBezTo>
                    <a:pt x="2172" y="1"/>
                    <a:pt x="1786" y="324"/>
                    <a:pt x="1462" y="639"/>
                  </a:cubicBezTo>
                  <a:cubicBezTo>
                    <a:pt x="870" y="1221"/>
                    <a:pt x="277" y="1865"/>
                    <a:pt x="1" y="2651"/>
                  </a:cubicBezTo>
                  <a:lnTo>
                    <a:pt x="21" y="2651"/>
                  </a:lnTo>
                  <a:cubicBezTo>
                    <a:pt x="143" y="2602"/>
                    <a:pt x="264" y="2580"/>
                    <a:pt x="383" y="2580"/>
                  </a:cubicBezTo>
                  <a:cubicBezTo>
                    <a:pt x="876" y="2580"/>
                    <a:pt x="1343" y="2956"/>
                    <a:pt x="1738" y="3326"/>
                  </a:cubicBezTo>
                  <a:cubicBezTo>
                    <a:pt x="2525" y="4041"/>
                    <a:pt x="3301" y="4756"/>
                    <a:pt x="4078" y="5471"/>
                  </a:cubicBezTo>
                  <a:cubicBezTo>
                    <a:pt x="4262" y="4123"/>
                    <a:pt x="4190" y="2733"/>
                    <a:pt x="3853" y="1416"/>
                  </a:cubicBezTo>
                  <a:cubicBezTo>
                    <a:pt x="3771" y="1099"/>
                    <a:pt x="3679" y="792"/>
                    <a:pt x="3495" y="517"/>
                  </a:cubicBezTo>
                  <a:cubicBezTo>
                    <a:pt x="3311" y="261"/>
                    <a:pt x="3045" y="47"/>
                    <a:pt x="2729" y="6"/>
                  </a:cubicBezTo>
                  <a:lnTo>
                    <a:pt x="2709" y="6"/>
                  </a:lnTo>
                  <a:cubicBezTo>
                    <a:pt x="2677" y="2"/>
                    <a:pt x="2645" y="1"/>
                    <a:pt x="26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8"/>
            <p:cNvSpPr/>
            <p:nvPr/>
          </p:nvSpPr>
          <p:spPr>
            <a:xfrm>
              <a:off x="1829300" y="1800825"/>
              <a:ext cx="91225" cy="73550"/>
            </a:xfrm>
            <a:custGeom>
              <a:avLst/>
              <a:gdLst/>
              <a:ahLst/>
              <a:cxnLst/>
              <a:rect l="l" t="t" r="r" b="b"/>
              <a:pathLst>
                <a:path w="3649" h="2942" extrusionOk="0">
                  <a:moveTo>
                    <a:pt x="624" y="0"/>
                  </a:moveTo>
                  <a:cubicBezTo>
                    <a:pt x="486" y="0"/>
                    <a:pt x="348" y="42"/>
                    <a:pt x="246" y="144"/>
                  </a:cubicBezTo>
                  <a:cubicBezTo>
                    <a:pt x="1" y="379"/>
                    <a:pt x="195" y="767"/>
                    <a:pt x="491" y="1043"/>
                  </a:cubicBezTo>
                  <a:cubicBezTo>
                    <a:pt x="1115" y="1625"/>
                    <a:pt x="1778" y="2177"/>
                    <a:pt x="2484" y="2667"/>
                  </a:cubicBezTo>
                  <a:cubicBezTo>
                    <a:pt x="2674" y="2807"/>
                    <a:pt x="2912" y="2941"/>
                    <a:pt x="3134" y="2941"/>
                  </a:cubicBezTo>
                  <a:cubicBezTo>
                    <a:pt x="3221" y="2941"/>
                    <a:pt x="3305" y="2921"/>
                    <a:pt x="3383" y="2872"/>
                  </a:cubicBezTo>
                  <a:cubicBezTo>
                    <a:pt x="3607" y="2729"/>
                    <a:pt x="3648" y="2412"/>
                    <a:pt x="3546" y="2167"/>
                  </a:cubicBezTo>
                  <a:cubicBezTo>
                    <a:pt x="3444" y="1922"/>
                    <a:pt x="3240" y="1738"/>
                    <a:pt x="3035" y="1564"/>
                  </a:cubicBezTo>
                  <a:cubicBezTo>
                    <a:pt x="2473" y="1073"/>
                    <a:pt x="1891" y="594"/>
                    <a:pt x="1247" y="215"/>
                  </a:cubicBezTo>
                  <a:cubicBezTo>
                    <a:pt x="1084" y="124"/>
                    <a:pt x="931" y="42"/>
                    <a:pt x="747" y="11"/>
                  </a:cubicBezTo>
                  <a:cubicBezTo>
                    <a:pt x="707" y="4"/>
                    <a:pt x="665" y="0"/>
                    <a:pt x="6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8"/>
            <p:cNvSpPr/>
            <p:nvPr/>
          </p:nvSpPr>
          <p:spPr>
            <a:xfrm>
              <a:off x="1866075" y="1768900"/>
              <a:ext cx="372175" cy="240050"/>
            </a:xfrm>
            <a:custGeom>
              <a:avLst/>
              <a:gdLst/>
              <a:ahLst/>
              <a:cxnLst/>
              <a:rect l="l" t="t" r="r" b="b"/>
              <a:pathLst>
                <a:path w="14887" h="9602" extrusionOk="0">
                  <a:moveTo>
                    <a:pt x="1" y="1"/>
                  </a:moveTo>
                  <a:cubicBezTo>
                    <a:pt x="1094" y="1063"/>
                    <a:pt x="2198" y="2116"/>
                    <a:pt x="3311" y="3158"/>
                  </a:cubicBezTo>
                  <a:cubicBezTo>
                    <a:pt x="4414" y="4200"/>
                    <a:pt x="5538" y="5232"/>
                    <a:pt x="6662" y="6264"/>
                  </a:cubicBezTo>
                  <a:cubicBezTo>
                    <a:pt x="7796" y="7275"/>
                    <a:pt x="8991" y="8276"/>
                    <a:pt x="10401" y="8909"/>
                  </a:cubicBezTo>
                  <a:cubicBezTo>
                    <a:pt x="11106" y="9226"/>
                    <a:pt x="11842" y="9461"/>
                    <a:pt x="12608" y="9553"/>
                  </a:cubicBezTo>
                  <a:cubicBezTo>
                    <a:pt x="12865" y="9585"/>
                    <a:pt x="13127" y="9602"/>
                    <a:pt x="13389" y="9602"/>
                  </a:cubicBezTo>
                  <a:cubicBezTo>
                    <a:pt x="13895" y="9602"/>
                    <a:pt x="14402" y="9538"/>
                    <a:pt x="14886" y="9390"/>
                  </a:cubicBezTo>
                  <a:lnTo>
                    <a:pt x="14886" y="9390"/>
                  </a:lnTo>
                  <a:cubicBezTo>
                    <a:pt x="14474" y="9480"/>
                    <a:pt x="14052" y="9524"/>
                    <a:pt x="13632" y="9524"/>
                  </a:cubicBezTo>
                  <a:cubicBezTo>
                    <a:pt x="13294" y="9524"/>
                    <a:pt x="12957" y="9495"/>
                    <a:pt x="12628" y="9441"/>
                  </a:cubicBezTo>
                  <a:cubicBezTo>
                    <a:pt x="11872" y="9329"/>
                    <a:pt x="11157" y="9073"/>
                    <a:pt x="10483" y="8746"/>
                  </a:cubicBezTo>
                  <a:cubicBezTo>
                    <a:pt x="9114" y="8082"/>
                    <a:pt x="7939" y="7111"/>
                    <a:pt x="6815" y="6090"/>
                  </a:cubicBezTo>
                  <a:lnTo>
                    <a:pt x="3433" y="3025"/>
                  </a:lnTo>
                  <a:lnTo>
                    <a:pt x="1728" y="1503"/>
                  </a:lnTo>
                  <a:cubicBezTo>
                    <a:pt x="1156" y="1002"/>
                    <a:pt x="583" y="49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8"/>
            <p:cNvSpPr/>
            <p:nvPr/>
          </p:nvSpPr>
          <p:spPr>
            <a:xfrm>
              <a:off x="2033900" y="1702975"/>
              <a:ext cx="63350" cy="85125"/>
            </a:xfrm>
            <a:custGeom>
              <a:avLst/>
              <a:gdLst/>
              <a:ahLst/>
              <a:cxnLst/>
              <a:rect l="l" t="t" r="r" b="b"/>
              <a:pathLst>
                <a:path w="2534" h="3405" extrusionOk="0">
                  <a:moveTo>
                    <a:pt x="598" y="1"/>
                  </a:moveTo>
                  <a:cubicBezTo>
                    <a:pt x="586" y="1"/>
                    <a:pt x="574" y="1"/>
                    <a:pt x="562" y="2"/>
                  </a:cubicBezTo>
                  <a:cubicBezTo>
                    <a:pt x="388" y="2"/>
                    <a:pt x="194" y="94"/>
                    <a:pt x="102" y="258"/>
                  </a:cubicBezTo>
                  <a:cubicBezTo>
                    <a:pt x="10" y="411"/>
                    <a:pt x="0" y="574"/>
                    <a:pt x="0" y="728"/>
                  </a:cubicBezTo>
                  <a:cubicBezTo>
                    <a:pt x="0" y="881"/>
                    <a:pt x="10" y="1034"/>
                    <a:pt x="21" y="1177"/>
                  </a:cubicBezTo>
                  <a:cubicBezTo>
                    <a:pt x="92" y="1780"/>
                    <a:pt x="266" y="2342"/>
                    <a:pt x="388" y="2914"/>
                  </a:cubicBezTo>
                  <a:lnTo>
                    <a:pt x="225" y="2045"/>
                  </a:lnTo>
                  <a:cubicBezTo>
                    <a:pt x="205" y="1902"/>
                    <a:pt x="164" y="1759"/>
                    <a:pt x="153" y="1616"/>
                  </a:cubicBezTo>
                  <a:cubicBezTo>
                    <a:pt x="143" y="1463"/>
                    <a:pt x="143" y="1320"/>
                    <a:pt x="143" y="1177"/>
                  </a:cubicBezTo>
                  <a:cubicBezTo>
                    <a:pt x="143" y="1024"/>
                    <a:pt x="143" y="881"/>
                    <a:pt x="164" y="738"/>
                  </a:cubicBezTo>
                  <a:cubicBezTo>
                    <a:pt x="174" y="594"/>
                    <a:pt x="194" y="451"/>
                    <a:pt x="266" y="360"/>
                  </a:cubicBezTo>
                  <a:cubicBezTo>
                    <a:pt x="331" y="264"/>
                    <a:pt x="441" y="223"/>
                    <a:pt x="559" y="223"/>
                  </a:cubicBezTo>
                  <a:cubicBezTo>
                    <a:pt x="681" y="223"/>
                    <a:pt x="811" y="267"/>
                    <a:pt x="909" y="339"/>
                  </a:cubicBezTo>
                  <a:cubicBezTo>
                    <a:pt x="1113" y="492"/>
                    <a:pt x="1226" y="758"/>
                    <a:pt x="1338" y="1024"/>
                  </a:cubicBezTo>
                  <a:cubicBezTo>
                    <a:pt x="1461" y="1300"/>
                    <a:pt x="1583" y="1565"/>
                    <a:pt x="1706" y="1841"/>
                  </a:cubicBezTo>
                  <a:cubicBezTo>
                    <a:pt x="1962" y="2372"/>
                    <a:pt x="2227" y="2894"/>
                    <a:pt x="2534" y="3404"/>
                  </a:cubicBezTo>
                  <a:cubicBezTo>
                    <a:pt x="2330" y="2853"/>
                    <a:pt x="2105" y="2301"/>
                    <a:pt x="1890" y="1759"/>
                  </a:cubicBezTo>
                  <a:lnTo>
                    <a:pt x="1553" y="932"/>
                  </a:lnTo>
                  <a:cubicBezTo>
                    <a:pt x="1451" y="666"/>
                    <a:pt x="1318" y="360"/>
                    <a:pt x="1042" y="156"/>
                  </a:cubicBezTo>
                  <a:cubicBezTo>
                    <a:pt x="918" y="61"/>
                    <a:pt x="760" y="1"/>
                    <a:pt x="5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8"/>
            <p:cNvSpPr/>
            <p:nvPr/>
          </p:nvSpPr>
          <p:spPr>
            <a:xfrm>
              <a:off x="2034150" y="1796450"/>
              <a:ext cx="82250" cy="12600"/>
            </a:xfrm>
            <a:custGeom>
              <a:avLst/>
              <a:gdLst/>
              <a:ahLst/>
              <a:cxnLst/>
              <a:rect l="l" t="t" r="r" b="b"/>
              <a:pathLst>
                <a:path w="3290" h="504" extrusionOk="0">
                  <a:moveTo>
                    <a:pt x="2059" y="1"/>
                  </a:moveTo>
                  <a:cubicBezTo>
                    <a:pt x="1698" y="1"/>
                    <a:pt x="1334" y="33"/>
                    <a:pt x="971" y="94"/>
                  </a:cubicBezTo>
                  <a:cubicBezTo>
                    <a:pt x="665" y="156"/>
                    <a:pt x="358" y="237"/>
                    <a:pt x="72" y="329"/>
                  </a:cubicBezTo>
                  <a:cubicBezTo>
                    <a:pt x="31" y="349"/>
                    <a:pt x="0" y="401"/>
                    <a:pt x="20" y="452"/>
                  </a:cubicBezTo>
                  <a:cubicBezTo>
                    <a:pt x="31" y="483"/>
                    <a:pt x="72" y="503"/>
                    <a:pt x="102" y="503"/>
                  </a:cubicBezTo>
                  <a:lnTo>
                    <a:pt x="133" y="503"/>
                  </a:lnTo>
                  <a:cubicBezTo>
                    <a:pt x="409" y="411"/>
                    <a:pt x="705" y="329"/>
                    <a:pt x="1001" y="278"/>
                  </a:cubicBezTo>
                  <a:cubicBezTo>
                    <a:pt x="1342" y="212"/>
                    <a:pt x="1682" y="182"/>
                    <a:pt x="2022" y="182"/>
                  </a:cubicBezTo>
                  <a:cubicBezTo>
                    <a:pt x="2264" y="182"/>
                    <a:pt x="2506" y="197"/>
                    <a:pt x="2749" y="227"/>
                  </a:cubicBezTo>
                  <a:cubicBezTo>
                    <a:pt x="2881" y="237"/>
                    <a:pt x="3024" y="258"/>
                    <a:pt x="3178" y="288"/>
                  </a:cubicBezTo>
                  <a:cubicBezTo>
                    <a:pt x="3184" y="290"/>
                    <a:pt x="3191" y="290"/>
                    <a:pt x="3198" y="290"/>
                  </a:cubicBezTo>
                  <a:cubicBezTo>
                    <a:pt x="3241" y="290"/>
                    <a:pt x="3281" y="261"/>
                    <a:pt x="3290" y="217"/>
                  </a:cubicBezTo>
                  <a:cubicBezTo>
                    <a:pt x="3290" y="166"/>
                    <a:pt x="3259" y="125"/>
                    <a:pt x="3219" y="115"/>
                  </a:cubicBezTo>
                  <a:cubicBezTo>
                    <a:pt x="3055" y="84"/>
                    <a:pt x="2901" y="54"/>
                    <a:pt x="2769" y="43"/>
                  </a:cubicBezTo>
                  <a:cubicBezTo>
                    <a:pt x="2534" y="15"/>
                    <a:pt x="2297" y="1"/>
                    <a:pt x="2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8"/>
            <p:cNvSpPr/>
            <p:nvPr/>
          </p:nvSpPr>
          <p:spPr>
            <a:xfrm>
              <a:off x="2044625" y="1820825"/>
              <a:ext cx="88900" cy="12725"/>
            </a:xfrm>
            <a:custGeom>
              <a:avLst/>
              <a:gdLst/>
              <a:ahLst/>
              <a:cxnLst/>
              <a:rect l="l" t="t" r="r" b="b"/>
              <a:pathLst>
                <a:path w="3556" h="509" extrusionOk="0">
                  <a:moveTo>
                    <a:pt x="2405" y="1"/>
                  </a:moveTo>
                  <a:cubicBezTo>
                    <a:pt x="2042" y="1"/>
                    <a:pt x="1647" y="37"/>
                    <a:pt x="1195" y="110"/>
                  </a:cubicBezTo>
                  <a:cubicBezTo>
                    <a:pt x="807" y="171"/>
                    <a:pt x="419" y="253"/>
                    <a:pt x="82" y="325"/>
                  </a:cubicBezTo>
                  <a:cubicBezTo>
                    <a:pt x="31" y="335"/>
                    <a:pt x="0" y="386"/>
                    <a:pt x="10" y="437"/>
                  </a:cubicBezTo>
                  <a:cubicBezTo>
                    <a:pt x="21" y="478"/>
                    <a:pt x="62" y="509"/>
                    <a:pt x="102" y="509"/>
                  </a:cubicBezTo>
                  <a:lnTo>
                    <a:pt x="123" y="509"/>
                  </a:lnTo>
                  <a:cubicBezTo>
                    <a:pt x="460" y="427"/>
                    <a:pt x="838" y="345"/>
                    <a:pt x="1216" y="284"/>
                  </a:cubicBezTo>
                  <a:cubicBezTo>
                    <a:pt x="1662" y="211"/>
                    <a:pt x="2050" y="174"/>
                    <a:pt x="2407" y="174"/>
                  </a:cubicBezTo>
                  <a:cubicBezTo>
                    <a:pt x="2549" y="174"/>
                    <a:pt x="2686" y="180"/>
                    <a:pt x="2820" y="192"/>
                  </a:cubicBezTo>
                  <a:cubicBezTo>
                    <a:pt x="3034" y="212"/>
                    <a:pt x="3238" y="243"/>
                    <a:pt x="3443" y="284"/>
                  </a:cubicBezTo>
                  <a:cubicBezTo>
                    <a:pt x="3451" y="288"/>
                    <a:pt x="3461" y="290"/>
                    <a:pt x="3470" y="290"/>
                  </a:cubicBezTo>
                  <a:cubicBezTo>
                    <a:pt x="3504" y="290"/>
                    <a:pt x="3537" y="263"/>
                    <a:pt x="3545" y="223"/>
                  </a:cubicBezTo>
                  <a:cubicBezTo>
                    <a:pt x="3556" y="171"/>
                    <a:pt x="3525" y="130"/>
                    <a:pt x="3484" y="110"/>
                  </a:cubicBezTo>
                  <a:cubicBezTo>
                    <a:pt x="3279" y="69"/>
                    <a:pt x="3055" y="28"/>
                    <a:pt x="2830" y="18"/>
                  </a:cubicBezTo>
                  <a:cubicBezTo>
                    <a:pt x="2692" y="7"/>
                    <a:pt x="2551" y="1"/>
                    <a:pt x="24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8"/>
            <p:cNvSpPr/>
            <p:nvPr/>
          </p:nvSpPr>
          <p:spPr>
            <a:xfrm>
              <a:off x="2082425" y="1866175"/>
              <a:ext cx="78675" cy="14375"/>
            </a:xfrm>
            <a:custGeom>
              <a:avLst/>
              <a:gdLst/>
              <a:ahLst/>
              <a:cxnLst/>
              <a:rect l="l" t="t" r="r" b="b"/>
              <a:pathLst>
                <a:path w="3147" h="575" extrusionOk="0">
                  <a:moveTo>
                    <a:pt x="2201" y="1"/>
                  </a:moveTo>
                  <a:cubicBezTo>
                    <a:pt x="1759" y="1"/>
                    <a:pt x="1310" y="44"/>
                    <a:pt x="879" y="146"/>
                  </a:cubicBezTo>
                  <a:cubicBezTo>
                    <a:pt x="593" y="217"/>
                    <a:pt x="317" y="298"/>
                    <a:pt x="71" y="401"/>
                  </a:cubicBezTo>
                  <a:cubicBezTo>
                    <a:pt x="21" y="421"/>
                    <a:pt x="0" y="473"/>
                    <a:pt x="21" y="523"/>
                  </a:cubicBezTo>
                  <a:cubicBezTo>
                    <a:pt x="31" y="554"/>
                    <a:pt x="62" y="575"/>
                    <a:pt x="102" y="575"/>
                  </a:cubicBezTo>
                  <a:cubicBezTo>
                    <a:pt x="112" y="575"/>
                    <a:pt x="123" y="575"/>
                    <a:pt x="133" y="564"/>
                  </a:cubicBezTo>
                  <a:cubicBezTo>
                    <a:pt x="378" y="473"/>
                    <a:pt x="634" y="391"/>
                    <a:pt x="920" y="319"/>
                  </a:cubicBezTo>
                  <a:cubicBezTo>
                    <a:pt x="1351" y="225"/>
                    <a:pt x="1791" y="175"/>
                    <a:pt x="2224" y="175"/>
                  </a:cubicBezTo>
                  <a:cubicBezTo>
                    <a:pt x="2263" y="175"/>
                    <a:pt x="2301" y="175"/>
                    <a:pt x="2339" y="176"/>
                  </a:cubicBezTo>
                  <a:cubicBezTo>
                    <a:pt x="2575" y="186"/>
                    <a:pt x="2800" y="207"/>
                    <a:pt x="3034" y="237"/>
                  </a:cubicBezTo>
                  <a:cubicBezTo>
                    <a:pt x="3041" y="239"/>
                    <a:pt x="3048" y="239"/>
                    <a:pt x="3054" y="239"/>
                  </a:cubicBezTo>
                  <a:cubicBezTo>
                    <a:pt x="3096" y="239"/>
                    <a:pt x="3128" y="210"/>
                    <a:pt x="3136" y="166"/>
                  </a:cubicBezTo>
                  <a:cubicBezTo>
                    <a:pt x="3147" y="115"/>
                    <a:pt x="3106" y="74"/>
                    <a:pt x="3065" y="64"/>
                  </a:cubicBezTo>
                  <a:cubicBezTo>
                    <a:pt x="2820" y="23"/>
                    <a:pt x="2585" y="3"/>
                    <a:pt x="2350" y="3"/>
                  </a:cubicBezTo>
                  <a:cubicBezTo>
                    <a:pt x="2300" y="1"/>
                    <a:pt x="2251" y="1"/>
                    <a:pt x="2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8"/>
            <p:cNvSpPr/>
            <p:nvPr/>
          </p:nvSpPr>
          <p:spPr>
            <a:xfrm>
              <a:off x="2099000" y="1905125"/>
              <a:ext cx="88675" cy="18350"/>
            </a:xfrm>
            <a:custGeom>
              <a:avLst/>
              <a:gdLst/>
              <a:ahLst/>
              <a:cxnLst/>
              <a:rect l="l" t="t" r="r" b="b"/>
              <a:pathLst>
                <a:path w="3547" h="734" extrusionOk="0">
                  <a:moveTo>
                    <a:pt x="3160" y="1"/>
                  </a:moveTo>
                  <a:cubicBezTo>
                    <a:pt x="3012" y="1"/>
                    <a:pt x="2863" y="6"/>
                    <a:pt x="2719" y="18"/>
                  </a:cubicBezTo>
                  <a:cubicBezTo>
                    <a:pt x="2055" y="48"/>
                    <a:pt x="1390" y="150"/>
                    <a:pt x="757" y="334"/>
                  </a:cubicBezTo>
                  <a:cubicBezTo>
                    <a:pt x="512" y="406"/>
                    <a:pt x="287" y="477"/>
                    <a:pt x="73" y="559"/>
                  </a:cubicBezTo>
                  <a:cubicBezTo>
                    <a:pt x="21" y="579"/>
                    <a:pt x="1" y="631"/>
                    <a:pt x="21" y="672"/>
                  </a:cubicBezTo>
                  <a:cubicBezTo>
                    <a:pt x="32" y="713"/>
                    <a:pt x="62" y="733"/>
                    <a:pt x="103" y="733"/>
                  </a:cubicBezTo>
                  <a:lnTo>
                    <a:pt x="134" y="733"/>
                  </a:lnTo>
                  <a:cubicBezTo>
                    <a:pt x="348" y="651"/>
                    <a:pt x="573" y="579"/>
                    <a:pt x="808" y="508"/>
                  </a:cubicBezTo>
                  <a:cubicBezTo>
                    <a:pt x="1431" y="334"/>
                    <a:pt x="2075" y="222"/>
                    <a:pt x="2729" y="191"/>
                  </a:cubicBezTo>
                  <a:cubicBezTo>
                    <a:pt x="2852" y="186"/>
                    <a:pt x="2972" y="184"/>
                    <a:pt x="3092" y="184"/>
                  </a:cubicBezTo>
                  <a:cubicBezTo>
                    <a:pt x="3212" y="184"/>
                    <a:pt x="3331" y="186"/>
                    <a:pt x="3454" y="191"/>
                  </a:cubicBezTo>
                  <a:cubicBezTo>
                    <a:pt x="3506" y="191"/>
                    <a:pt x="3546" y="150"/>
                    <a:pt x="3546" y="100"/>
                  </a:cubicBezTo>
                  <a:cubicBezTo>
                    <a:pt x="3546" y="48"/>
                    <a:pt x="3515" y="7"/>
                    <a:pt x="3465" y="7"/>
                  </a:cubicBezTo>
                  <a:cubicBezTo>
                    <a:pt x="3364" y="3"/>
                    <a:pt x="3262" y="1"/>
                    <a:pt x="3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7" name="Google Shape;1457;p8"/>
          <p:cNvSpPr/>
          <p:nvPr/>
        </p:nvSpPr>
        <p:spPr>
          <a:xfrm flipH="1">
            <a:off x="-265921" y="883961"/>
            <a:ext cx="922194" cy="913197"/>
          </a:xfrm>
          <a:custGeom>
            <a:avLst/>
            <a:gdLst/>
            <a:ahLst/>
            <a:cxnLst/>
            <a:rect l="l" t="t" r="r" b="b"/>
            <a:pathLst>
              <a:path w="12342" h="12222" extrusionOk="0">
                <a:moveTo>
                  <a:pt x="6166" y="3107"/>
                </a:moveTo>
                <a:cubicBezTo>
                  <a:pt x="6185" y="3107"/>
                  <a:pt x="6203" y="3107"/>
                  <a:pt x="6222" y="3107"/>
                </a:cubicBezTo>
                <a:cubicBezTo>
                  <a:pt x="7888" y="3138"/>
                  <a:pt x="9205" y="4507"/>
                  <a:pt x="9175" y="6162"/>
                </a:cubicBezTo>
                <a:cubicBezTo>
                  <a:pt x="9144" y="7808"/>
                  <a:pt x="7806" y="9115"/>
                  <a:pt x="6177" y="9115"/>
                </a:cubicBezTo>
                <a:cubicBezTo>
                  <a:pt x="6158" y="9115"/>
                  <a:pt x="6139" y="9115"/>
                  <a:pt x="6120" y="9114"/>
                </a:cubicBezTo>
                <a:cubicBezTo>
                  <a:pt x="4455" y="9084"/>
                  <a:pt x="3137" y="7715"/>
                  <a:pt x="3168" y="6060"/>
                </a:cubicBezTo>
                <a:cubicBezTo>
                  <a:pt x="3198" y="4413"/>
                  <a:pt x="4536" y="3107"/>
                  <a:pt x="6166" y="3107"/>
                </a:cubicBezTo>
                <a:close/>
                <a:moveTo>
                  <a:pt x="6160" y="0"/>
                </a:moveTo>
                <a:cubicBezTo>
                  <a:pt x="2840" y="0"/>
                  <a:pt x="123" y="2665"/>
                  <a:pt x="62" y="6009"/>
                </a:cubicBezTo>
                <a:cubicBezTo>
                  <a:pt x="1" y="9380"/>
                  <a:pt x="2698" y="12159"/>
                  <a:pt x="6069" y="12220"/>
                </a:cubicBezTo>
                <a:cubicBezTo>
                  <a:pt x="6107" y="12221"/>
                  <a:pt x="6144" y="12221"/>
                  <a:pt x="6182" y="12221"/>
                </a:cubicBezTo>
                <a:cubicBezTo>
                  <a:pt x="9502" y="12221"/>
                  <a:pt x="12220" y="9547"/>
                  <a:pt x="12281" y="6213"/>
                </a:cubicBezTo>
                <a:cubicBezTo>
                  <a:pt x="12342" y="2842"/>
                  <a:pt x="9655" y="63"/>
                  <a:pt x="6273" y="1"/>
                </a:cubicBezTo>
                <a:cubicBezTo>
                  <a:pt x="6236" y="1"/>
                  <a:pt x="6198" y="0"/>
                  <a:pt x="61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8" name="Google Shape;1458;p8"/>
          <p:cNvSpPr/>
          <p:nvPr/>
        </p:nvSpPr>
        <p:spPr>
          <a:xfrm flipH="1">
            <a:off x="8430782" y="1974993"/>
            <a:ext cx="2053902" cy="2035379"/>
          </a:xfrm>
          <a:custGeom>
            <a:avLst/>
            <a:gdLst/>
            <a:ahLst/>
            <a:cxnLst/>
            <a:rect l="l" t="t" r="r" b="b"/>
            <a:pathLst>
              <a:path w="13466" h="13345" extrusionOk="0">
                <a:moveTo>
                  <a:pt x="6730" y="1257"/>
                </a:moveTo>
                <a:cubicBezTo>
                  <a:pt x="6762" y="1257"/>
                  <a:pt x="6793" y="1258"/>
                  <a:pt x="6825" y="1258"/>
                </a:cubicBezTo>
                <a:cubicBezTo>
                  <a:pt x="9818" y="1309"/>
                  <a:pt x="12199" y="3771"/>
                  <a:pt x="12147" y="6775"/>
                </a:cubicBezTo>
                <a:cubicBezTo>
                  <a:pt x="12097" y="9736"/>
                  <a:pt x="9686" y="12098"/>
                  <a:pt x="6737" y="12098"/>
                </a:cubicBezTo>
                <a:cubicBezTo>
                  <a:pt x="6705" y="12098"/>
                  <a:pt x="6673" y="12098"/>
                  <a:pt x="6641" y="12097"/>
                </a:cubicBezTo>
                <a:cubicBezTo>
                  <a:pt x="3647" y="12047"/>
                  <a:pt x="1257" y="9574"/>
                  <a:pt x="1308" y="6580"/>
                </a:cubicBezTo>
                <a:cubicBezTo>
                  <a:pt x="1359" y="3619"/>
                  <a:pt x="3779" y="1257"/>
                  <a:pt x="6730" y="1257"/>
                </a:cubicBezTo>
                <a:close/>
                <a:moveTo>
                  <a:pt x="6732" y="0"/>
                </a:moveTo>
                <a:cubicBezTo>
                  <a:pt x="3095" y="0"/>
                  <a:pt x="123" y="2920"/>
                  <a:pt x="62" y="6560"/>
                </a:cubicBezTo>
                <a:cubicBezTo>
                  <a:pt x="1" y="10248"/>
                  <a:pt x="2932" y="13282"/>
                  <a:pt x="6621" y="13344"/>
                </a:cubicBezTo>
                <a:cubicBezTo>
                  <a:pt x="6665" y="13344"/>
                  <a:pt x="6709" y="13345"/>
                  <a:pt x="6753" y="13345"/>
                </a:cubicBezTo>
                <a:cubicBezTo>
                  <a:pt x="10371" y="13345"/>
                  <a:pt x="13333" y="10429"/>
                  <a:pt x="13404" y="6795"/>
                </a:cubicBezTo>
                <a:cubicBezTo>
                  <a:pt x="13466" y="3107"/>
                  <a:pt x="10533" y="73"/>
                  <a:pt x="6846" y="1"/>
                </a:cubicBezTo>
                <a:cubicBezTo>
                  <a:pt x="6808" y="0"/>
                  <a:pt x="6770" y="0"/>
                  <a:pt x="67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9" name="Google Shape;1459;p8"/>
          <p:cNvSpPr/>
          <p:nvPr/>
        </p:nvSpPr>
        <p:spPr>
          <a:xfrm flipH="1">
            <a:off x="8357532" y="2056075"/>
            <a:ext cx="1389502" cy="3087434"/>
          </a:xfrm>
          <a:custGeom>
            <a:avLst/>
            <a:gdLst/>
            <a:ahLst/>
            <a:cxnLst/>
            <a:rect l="l" t="t" r="r" b="b"/>
            <a:pathLst>
              <a:path w="12312" h="14458" extrusionOk="0">
                <a:moveTo>
                  <a:pt x="0" y="1"/>
                </a:moveTo>
                <a:lnTo>
                  <a:pt x="0" y="14457"/>
                </a:lnTo>
                <a:lnTo>
                  <a:pt x="12014" y="14457"/>
                </a:lnTo>
                <a:cubicBezTo>
                  <a:pt x="12311" y="11270"/>
                  <a:pt x="11269" y="7826"/>
                  <a:pt x="8602" y="6110"/>
                </a:cubicBezTo>
                <a:cubicBezTo>
                  <a:pt x="6968" y="5047"/>
                  <a:pt x="4945" y="4761"/>
                  <a:pt x="3259" y="3801"/>
                </a:cubicBezTo>
                <a:cubicBezTo>
                  <a:pt x="1778" y="2963"/>
                  <a:pt x="633" y="1574"/>
                  <a:pt x="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0" name="Google Shape;1460;p8"/>
          <p:cNvSpPr/>
          <p:nvPr/>
        </p:nvSpPr>
        <p:spPr>
          <a:xfrm flipH="1">
            <a:off x="1" y="-720082"/>
            <a:ext cx="1281912" cy="1162406"/>
          </a:xfrm>
          <a:custGeom>
            <a:avLst/>
            <a:gdLst/>
            <a:ahLst/>
            <a:cxnLst/>
            <a:rect l="l" t="t" r="r" b="b"/>
            <a:pathLst>
              <a:path w="10452" h="9478" extrusionOk="0">
                <a:moveTo>
                  <a:pt x="5225" y="0"/>
                </a:moveTo>
                <a:cubicBezTo>
                  <a:pt x="4038" y="0"/>
                  <a:pt x="2851" y="443"/>
                  <a:pt x="1932" y="1332"/>
                </a:cubicBezTo>
                <a:cubicBezTo>
                  <a:pt x="52" y="3150"/>
                  <a:pt x="0" y="6154"/>
                  <a:pt x="1819" y="8034"/>
                </a:cubicBezTo>
                <a:cubicBezTo>
                  <a:pt x="2748" y="8994"/>
                  <a:pt x="3985" y="9477"/>
                  <a:pt x="5224" y="9477"/>
                </a:cubicBezTo>
                <a:cubicBezTo>
                  <a:pt x="6409" y="9477"/>
                  <a:pt x="7597" y="9035"/>
                  <a:pt x="8521" y="8146"/>
                </a:cubicBezTo>
                <a:cubicBezTo>
                  <a:pt x="10400" y="6328"/>
                  <a:pt x="10452" y="3324"/>
                  <a:pt x="8633" y="1444"/>
                </a:cubicBezTo>
                <a:cubicBezTo>
                  <a:pt x="7704" y="484"/>
                  <a:pt x="6465" y="0"/>
                  <a:pt x="52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1" name="Google Shape;1461;p8"/>
          <p:cNvSpPr/>
          <p:nvPr/>
        </p:nvSpPr>
        <p:spPr>
          <a:xfrm flipH="1">
            <a:off x="1556334" y="132375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62" name="Google Shape;1462;p8"/>
          <p:cNvGrpSpPr/>
          <p:nvPr/>
        </p:nvGrpSpPr>
        <p:grpSpPr>
          <a:xfrm flipH="1">
            <a:off x="8005113" y="4267540"/>
            <a:ext cx="1517538" cy="1495345"/>
            <a:chOff x="-1517525" y="-541175"/>
            <a:chExt cx="1096725" cy="1080686"/>
          </a:xfrm>
        </p:grpSpPr>
        <p:sp>
          <p:nvSpPr>
            <p:cNvPr id="1463" name="Google Shape;1463;p8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8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8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8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8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8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8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8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8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8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8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8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8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8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8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8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8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8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8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8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8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8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8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8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8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8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8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8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8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8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8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8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8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8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8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8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8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8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8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8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8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8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8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8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8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8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8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8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8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8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8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8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8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8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8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8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8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8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8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8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8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8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8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8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8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8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8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8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8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8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8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8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8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8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8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8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8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8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8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8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8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8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8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8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8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8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8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8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8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8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8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8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8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8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8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8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8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8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8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8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8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8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8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8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8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8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8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8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8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8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8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8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8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8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8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8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8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8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8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8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8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8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8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8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8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8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8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8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8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8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8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8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8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8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8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8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8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8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8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8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8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8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8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8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8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8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8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8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8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8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8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8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8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8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8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8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8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8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8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8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8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8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8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8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8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8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8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8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8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8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8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8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8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8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8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8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8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8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8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8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8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8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8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8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8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8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8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8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8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8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8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8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8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8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8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8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8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8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8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8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8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8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8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8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8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8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8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8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8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8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8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8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8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8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8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8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8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8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8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8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8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8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8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8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8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8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8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8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8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8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8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8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8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8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8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8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8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8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8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8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8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8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8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8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8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8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8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8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8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8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8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8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8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8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8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8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8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8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8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8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8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8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8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8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8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8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8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8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8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8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8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8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8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8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8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8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8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8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8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8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8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8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8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8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8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8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8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8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8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8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8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8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8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8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8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8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8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8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8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8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8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8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8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8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8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8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8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8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8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8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8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8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8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8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8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8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8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8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8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8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8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8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8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8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8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8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8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8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8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8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8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8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8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8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8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8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9" name="Google Shape;1799;p8"/>
          <p:cNvSpPr/>
          <p:nvPr/>
        </p:nvSpPr>
        <p:spPr>
          <a:xfrm flipH="1">
            <a:off x="7595184" y="4755562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Google Shape;1801;p9"/>
          <p:cNvSpPr/>
          <p:nvPr/>
        </p:nvSpPr>
        <p:spPr>
          <a:xfrm flipH="1">
            <a:off x="-100097" y="0"/>
            <a:ext cx="9220167" cy="539499"/>
          </a:xfrm>
          <a:custGeom>
            <a:avLst/>
            <a:gdLst/>
            <a:ahLst/>
            <a:cxnLst/>
            <a:rect l="l" t="t" r="r" b="b"/>
            <a:pathLst>
              <a:path w="43869" h="8659" extrusionOk="0">
                <a:moveTo>
                  <a:pt x="0" y="1"/>
                </a:moveTo>
                <a:lnTo>
                  <a:pt x="0" y="3076"/>
                </a:lnTo>
                <a:cubicBezTo>
                  <a:pt x="572" y="2811"/>
                  <a:pt x="1185" y="2637"/>
                  <a:pt x="1808" y="2504"/>
                </a:cubicBezTo>
                <a:cubicBezTo>
                  <a:pt x="2757" y="2309"/>
                  <a:pt x="3718" y="2221"/>
                  <a:pt x="4682" y="2221"/>
                </a:cubicBezTo>
                <a:cubicBezTo>
                  <a:pt x="7038" y="2221"/>
                  <a:pt x="9409" y="2743"/>
                  <a:pt x="11656" y="3475"/>
                </a:cubicBezTo>
                <a:cubicBezTo>
                  <a:pt x="14834" y="4507"/>
                  <a:pt x="17858" y="5967"/>
                  <a:pt x="21014" y="7040"/>
                </a:cubicBezTo>
                <a:cubicBezTo>
                  <a:pt x="23870" y="8002"/>
                  <a:pt x="26864" y="8658"/>
                  <a:pt x="29877" y="8658"/>
                </a:cubicBezTo>
                <a:cubicBezTo>
                  <a:pt x="30130" y="8658"/>
                  <a:pt x="30384" y="8653"/>
                  <a:pt x="30638" y="8644"/>
                </a:cubicBezTo>
                <a:cubicBezTo>
                  <a:pt x="33898" y="8532"/>
                  <a:pt x="37187" y="7572"/>
                  <a:pt x="39792" y="5590"/>
                </a:cubicBezTo>
                <a:cubicBezTo>
                  <a:pt x="41651" y="4169"/>
                  <a:pt x="43123" y="2198"/>
                  <a:pt x="4386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2" name="Google Shape;1802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03" name="Google Shape;1803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04" name="Google Shape;1804;p9"/>
          <p:cNvSpPr/>
          <p:nvPr/>
        </p:nvSpPr>
        <p:spPr>
          <a:xfrm flipH="1">
            <a:off x="-33502" y="2971616"/>
            <a:ext cx="2505593" cy="2448124"/>
          </a:xfrm>
          <a:custGeom>
            <a:avLst/>
            <a:gdLst/>
            <a:ahLst/>
            <a:cxnLst/>
            <a:rect l="l" t="t" r="r" b="b"/>
            <a:pathLst>
              <a:path w="18268" h="17849" extrusionOk="0">
                <a:moveTo>
                  <a:pt x="18267" y="1"/>
                </a:moveTo>
                <a:cubicBezTo>
                  <a:pt x="17123" y="1258"/>
                  <a:pt x="16296" y="2810"/>
                  <a:pt x="15908" y="4475"/>
                </a:cubicBezTo>
                <a:cubicBezTo>
                  <a:pt x="15417" y="6621"/>
                  <a:pt x="15652" y="9175"/>
                  <a:pt x="14253" y="11004"/>
                </a:cubicBezTo>
                <a:cubicBezTo>
                  <a:pt x="13299" y="12251"/>
                  <a:pt x="12062" y="12597"/>
                  <a:pt x="10735" y="12597"/>
                </a:cubicBezTo>
                <a:cubicBezTo>
                  <a:pt x="9162" y="12597"/>
                  <a:pt x="7463" y="12111"/>
                  <a:pt x="5967" y="12066"/>
                </a:cubicBezTo>
                <a:cubicBezTo>
                  <a:pt x="5889" y="12064"/>
                  <a:pt x="5810" y="12063"/>
                  <a:pt x="5732" y="12063"/>
                </a:cubicBezTo>
                <a:cubicBezTo>
                  <a:pt x="3213" y="12063"/>
                  <a:pt x="838" y="13342"/>
                  <a:pt x="184" y="15938"/>
                </a:cubicBezTo>
                <a:cubicBezTo>
                  <a:pt x="21" y="16562"/>
                  <a:pt x="1" y="17215"/>
                  <a:pt x="82" y="17849"/>
                </a:cubicBezTo>
                <a:lnTo>
                  <a:pt x="18267" y="17849"/>
                </a:lnTo>
                <a:lnTo>
                  <a:pt x="1826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5" name="Google Shape;1805;p9"/>
          <p:cNvSpPr/>
          <p:nvPr/>
        </p:nvSpPr>
        <p:spPr>
          <a:xfrm flipH="1">
            <a:off x="2478341" y="-457614"/>
            <a:ext cx="922194" cy="913197"/>
          </a:xfrm>
          <a:custGeom>
            <a:avLst/>
            <a:gdLst/>
            <a:ahLst/>
            <a:cxnLst/>
            <a:rect l="l" t="t" r="r" b="b"/>
            <a:pathLst>
              <a:path w="12342" h="12222" extrusionOk="0">
                <a:moveTo>
                  <a:pt x="6166" y="3107"/>
                </a:moveTo>
                <a:cubicBezTo>
                  <a:pt x="6185" y="3107"/>
                  <a:pt x="6203" y="3107"/>
                  <a:pt x="6222" y="3107"/>
                </a:cubicBezTo>
                <a:cubicBezTo>
                  <a:pt x="7888" y="3138"/>
                  <a:pt x="9205" y="4507"/>
                  <a:pt x="9175" y="6162"/>
                </a:cubicBezTo>
                <a:cubicBezTo>
                  <a:pt x="9144" y="7808"/>
                  <a:pt x="7806" y="9115"/>
                  <a:pt x="6177" y="9115"/>
                </a:cubicBezTo>
                <a:cubicBezTo>
                  <a:pt x="6158" y="9115"/>
                  <a:pt x="6139" y="9115"/>
                  <a:pt x="6120" y="9114"/>
                </a:cubicBezTo>
                <a:cubicBezTo>
                  <a:pt x="4455" y="9084"/>
                  <a:pt x="3137" y="7715"/>
                  <a:pt x="3168" y="6060"/>
                </a:cubicBezTo>
                <a:cubicBezTo>
                  <a:pt x="3198" y="4413"/>
                  <a:pt x="4536" y="3107"/>
                  <a:pt x="6166" y="3107"/>
                </a:cubicBezTo>
                <a:close/>
                <a:moveTo>
                  <a:pt x="6160" y="0"/>
                </a:moveTo>
                <a:cubicBezTo>
                  <a:pt x="2840" y="0"/>
                  <a:pt x="123" y="2665"/>
                  <a:pt x="62" y="6009"/>
                </a:cubicBezTo>
                <a:cubicBezTo>
                  <a:pt x="1" y="9380"/>
                  <a:pt x="2698" y="12159"/>
                  <a:pt x="6069" y="12220"/>
                </a:cubicBezTo>
                <a:cubicBezTo>
                  <a:pt x="6107" y="12221"/>
                  <a:pt x="6144" y="12221"/>
                  <a:pt x="6182" y="12221"/>
                </a:cubicBezTo>
                <a:cubicBezTo>
                  <a:pt x="9502" y="12221"/>
                  <a:pt x="12220" y="9547"/>
                  <a:pt x="12281" y="6213"/>
                </a:cubicBezTo>
                <a:cubicBezTo>
                  <a:pt x="12342" y="2842"/>
                  <a:pt x="9655" y="63"/>
                  <a:pt x="6273" y="1"/>
                </a:cubicBezTo>
                <a:cubicBezTo>
                  <a:pt x="6236" y="1"/>
                  <a:pt x="6198" y="0"/>
                  <a:pt x="61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6" name="Google Shape;1806;p9"/>
          <p:cNvSpPr/>
          <p:nvPr/>
        </p:nvSpPr>
        <p:spPr>
          <a:xfrm flipH="1">
            <a:off x="8676546" y="1523012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7" name="Google Shape;1807;p9"/>
          <p:cNvGrpSpPr/>
          <p:nvPr/>
        </p:nvGrpSpPr>
        <p:grpSpPr>
          <a:xfrm flipH="1">
            <a:off x="-828250" y="3648165"/>
            <a:ext cx="1517538" cy="1495345"/>
            <a:chOff x="-1517525" y="-541175"/>
            <a:chExt cx="1096725" cy="1080686"/>
          </a:xfrm>
        </p:grpSpPr>
        <p:sp>
          <p:nvSpPr>
            <p:cNvPr id="1808" name="Google Shape;1808;p9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9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9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9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9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9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9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9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9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9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9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9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9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9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9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9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9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9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9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9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9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9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9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9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9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9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9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9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9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9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9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9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9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9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9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9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9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9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9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9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9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9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9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9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9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9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9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9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9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9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9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9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9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9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9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9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9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9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9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9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9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9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9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9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9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9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9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9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9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9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9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9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9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9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9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9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9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9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9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9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9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9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9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9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9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9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9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9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9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9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9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9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9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9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9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9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9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9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9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9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9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9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9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9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9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9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9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9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9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9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9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9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9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9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9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9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9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9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9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9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9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9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9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9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9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9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9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9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9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9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9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9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9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9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9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9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9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9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9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9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9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9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9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9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9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9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9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9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9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9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9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9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9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9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9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9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9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9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9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9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9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9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9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9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9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9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9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9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9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9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9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9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9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9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9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9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9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9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9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9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9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9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9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9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9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9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9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9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9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9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9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9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9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9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9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9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9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9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9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9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9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9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9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9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9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9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9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9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9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9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9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9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9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9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9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9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9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9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9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9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9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9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9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9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9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9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9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9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9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9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9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9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9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9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9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9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9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9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9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9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9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9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9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9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9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9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9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9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9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9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9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9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9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9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9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9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9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9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9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9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9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9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9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9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9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9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9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9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9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9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9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9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9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9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9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9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9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9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9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9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9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9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9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9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9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9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9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9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9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9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9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9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9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9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9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9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9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9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9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9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9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9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9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9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9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9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9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9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9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9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9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9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9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9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9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9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9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9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9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9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9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9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9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9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9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9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9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9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9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9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9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9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9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9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9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9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44" name="Google Shape;2144;p9"/>
          <p:cNvSpPr/>
          <p:nvPr/>
        </p:nvSpPr>
        <p:spPr>
          <a:xfrm flipH="1">
            <a:off x="925768" y="-1579807"/>
            <a:ext cx="2053902" cy="2035379"/>
          </a:xfrm>
          <a:custGeom>
            <a:avLst/>
            <a:gdLst/>
            <a:ahLst/>
            <a:cxnLst/>
            <a:rect l="l" t="t" r="r" b="b"/>
            <a:pathLst>
              <a:path w="13466" h="13345" extrusionOk="0">
                <a:moveTo>
                  <a:pt x="6730" y="1257"/>
                </a:moveTo>
                <a:cubicBezTo>
                  <a:pt x="6762" y="1257"/>
                  <a:pt x="6793" y="1258"/>
                  <a:pt x="6825" y="1258"/>
                </a:cubicBezTo>
                <a:cubicBezTo>
                  <a:pt x="9818" y="1309"/>
                  <a:pt x="12199" y="3771"/>
                  <a:pt x="12147" y="6775"/>
                </a:cubicBezTo>
                <a:cubicBezTo>
                  <a:pt x="12097" y="9736"/>
                  <a:pt x="9686" y="12098"/>
                  <a:pt x="6737" y="12098"/>
                </a:cubicBezTo>
                <a:cubicBezTo>
                  <a:pt x="6705" y="12098"/>
                  <a:pt x="6673" y="12098"/>
                  <a:pt x="6641" y="12097"/>
                </a:cubicBezTo>
                <a:cubicBezTo>
                  <a:pt x="3647" y="12047"/>
                  <a:pt x="1257" y="9574"/>
                  <a:pt x="1308" y="6580"/>
                </a:cubicBezTo>
                <a:cubicBezTo>
                  <a:pt x="1359" y="3619"/>
                  <a:pt x="3779" y="1257"/>
                  <a:pt x="6730" y="1257"/>
                </a:cubicBezTo>
                <a:close/>
                <a:moveTo>
                  <a:pt x="6732" y="0"/>
                </a:moveTo>
                <a:cubicBezTo>
                  <a:pt x="3095" y="0"/>
                  <a:pt x="123" y="2920"/>
                  <a:pt x="62" y="6560"/>
                </a:cubicBezTo>
                <a:cubicBezTo>
                  <a:pt x="1" y="10248"/>
                  <a:pt x="2932" y="13282"/>
                  <a:pt x="6621" y="13344"/>
                </a:cubicBezTo>
                <a:cubicBezTo>
                  <a:pt x="6665" y="13344"/>
                  <a:pt x="6709" y="13345"/>
                  <a:pt x="6753" y="13345"/>
                </a:cubicBezTo>
                <a:cubicBezTo>
                  <a:pt x="10371" y="13345"/>
                  <a:pt x="13333" y="10429"/>
                  <a:pt x="13404" y="6795"/>
                </a:cubicBezTo>
                <a:cubicBezTo>
                  <a:pt x="13466" y="3107"/>
                  <a:pt x="10533" y="73"/>
                  <a:pt x="6846" y="1"/>
                </a:cubicBezTo>
                <a:cubicBezTo>
                  <a:pt x="6808" y="0"/>
                  <a:pt x="6770" y="0"/>
                  <a:pt x="67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5" name="Google Shape;2145;p9"/>
          <p:cNvGrpSpPr/>
          <p:nvPr/>
        </p:nvGrpSpPr>
        <p:grpSpPr>
          <a:xfrm flipH="1">
            <a:off x="8430775" y="-208173"/>
            <a:ext cx="1517538" cy="1495345"/>
            <a:chOff x="-1517525" y="-541175"/>
            <a:chExt cx="1096725" cy="1080686"/>
          </a:xfrm>
        </p:grpSpPr>
        <p:sp>
          <p:nvSpPr>
            <p:cNvPr id="2146" name="Google Shape;2146;p9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9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9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9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9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9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9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9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9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9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9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9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9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9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9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9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9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9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9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9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9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9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9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9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9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9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9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9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9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9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9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9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9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9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9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9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9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9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9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9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9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9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9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9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9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9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9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9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9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9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9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9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9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9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9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9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9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9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9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9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9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9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9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9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9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9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9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9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9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9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9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9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9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9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9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9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9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9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9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9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9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9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9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9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9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9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9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9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9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9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9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9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9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9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9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9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9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9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9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9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9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9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9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9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9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9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9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9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9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9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9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9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9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9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9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9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9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9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9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9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9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9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9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9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9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9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9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9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9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9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9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9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9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9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9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9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9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9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9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9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9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9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9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9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9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9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9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9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9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9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9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9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9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9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9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9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9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9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9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9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9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9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9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9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9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9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9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9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9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9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9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9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9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9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9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9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9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9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9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9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9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9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9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9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9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9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9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9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9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9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9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9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9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9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9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9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9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9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9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9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9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9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9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9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9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9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9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9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9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9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9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9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9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9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9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9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9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9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9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9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9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9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9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9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9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9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9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9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9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9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9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9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9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9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9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9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9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9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9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9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9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9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9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9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9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9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9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9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9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9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9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9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9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9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9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9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9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9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9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9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9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9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9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9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9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9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9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9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9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9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9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9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9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9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9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9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9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9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9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9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9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9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9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9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9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9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9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9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9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9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9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9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9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9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9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9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9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9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9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9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9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9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9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9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9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9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9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9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9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9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9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9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9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9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9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9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9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9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9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9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9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9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9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9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9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9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9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9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9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9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9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9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9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9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9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9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82" name="Google Shape;2482;p9"/>
          <p:cNvSpPr/>
          <p:nvPr/>
        </p:nvSpPr>
        <p:spPr>
          <a:xfrm flipH="1">
            <a:off x="1563896" y="4790087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4" name="Google Shape;248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85" name="Google Shape;2485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86" name="Google Shape;2486;p10"/>
          <p:cNvSpPr/>
          <p:nvPr/>
        </p:nvSpPr>
        <p:spPr>
          <a:xfrm>
            <a:off x="6647978" y="2971616"/>
            <a:ext cx="2505593" cy="2448124"/>
          </a:xfrm>
          <a:custGeom>
            <a:avLst/>
            <a:gdLst/>
            <a:ahLst/>
            <a:cxnLst/>
            <a:rect l="l" t="t" r="r" b="b"/>
            <a:pathLst>
              <a:path w="18268" h="17849" extrusionOk="0">
                <a:moveTo>
                  <a:pt x="18267" y="1"/>
                </a:moveTo>
                <a:cubicBezTo>
                  <a:pt x="17123" y="1258"/>
                  <a:pt x="16296" y="2810"/>
                  <a:pt x="15908" y="4475"/>
                </a:cubicBezTo>
                <a:cubicBezTo>
                  <a:pt x="15417" y="6621"/>
                  <a:pt x="15652" y="9175"/>
                  <a:pt x="14253" y="11004"/>
                </a:cubicBezTo>
                <a:cubicBezTo>
                  <a:pt x="13299" y="12251"/>
                  <a:pt x="12062" y="12597"/>
                  <a:pt x="10735" y="12597"/>
                </a:cubicBezTo>
                <a:cubicBezTo>
                  <a:pt x="9162" y="12597"/>
                  <a:pt x="7463" y="12111"/>
                  <a:pt x="5967" y="12066"/>
                </a:cubicBezTo>
                <a:cubicBezTo>
                  <a:pt x="5889" y="12064"/>
                  <a:pt x="5810" y="12063"/>
                  <a:pt x="5732" y="12063"/>
                </a:cubicBezTo>
                <a:cubicBezTo>
                  <a:pt x="3213" y="12063"/>
                  <a:pt x="838" y="13342"/>
                  <a:pt x="184" y="15938"/>
                </a:cubicBezTo>
                <a:cubicBezTo>
                  <a:pt x="21" y="16562"/>
                  <a:pt x="1" y="17215"/>
                  <a:pt x="82" y="17849"/>
                </a:cubicBezTo>
                <a:lnTo>
                  <a:pt x="18267" y="17849"/>
                </a:lnTo>
                <a:lnTo>
                  <a:pt x="1826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7" name="Google Shape;2487;p10"/>
          <p:cNvSpPr/>
          <p:nvPr/>
        </p:nvSpPr>
        <p:spPr>
          <a:xfrm>
            <a:off x="-499865" y="3485736"/>
            <a:ext cx="922194" cy="913197"/>
          </a:xfrm>
          <a:custGeom>
            <a:avLst/>
            <a:gdLst/>
            <a:ahLst/>
            <a:cxnLst/>
            <a:rect l="l" t="t" r="r" b="b"/>
            <a:pathLst>
              <a:path w="12342" h="12222" extrusionOk="0">
                <a:moveTo>
                  <a:pt x="6166" y="3107"/>
                </a:moveTo>
                <a:cubicBezTo>
                  <a:pt x="6185" y="3107"/>
                  <a:pt x="6203" y="3107"/>
                  <a:pt x="6222" y="3107"/>
                </a:cubicBezTo>
                <a:cubicBezTo>
                  <a:pt x="7888" y="3138"/>
                  <a:pt x="9205" y="4507"/>
                  <a:pt x="9175" y="6162"/>
                </a:cubicBezTo>
                <a:cubicBezTo>
                  <a:pt x="9144" y="7808"/>
                  <a:pt x="7806" y="9115"/>
                  <a:pt x="6177" y="9115"/>
                </a:cubicBezTo>
                <a:cubicBezTo>
                  <a:pt x="6158" y="9115"/>
                  <a:pt x="6139" y="9115"/>
                  <a:pt x="6120" y="9114"/>
                </a:cubicBezTo>
                <a:cubicBezTo>
                  <a:pt x="4455" y="9084"/>
                  <a:pt x="3137" y="7715"/>
                  <a:pt x="3168" y="6060"/>
                </a:cubicBezTo>
                <a:cubicBezTo>
                  <a:pt x="3198" y="4413"/>
                  <a:pt x="4536" y="3107"/>
                  <a:pt x="6166" y="3107"/>
                </a:cubicBezTo>
                <a:close/>
                <a:moveTo>
                  <a:pt x="6160" y="0"/>
                </a:moveTo>
                <a:cubicBezTo>
                  <a:pt x="2840" y="0"/>
                  <a:pt x="123" y="2665"/>
                  <a:pt x="62" y="6009"/>
                </a:cubicBezTo>
                <a:cubicBezTo>
                  <a:pt x="1" y="9380"/>
                  <a:pt x="2698" y="12159"/>
                  <a:pt x="6069" y="12220"/>
                </a:cubicBezTo>
                <a:cubicBezTo>
                  <a:pt x="6107" y="12221"/>
                  <a:pt x="6144" y="12221"/>
                  <a:pt x="6182" y="12221"/>
                </a:cubicBezTo>
                <a:cubicBezTo>
                  <a:pt x="9502" y="12221"/>
                  <a:pt x="12220" y="9547"/>
                  <a:pt x="12281" y="6213"/>
                </a:cubicBezTo>
                <a:cubicBezTo>
                  <a:pt x="12342" y="2842"/>
                  <a:pt x="9655" y="63"/>
                  <a:pt x="6273" y="1"/>
                </a:cubicBezTo>
                <a:cubicBezTo>
                  <a:pt x="6236" y="1"/>
                  <a:pt x="6198" y="0"/>
                  <a:pt x="61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8" name="Google Shape;2488;p10"/>
          <p:cNvSpPr/>
          <p:nvPr/>
        </p:nvSpPr>
        <p:spPr>
          <a:xfrm>
            <a:off x="1616176" y="4765937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89" name="Google Shape;2489;p10"/>
          <p:cNvGrpSpPr/>
          <p:nvPr/>
        </p:nvGrpSpPr>
        <p:grpSpPr>
          <a:xfrm>
            <a:off x="8430782" y="3648165"/>
            <a:ext cx="1517538" cy="1495345"/>
            <a:chOff x="-1517525" y="-541175"/>
            <a:chExt cx="1096725" cy="1080686"/>
          </a:xfrm>
        </p:grpSpPr>
        <p:sp>
          <p:nvSpPr>
            <p:cNvPr id="2490" name="Google Shape;2490;p10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10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10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10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10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10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10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10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10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10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10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10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10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10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10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10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10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10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10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10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10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10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10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10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10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10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10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10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10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10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10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10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10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10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10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10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10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10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10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10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10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10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10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10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10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10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10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10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10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10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10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10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10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10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10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10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10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10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10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10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10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10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10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10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10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10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10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10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10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10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10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10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10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10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10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10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10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10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10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10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10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10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10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10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10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10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10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10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10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10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10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10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10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10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10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10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10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10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10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10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10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10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10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10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10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10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10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10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10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10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10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10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10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10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10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10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10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10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10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10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10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10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10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10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10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10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10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10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10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10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10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10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10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10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10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10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10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10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10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10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10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10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10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10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10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10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10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10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10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10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10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10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10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10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10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10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10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10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10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10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10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10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10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10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10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10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10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10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10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10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10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10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10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10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10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10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10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10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10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10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10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10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10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10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10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10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10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10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10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10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10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10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10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10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10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10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10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10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10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10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10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10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10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10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10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10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10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10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10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10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10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10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10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10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10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10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10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10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10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10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10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10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10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10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10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10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10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10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10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10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10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10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10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10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10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10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10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10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10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10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10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10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10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10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10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10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10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10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10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10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10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10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10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10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10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10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10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10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10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10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10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10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10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10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10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10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10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10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10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10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10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10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10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10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10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10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10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10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10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10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10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10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10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10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10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10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10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10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10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10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10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10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10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10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10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10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10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10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10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10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10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10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10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10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10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10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10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10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10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10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10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10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10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10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10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10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10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10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10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10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10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10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10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10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10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10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10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10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10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10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10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10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10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10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10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10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26" name="Google Shape;2826;p10"/>
          <p:cNvSpPr/>
          <p:nvPr/>
        </p:nvSpPr>
        <p:spPr>
          <a:xfrm>
            <a:off x="2114075" y="4765918"/>
            <a:ext cx="2053902" cy="2035379"/>
          </a:xfrm>
          <a:custGeom>
            <a:avLst/>
            <a:gdLst/>
            <a:ahLst/>
            <a:cxnLst/>
            <a:rect l="l" t="t" r="r" b="b"/>
            <a:pathLst>
              <a:path w="13466" h="13345" extrusionOk="0">
                <a:moveTo>
                  <a:pt x="6730" y="1257"/>
                </a:moveTo>
                <a:cubicBezTo>
                  <a:pt x="6762" y="1257"/>
                  <a:pt x="6793" y="1258"/>
                  <a:pt x="6825" y="1258"/>
                </a:cubicBezTo>
                <a:cubicBezTo>
                  <a:pt x="9818" y="1309"/>
                  <a:pt x="12199" y="3771"/>
                  <a:pt x="12147" y="6775"/>
                </a:cubicBezTo>
                <a:cubicBezTo>
                  <a:pt x="12097" y="9736"/>
                  <a:pt x="9686" y="12098"/>
                  <a:pt x="6737" y="12098"/>
                </a:cubicBezTo>
                <a:cubicBezTo>
                  <a:pt x="6705" y="12098"/>
                  <a:pt x="6673" y="12098"/>
                  <a:pt x="6641" y="12097"/>
                </a:cubicBezTo>
                <a:cubicBezTo>
                  <a:pt x="3647" y="12047"/>
                  <a:pt x="1257" y="9574"/>
                  <a:pt x="1308" y="6580"/>
                </a:cubicBezTo>
                <a:cubicBezTo>
                  <a:pt x="1359" y="3619"/>
                  <a:pt x="3779" y="1257"/>
                  <a:pt x="6730" y="1257"/>
                </a:cubicBezTo>
                <a:close/>
                <a:moveTo>
                  <a:pt x="6732" y="0"/>
                </a:moveTo>
                <a:cubicBezTo>
                  <a:pt x="3095" y="0"/>
                  <a:pt x="123" y="2920"/>
                  <a:pt x="62" y="6560"/>
                </a:cubicBezTo>
                <a:cubicBezTo>
                  <a:pt x="1" y="10248"/>
                  <a:pt x="2932" y="13282"/>
                  <a:pt x="6621" y="13344"/>
                </a:cubicBezTo>
                <a:cubicBezTo>
                  <a:pt x="6665" y="13344"/>
                  <a:pt x="6709" y="13345"/>
                  <a:pt x="6753" y="13345"/>
                </a:cubicBezTo>
                <a:cubicBezTo>
                  <a:pt x="10371" y="13345"/>
                  <a:pt x="13333" y="10429"/>
                  <a:pt x="13404" y="6795"/>
                </a:cubicBezTo>
                <a:cubicBezTo>
                  <a:pt x="13466" y="3107"/>
                  <a:pt x="10533" y="73"/>
                  <a:pt x="6846" y="1"/>
                </a:cubicBezTo>
                <a:cubicBezTo>
                  <a:pt x="6808" y="0"/>
                  <a:pt x="6770" y="0"/>
                  <a:pt x="67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27" name="Google Shape;2827;p10"/>
          <p:cNvGrpSpPr/>
          <p:nvPr/>
        </p:nvGrpSpPr>
        <p:grpSpPr>
          <a:xfrm>
            <a:off x="-797543" y="4097127"/>
            <a:ext cx="1517538" cy="1495345"/>
            <a:chOff x="-1517525" y="-541175"/>
            <a:chExt cx="1096725" cy="1080686"/>
          </a:xfrm>
        </p:grpSpPr>
        <p:sp>
          <p:nvSpPr>
            <p:cNvPr id="2828" name="Google Shape;2828;p10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10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10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10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10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10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10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10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10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10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10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10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10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10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10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10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10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10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10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10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10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10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10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10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10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10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10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10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10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10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10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10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10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10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10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10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10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10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10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10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10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10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10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10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10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10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10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10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10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10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10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10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10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10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10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10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10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10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10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10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10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10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10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10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10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10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10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10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10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10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10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10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10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10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10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10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10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10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10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10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10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10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10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10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10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10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10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10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10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10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10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10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10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10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10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10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10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10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10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10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10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10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10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10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10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10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10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10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10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10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10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10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10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10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10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10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10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10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10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10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10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10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10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10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10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10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10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10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10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10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10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10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10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10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10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10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10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10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10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10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10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10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10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10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10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10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10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10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10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10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10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10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10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10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10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10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10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10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10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10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10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10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10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10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10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10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10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10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10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10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10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10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10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10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10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10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10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10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10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10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10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10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10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10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10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10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10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10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10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10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10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10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10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10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10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10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10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10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10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10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10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10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10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10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10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10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10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10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10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10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10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10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10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10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10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10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10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10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10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10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10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10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10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10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10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10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10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10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10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10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10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10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10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10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10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10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10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10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10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10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10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10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10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10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10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10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10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10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10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10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10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10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10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10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10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10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10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10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10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10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10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10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10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10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10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10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10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10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10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10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10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10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10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10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10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10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10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10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10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10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10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10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10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10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10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10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10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10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10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10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10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10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10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10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10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10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10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10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10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10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10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10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10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10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10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10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10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10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10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10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10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10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10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10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10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10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10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10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10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10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10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10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10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10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10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10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10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10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10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10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10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10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10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10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10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10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5" name="Google Shape;3165;p11"/>
          <p:cNvSpPr txBox="1">
            <a:spLocks noGrp="1"/>
          </p:cNvSpPr>
          <p:nvPr>
            <p:ph type="title" hasCustomPrompt="1"/>
          </p:nvPr>
        </p:nvSpPr>
        <p:spPr>
          <a:xfrm>
            <a:off x="991350" y="2488025"/>
            <a:ext cx="7161300" cy="11145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166" name="Google Shape;3166;p11"/>
          <p:cNvSpPr txBox="1">
            <a:spLocks noGrp="1"/>
          </p:cNvSpPr>
          <p:nvPr>
            <p:ph type="subTitle" idx="1"/>
          </p:nvPr>
        </p:nvSpPr>
        <p:spPr>
          <a:xfrm>
            <a:off x="991350" y="3779150"/>
            <a:ext cx="71613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167" name="Google Shape;3167;p11"/>
          <p:cNvSpPr/>
          <p:nvPr/>
        </p:nvSpPr>
        <p:spPr>
          <a:xfrm rot="5400000">
            <a:off x="-1657534" y="1632977"/>
            <a:ext cx="5182403" cy="1875481"/>
          </a:xfrm>
          <a:custGeom>
            <a:avLst/>
            <a:gdLst/>
            <a:ahLst/>
            <a:cxnLst/>
            <a:rect l="l" t="t" r="r" b="b"/>
            <a:pathLst>
              <a:path w="44226" h="17799" extrusionOk="0">
                <a:moveTo>
                  <a:pt x="4548" y="0"/>
                </a:moveTo>
                <a:cubicBezTo>
                  <a:pt x="3003" y="0"/>
                  <a:pt x="1460" y="241"/>
                  <a:pt x="0" y="728"/>
                </a:cubicBezTo>
                <a:lnTo>
                  <a:pt x="0" y="17799"/>
                </a:lnTo>
                <a:lnTo>
                  <a:pt x="44226" y="17799"/>
                </a:lnTo>
                <a:lnTo>
                  <a:pt x="44226" y="8482"/>
                </a:lnTo>
                <a:cubicBezTo>
                  <a:pt x="41682" y="9524"/>
                  <a:pt x="39669" y="11792"/>
                  <a:pt x="37381" y="13437"/>
                </a:cubicBezTo>
                <a:cubicBezTo>
                  <a:pt x="34990" y="15153"/>
                  <a:pt x="32109" y="16246"/>
                  <a:pt x="29167" y="16266"/>
                </a:cubicBezTo>
                <a:cubicBezTo>
                  <a:pt x="29141" y="16267"/>
                  <a:pt x="29114" y="16267"/>
                  <a:pt x="29087" y="16267"/>
                </a:cubicBezTo>
                <a:cubicBezTo>
                  <a:pt x="26171" y="16267"/>
                  <a:pt x="23223" y="15154"/>
                  <a:pt x="21219" y="13038"/>
                </a:cubicBezTo>
                <a:cubicBezTo>
                  <a:pt x="20126" y="11873"/>
                  <a:pt x="19339" y="10454"/>
                  <a:pt x="18491" y="9095"/>
                </a:cubicBezTo>
                <a:cubicBezTo>
                  <a:pt x="16979" y="6653"/>
                  <a:pt x="15212" y="4304"/>
                  <a:pt x="12882" y="2617"/>
                </a:cubicBezTo>
                <a:cubicBezTo>
                  <a:pt x="10479" y="885"/>
                  <a:pt x="7510" y="0"/>
                  <a:pt x="454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8" name="Google Shape;3168;p11"/>
          <p:cNvSpPr/>
          <p:nvPr/>
        </p:nvSpPr>
        <p:spPr>
          <a:xfrm>
            <a:off x="7701475" y="-21276"/>
            <a:ext cx="1491268" cy="1668372"/>
          </a:xfrm>
          <a:custGeom>
            <a:avLst/>
            <a:gdLst/>
            <a:ahLst/>
            <a:cxnLst/>
            <a:rect l="l" t="t" r="r" b="b"/>
            <a:pathLst>
              <a:path w="10431" h="11670" extrusionOk="0">
                <a:moveTo>
                  <a:pt x="3361" y="0"/>
                </a:moveTo>
                <a:cubicBezTo>
                  <a:pt x="2841" y="777"/>
                  <a:pt x="2207" y="1492"/>
                  <a:pt x="1665" y="2258"/>
                </a:cubicBezTo>
                <a:cubicBezTo>
                  <a:pt x="940" y="3290"/>
                  <a:pt x="389" y="4455"/>
                  <a:pt x="194" y="5701"/>
                </a:cubicBezTo>
                <a:cubicBezTo>
                  <a:pt x="0" y="6937"/>
                  <a:pt x="205" y="8265"/>
                  <a:pt x="889" y="9318"/>
                </a:cubicBezTo>
                <a:cubicBezTo>
                  <a:pt x="1727" y="10605"/>
                  <a:pt x="3218" y="11361"/>
                  <a:pt x="4741" y="11595"/>
                </a:cubicBezTo>
                <a:cubicBezTo>
                  <a:pt x="5060" y="11643"/>
                  <a:pt x="5384" y="11669"/>
                  <a:pt x="5708" y="11669"/>
                </a:cubicBezTo>
                <a:cubicBezTo>
                  <a:pt x="6296" y="11669"/>
                  <a:pt x="6881" y="11582"/>
                  <a:pt x="7427" y="11371"/>
                </a:cubicBezTo>
                <a:cubicBezTo>
                  <a:pt x="8521" y="10952"/>
                  <a:pt x="9430" y="10094"/>
                  <a:pt x="10431" y="9542"/>
                </a:cubicBezTo>
                <a:lnTo>
                  <a:pt x="1043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9" name="Google Shape;3169;p11"/>
          <p:cNvSpPr/>
          <p:nvPr/>
        </p:nvSpPr>
        <p:spPr>
          <a:xfrm flipH="1">
            <a:off x="6063299" y="-676120"/>
            <a:ext cx="1281912" cy="1162406"/>
          </a:xfrm>
          <a:custGeom>
            <a:avLst/>
            <a:gdLst/>
            <a:ahLst/>
            <a:cxnLst/>
            <a:rect l="l" t="t" r="r" b="b"/>
            <a:pathLst>
              <a:path w="10452" h="9478" extrusionOk="0">
                <a:moveTo>
                  <a:pt x="5225" y="0"/>
                </a:moveTo>
                <a:cubicBezTo>
                  <a:pt x="4038" y="0"/>
                  <a:pt x="2851" y="443"/>
                  <a:pt x="1932" y="1332"/>
                </a:cubicBezTo>
                <a:cubicBezTo>
                  <a:pt x="52" y="3150"/>
                  <a:pt x="0" y="6154"/>
                  <a:pt x="1819" y="8034"/>
                </a:cubicBezTo>
                <a:cubicBezTo>
                  <a:pt x="2748" y="8994"/>
                  <a:pt x="3985" y="9477"/>
                  <a:pt x="5224" y="9477"/>
                </a:cubicBezTo>
                <a:cubicBezTo>
                  <a:pt x="6409" y="9477"/>
                  <a:pt x="7597" y="9035"/>
                  <a:pt x="8521" y="8146"/>
                </a:cubicBezTo>
                <a:cubicBezTo>
                  <a:pt x="10400" y="6328"/>
                  <a:pt x="10452" y="3324"/>
                  <a:pt x="8633" y="1444"/>
                </a:cubicBezTo>
                <a:cubicBezTo>
                  <a:pt x="7704" y="484"/>
                  <a:pt x="6465" y="0"/>
                  <a:pt x="522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0" name="Google Shape;3170;p11"/>
          <p:cNvSpPr/>
          <p:nvPr/>
        </p:nvSpPr>
        <p:spPr>
          <a:xfrm flipH="1">
            <a:off x="462695" y="1223150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1" name="Google Shape;3171;p11"/>
          <p:cNvSpPr/>
          <p:nvPr/>
        </p:nvSpPr>
        <p:spPr>
          <a:xfrm flipH="1">
            <a:off x="206595" y="1470175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72" name="Google Shape;3172;p11"/>
          <p:cNvGrpSpPr/>
          <p:nvPr/>
        </p:nvGrpSpPr>
        <p:grpSpPr>
          <a:xfrm rot="10800000" flipH="1">
            <a:off x="293767" y="370766"/>
            <a:ext cx="81758" cy="608663"/>
            <a:chOff x="-1154155" y="1061718"/>
            <a:chExt cx="36015" cy="268015"/>
          </a:xfrm>
        </p:grpSpPr>
        <p:sp>
          <p:nvSpPr>
            <p:cNvPr id="3173" name="Google Shape;3173;p11"/>
            <p:cNvSpPr/>
            <p:nvPr/>
          </p:nvSpPr>
          <p:spPr>
            <a:xfrm>
              <a:off x="-1154155" y="1061718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195" y="0"/>
                  </a:moveTo>
                  <a:cubicBezTo>
                    <a:pt x="175" y="0"/>
                    <a:pt x="164" y="11"/>
                    <a:pt x="144" y="11"/>
                  </a:cubicBezTo>
                  <a:cubicBezTo>
                    <a:pt x="134" y="21"/>
                    <a:pt x="123" y="31"/>
                    <a:pt x="103" y="31"/>
                  </a:cubicBezTo>
                  <a:lnTo>
                    <a:pt x="73" y="62"/>
                  </a:lnTo>
                  <a:cubicBezTo>
                    <a:pt x="62" y="72"/>
                    <a:pt x="52" y="82"/>
                    <a:pt x="42" y="103"/>
                  </a:cubicBezTo>
                  <a:cubicBezTo>
                    <a:pt x="32" y="113"/>
                    <a:pt x="32" y="123"/>
                    <a:pt x="21" y="143"/>
                  </a:cubicBezTo>
                  <a:cubicBezTo>
                    <a:pt x="21" y="154"/>
                    <a:pt x="11" y="164"/>
                    <a:pt x="11" y="184"/>
                  </a:cubicBezTo>
                  <a:cubicBezTo>
                    <a:pt x="1" y="195"/>
                    <a:pt x="1" y="215"/>
                    <a:pt x="1" y="225"/>
                  </a:cubicBezTo>
                  <a:cubicBezTo>
                    <a:pt x="1" y="286"/>
                    <a:pt x="32" y="348"/>
                    <a:pt x="73" y="389"/>
                  </a:cubicBezTo>
                  <a:cubicBezTo>
                    <a:pt x="114" y="440"/>
                    <a:pt x="175" y="461"/>
                    <a:pt x="236" y="461"/>
                  </a:cubicBezTo>
                  <a:cubicBezTo>
                    <a:pt x="297" y="461"/>
                    <a:pt x="359" y="440"/>
                    <a:pt x="400" y="389"/>
                  </a:cubicBezTo>
                  <a:lnTo>
                    <a:pt x="430" y="358"/>
                  </a:lnTo>
                  <a:cubicBezTo>
                    <a:pt x="440" y="348"/>
                    <a:pt x="440" y="327"/>
                    <a:pt x="450" y="318"/>
                  </a:cubicBezTo>
                  <a:cubicBezTo>
                    <a:pt x="461" y="307"/>
                    <a:pt x="461" y="286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59" y="21"/>
                    <a:pt x="297" y="0"/>
                    <a:pt x="2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11"/>
            <p:cNvSpPr/>
            <p:nvPr/>
          </p:nvSpPr>
          <p:spPr>
            <a:xfrm>
              <a:off x="-1154155" y="1139575"/>
              <a:ext cx="35193" cy="112300"/>
            </a:xfrm>
            <a:custGeom>
              <a:avLst/>
              <a:gdLst/>
              <a:ahLst/>
              <a:cxnLst/>
              <a:rect l="l" t="t" r="r" b="b"/>
              <a:pathLst>
                <a:path w="471" h="1503" extrusionOk="0">
                  <a:moveTo>
                    <a:pt x="236" y="1"/>
                  </a:moveTo>
                  <a:cubicBezTo>
                    <a:pt x="114" y="1"/>
                    <a:pt x="1" y="103"/>
                    <a:pt x="1" y="225"/>
                  </a:cubicBezTo>
                  <a:cubicBezTo>
                    <a:pt x="1" y="358"/>
                    <a:pt x="114" y="461"/>
                    <a:pt x="236" y="461"/>
                  </a:cubicBezTo>
                  <a:cubicBezTo>
                    <a:pt x="369" y="461"/>
                    <a:pt x="471" y="358"/>
                    <a:pt x="471" y="225"/>
                  </a:cubicBezTo>
                  <a:cubicBezTo>
                    <a:pt x="471" y="103"/>
                    <a:pt x="369" y="1"/>
                    <a:pt x="236" y="1"/>
                  </a:cubicBezTo>
                  <a:close/>
                  <a:moveTo>
                    <a:pt x="236" y="1043"/>
                  </a:moveTo>
                  <a:cubicBezTo>
                    <a:pt x="114" y="1043"/>
                    <a:pt x="1" y="1145"/>
                    <a:pt x="1" y="1267"/>
                  </a:cubicBezTo>
                  <a:cubicBezTo>
                    <a:pt x="1" y="1401"/>
                    <a:pt x="114" y="1503"/>
                    <a:pt x="236" y="1503"/>
                  </a:cubicBezTo>
                  <a:cubicBezTo>
                    <a:pt x="369" y="1503"/>
                    <a:pt x="471" y="1401"/>
                    <a:pt x="471" y="1267"/>
                  </a:cubicBezTo>
                  <a:cubicBezTo>
                    <a:pt x="471" y="1145"/>
                    <a:pt x="369" y="1043"/>
                    <a:pt x="236" y="10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11"/>
            <p:cNvSpPr/>
            <p:nvPr/>
          </p:nvSpPr>
          <p:spPr>
            <a:xfrm>
              <a:off x="-1154155" y="1295289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236" y="1"/>
                  </a:moveTo>
                  <a:cubicBezTo>
                    <a:pt x="175" y="1"/>
                    <a:pt x="114" y="21"/>
                    <a:pt x="73" y="62"/>
                  </a:cubicBezTo>
                  <a:cubicBezTo>
                    <a:pt x="32" y="113"/>
                    <a:pt x="1" y="175"/>
                    <a:pt x="1" y="225"/>
                  </a:cubicBezTo>
                  <a:cubicBezTo>
                    <a:pt x="1" y="246"/>
                    <a:pt x="1" y="256"/>
                    <a:pt x="11" y="277"/>
                  </a:cubicBezTo>
                  <a:cubicBezTo>
                    <a:pt x="11" y="287"/>
                    <a:pt x="21" y="307"/>
                    <a:pt x="21" y="318"/>
                  </a:cubicBezTo>
                  <a:cubicBezTo>
                    <a:pt x="32" y="328"/>
                    <a:pt x="32" y="348"/>
                    <a:pt x="42" y="359"/>
                  </a:cubicBezTo>
                  <a:lnTo>
                    <a:pt x="73" y="389"/>
                  </a:lnTo>
                  <a:cubicBezTo>
                    <a:pt x="114" y="440"/>
                    <a:pt x="175" y="461"/>
                    <a:pt x="236" y="461"/>
                  </a:cubicBezTo>
                  <a:lnTo>
                    <a:pt x="277" y="461"/>
                  </a:lnTo>
                  <a:cubicBezTo>
                    <a:pt x="297" y="450"/>
                    <a:pt x="307" y="450"/>
                    <a:pt x="328" y="440"/>
                  </a:cubicBezTo>
                  <a:cubicBezTo>
                    <a:pt x="338" y="440"/>
                    <a:pt x="348" y="430"/>
                    <a:pt x="369" y="420"/>
                  </a:cubicBezTo>
                  <a:lnTo>
                    <a:pt x="400" y="389"/>
                  </a:lnTo>
                  <a:lnTo>
                    <a:pt x="430" y="359"/>
                  </a:lnTo>
                  <a:cubicBezTo>
                    <a:pt x="440" y="348"/>
                    <a:pt x="440" y="328"/>
                    <a:pt x="450" y="318"/>
                  </a:cubicBezTo>
                  <a:cubicBezTo>
                    <a:pt x="461" y="307"/>
                    <a:pt x="461" y="287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89" y="52"/>
                    <a:pt x="379" y="41"/>
                    <a:pt x="369" y="41"/>
                  </a:cubicBezTo>
                  <a:cubicBezTo>
                    <a:pt x="348" y="32"/>
                    <a:pt x="338" y="21"/>
                    <a:pt x="328" y="11"/>
                  </a:cubicBezTo>
                  <a:cubicBezTo>
                    <a:pt x="307" y="11"/>
                    <a:pt x="297" y="1"/>
                    <a:pt x="2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76" name="Google Shape;3176;p11"/>
          <p:cNvSpPr/>
          <p:nvPr/>
        </p:nvSpPr>
        <p:spPr>
          <a:xfrm>
            <a:off x="8497800" y="771580"/>
            <a:ext cx="2053902" cy="2035379"/>
          </a:xfrm>
          <a:custGeom>
            <a:avLst/>
            <a:gdLst/>
            <a:ahLst/>
            <a:cxnLst/>
            <a:rect l="l" t="t" r="r" b="b"/>
            <a:pathLst>
              <a:path w="13466" h="13345" extrusionOk="0">
                <a:moveTo>
                  <a:pt x="6730" y="1257"/>
                </a:moveTo>
                <a:cubicBezTo>
                  <a:pt x="6762" y="1257"/>
                  <a:pt x="6793" y="1258"/>
                  <a:pt x="6825" y="1258"/>
                </a:cubicBezTo>
                <a:cubicBezTo>
                  <a:pt x="9818" y="1309"/>
                  <a:pt x="12199" y="3771"/>
                  <a:pt x="12147" y="6775"/>
                </a:cubicBezTo>
                <a:cubicBezTo>
                  <a:pt x="12097" y="9736"/>
                  <a:pt x="9686" y="12098"/>
                  <a:pt x="6737" y="12098"/>
                </a:cubicBezTo>
                <a:cubicBezTo>
                  <a:pt x="6705" y="12098"/>
                  <a:pt x="6673" y="12098"/>
                  <a:pt x="6641" y="12097"/>
                </a:cubicBezTo>
                <a:cubicBezTo>
                  <a:pt x="3647" y="12047"/>
                  <a:pt x="1257" y="9574"/>
                  <a:pt x="1308" y="6580"/>
                </a:cubicBezTo>
                <a:cubicBezTo>
                  <a:pt x="1359" y="3619"/>
                  <a:pt x="3779" y="1257"/>
                  <a:pt x="6730" y="1257"/>
                </a:cubicBezTo>
                <a:close/>
                <a:moveTo>
                  <a:pt x="6732" y="0"/>
                </a:moveTo>
                <a:cubicBezTo>
                  <a:pt x="3095" y="0"/>
                  <a:pt x="123" y="2920"/>
                  <a:pt x="62" y="6560"/>
                </a:cubicBezTo>
                <a:cubicBezTo>
                  <a:pt x="1" y="10248"/>
                  <a:pt x="2932" y="13282"/>
                  <a:pt x="6621" y="13344"/>
                </a:cubicBezTo>
                <a:cubicBezTo>
                  <a:pt x="6665" y="13344"/>
                  <a:pt x="6709" y="13345"/>
                  <a:pt x="6753" y="13345"/>
                </a:cubicBezTo>
                <a:cubicBezTo>
                  <a:pt x="10371" y="13345"/>
                  <a:pt x="13333" y="10429"/>
                  <a:pt x="13404" y="6795"/>
                </a:cubicBezTo>
                <a:cubicBezTo>
                  <a:pt x="13466" y="3107"/>
                  <a:pt x="10533" y="73"/>
                  <a:pt x="6846" y="1"/>
                </a:cubicBezTo>
                <a:cubicBezTo>
                  <a:pt x="6808" y="0"/>
                  <a:pt x="6770" y="0"/>
                  <a:pt x="67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77" name="Google Shape;3177;p11"/>
          <p:cNvGrpSpPr/>
          <p:nvPr/>
        </p:nvGrpSpPr>
        <p:grpSpPr>
          <a:xfrm>
            <a:off x="839857" y="-564123"/>
            <a:ext cx="1517538" cy="1495345"/>
            <a:chOff x="-1517525" y="-541175"/>
            <a:chExt cx="1096725" cy="1080686"/>
          </a:xfrm>
        </p:grpSpPr>
        <p:sp>
          <p:nvSpPr>
            <p:cNvPr id="3178" name="Google Shape;3178;p11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11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11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11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11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11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11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11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11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11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11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11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11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11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11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11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11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11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11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11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11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11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11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11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11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11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11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11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11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11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11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11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11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11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11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11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11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11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11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11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11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11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11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11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11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11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11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11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11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11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11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11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11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11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11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11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11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11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11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11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11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11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11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11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11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11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11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11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11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11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11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11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11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11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11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11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11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11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11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11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11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11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11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11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11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11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11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11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11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11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11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11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11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11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11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11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11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11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11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11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11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11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11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11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11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11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11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11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11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11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11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11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11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11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11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11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11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11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11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11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11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11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11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11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11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11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11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11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11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11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11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11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11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11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11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11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11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11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11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11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11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11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11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11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11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11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11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11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11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11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11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11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11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11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11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11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11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11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11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11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11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11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11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11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11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11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11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11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11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11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11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11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11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11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11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11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11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11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11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11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11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11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11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11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11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11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11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11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11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11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11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11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11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11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11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11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11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11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11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11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11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11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11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11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11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11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11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11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11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11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11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11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11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11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11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11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11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11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11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11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11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11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11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11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11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11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11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11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11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11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11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11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11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11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11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11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11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11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11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11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11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11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11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11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11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11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11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11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11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11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11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11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11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11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11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11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11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11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11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11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11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11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11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11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11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11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11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11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11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11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11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11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11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11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11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11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11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11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11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11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11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11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11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11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11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11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11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11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11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11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11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11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11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11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11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11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11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11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11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11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11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11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11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11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11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11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11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11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11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11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11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11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11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11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11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11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11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11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11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11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11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11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11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11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11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11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11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11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11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11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11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11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11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11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11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11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14" name="Google Shape;3514;p11"/>
          <p:cNvSpPr/>
          <p:nvPr/>
        </p:nvSpPr>
        <p:spPr>
          <a:xfrm flipH="1">
            <a:off x="8635695" y="224525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5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7" name="Google Shape;3517;p13"/>
          <p:cNvSpPr/>
          <p:nvPr/>
        </p:nvSpPr>
        <p:spPr>
          <a:xfrm flipH="1">
            <a:off x="74" y="2102249"/>
            <a:ext cx="3352726" cy="3041317"/>
          </a:xfrm>
          <a:custGeom>
            <a:avLst/>
            <a:gdLst/>
            <a:ahLst/>
            <a:cxnLst/>
            <a:rect l="l" t="t" r="r" b="b"/>
            <a:pathLst>
              <a:path w="18268" h="16571" extrusionOk="0">
                <a:moveTo>
                  <a:pt x="18267" y="0"/>
                </a:moveTo>
                <a:cubicBezTo>
                  <a:pt x="17011" y="685"/>
                  <a:pt x="15979" y="1778"/>
                  <a:pt x="15438" y="3106"/>
                </a:cubicBezTo>
                <a:cubicBezTo>
                  <a:pt x="14743" y="4812"/>
                  <a:pt x="14896" y="6733"/>
                  <a:pt x="14937" y="8572"/>
                </a:cubicBezTo>
                <a:cubicBezTo>
                  <a:pt x="14937" y="9083"/>
                  <a:pt x="14937" y="9603"/>
                  <a:pt x="14773" y="10084"/>
                </a:cubicBezTo>
                <a:cubicBezTo>
                  <a:pt x="14318" y="11360"/>
                  <a:pt x="12827" y="11974"/>
                  <a:pt x="11468" y="11974"/>
                </a:cubicBezTo>
                <a:cubicBezTo>
                  <a:pt x="11456" y="11974"/>
                  <a:pt x="11444" y="11974"/>
                  <a:pt x="11433" y="11974"/>
                </a:cubicBezTo>
                <a:cubicBezTo>
                  <a:pt x="10074" y="11974"/>
                  <a:pt x="8746" y="11524"/>
                  <a:pt x="7387" y="11412"/>
                </a:cubicBezTo>
                <a:cubicBezTo>
                  <a:pt x="7166" y="11393"/>
                  <a:pt x="6944" y="11383"/>
                  <a:pt x="6721" y="11383"/>
                </a:cubicBezTo>
                <a:cubicBezTo>
                  <a:pt x="4806" y="11383"/>
                  <a:pt x="2877" y="12088"/>
                  <a:pt x="1512" y="13424"/>
                </a:cubicBezTo>
                <a:cubicBezTo>
                  <a:pt x="849" y="14078"/>
                  <a:pt x="327" y="14875"/>
                  <a:pt x="0" y="15733"/>
                </a:cubicBezTo>
                <a:lnTo>
                  <a:pt x="0" y="16571"/>
                </a:lnTo>
                <a:lnTo>
                  <a:pt x="18267" y="16571"/>
                </a:lnTo>
                <a:lnTo>
                  <a:pt x="1826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8" name="Google Shape;3518;p13"/>
          <p:cNvSpPr/>
          <p:nvPr/>
        </p:nvSpPr>
        <p:spPr>
          <a:xfrm rot="10800000">
            <a:off x="6515174" y="8"/>
            <a:ext cx="2628891" cy="2425217"/>
          </a:xfrm>
          <a:custGeom>
            <a:avLst/>
            <a:gdLst/>
            <a:ahLst/>
            <a:cxnLst/>
            <a:rect l="l" t="t" r="r" b="b"/>
            <a:pathLst>
              <a:path w="16857" h="15551" extrusionOk="0">
                <a:moveTo>
                  <a:pt x="0" y="1"/>
                </a:moveTo>
                <a:lnTo>
                  <a:pt x="0" y="15550"/>
                </a:lnTo>
                <a:lnTo>
                  <a:pt x="14845" y="15550"/>
                </a:lnTo>
                <a:cubicBezTo>
                  <a:pt x="15324" y="14334"/>
                  <a:pt x="15856" y="12679"/>
                  <a:pt x="15958" y="12372"/>
                </a:cubicBezTo>
                <a:cubicBezTo>
                  <a:pt x="16489" y="10758"/>
                  <a:pt x="16857" y="9032"/>
                  <a:pt x="16469" y="7336"/>
                </a:cubicBezTo>
                <a:cubicBezTo>
                  <a:pt x="15274" y="2187"/>
                  <a:pt x="9614" y="2544"/>
                  <a:pt x="5507" y="2238"/>
                </a:cubicBezTo>
                <a:cubicBezTo>
                  <a:pt x="3402" y="2085"/>
                  <a:pt x="1349" y="1329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9" name="Google Shape;351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20" name="Google Shape;3520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223142"/>
            <a:ext cx="914400" cy="447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i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21" name="Google Shape;3521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2983094"/>
            <a:ext cx="914400" cy="447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i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22" name="Google Shape;3522;p13"/>
          <p:cNvSpPr txBox="1">
            <a:spLocks noGrp="1"/>
          </p:cNvSpPr>
          <p:nvPr>
            <p:ph type="title" idx="4" hasCustomPrompt="1"/>
          </p:nvPr>
        </p:nvSpPr>
        <p:spPr>
          <a:xfrm>
            <a:off x="720000" y="1809792"/>
            <a:ext cx="914400" cy="447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i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23" name="Google Shape;3523;p13"/>
          <p:cNvSpPr txBox="1">
            <a:spLocks noGrp="1"/>
          </p:cNvSpPr>
          <p:nvPr>
            <p:ph type="title" idx="5" hasCustomPrompt="1"/>
          </p:nvPr>
        </p:nvSpPr>
        <p:spPr>
          <a:xfrm>
            <a:off x="713225" y="3569745"/>
            <a:ext cx="914400" cy="447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i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24" name="Google Shape;3524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0" y="2396443"/>
            <a:ext cx="914400" cy="447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i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25" name="Google Shape;3525;p13"/>
          <p:cNvSpPr txBox="1">
            <a:spLocks noGrp="1"/>
          </p:cNvSpPr>
          <p:nvPr>
            <p:ph type="title" idx="7" hasCustomPrompt="1"/>
          </p:nvPr>
        </p:nvSpPr>
        <p:spPr>
          <a:xfrm>
            <a:off x="713225" y="4156396"/>
            <a:ext cx="914400" cy="447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i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26" name="Google Shape;3526;p13"/>
          <p:cNvSpPr txBox="1">
            <a:spLocks noGrp="1"/>
          </p:cNvSpPr>
          <p:nvPr>
            <p:ph type="subTitle" idx="1"/>
          </p:nvPr>
        </p:nvSpPr>
        <p:spPr>
          <a:xfrm>
            <a:off x="1703825" y="1223150"/>
            <a:ext cx="29682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27" name="Google Shape;3527;p13"/>
          <p:cNvSpPr txBox="1">
            <a:spLocks noGrp="1"/>
          </p:cNvSpPr>
          <p:nvPr>
            <p:ph type="subTitle" idx="8"/>
          </p:nvPr>
        </p:nvSpPr>
        <p:spPr>
          <a:xfrm>
            <a:off x="1703825" y="1809800"/>
            <a:ext cx="29682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28" name="Google Shape;3528;p13"/>
          <p:cNvSpPr txBox="1">
            <a:spLocks noGrp="1"/>
          </p:cNvSpPr>
          <p:nvPr>
            <p:ph type="subTitle" idx="9"/>
          </p:nvPr>
        </p:nvSpPr>
        <p:spPr>
          <a:xfrm>
            <a:off x="1703825" y="2396450"/>
            <a:ext cx="29682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29" name="Google Shape;3529;p13"/>
          <p:cNvSpPr txBox="1">
            <a:spLocks noGrp="1"/>
          </p:cNvSpPr>
          <p:nvPr>
            <p:ph type="subTitle" idx="13"/>
          </p:nvPr>
        </p:nvSpPr>
        <p:spPr>
          <a:xfrm>
            <a:off x="1703825" y="2983100"/>
            <a:ext cx="29682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30" name="Google Shape;3530;p13"/>
          <p:cNvSpPr txBox="1">
            <a:spLocks noGrp="1"/>
          </p:cNvSpPr>
          <p:nvPr>
            <p:ph type="subTitle" idx="14"/>
          </p:nvPr>
        </p:nvSpPr>
        <p:spPr>
          <a:xfrm>
            <a:off x="1703825" y="3569750"/>
            <a:ext cx="29682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31" name="Google Shape;3531;p13"/>
          <p:cNvSpPr txBox="1">
            <a:spLocks noGrp="1"/>
          </p:cNvSpPr>
          <p:nvPr>
            <p:ph type="subTitle" idx="15"/>
          </p:nvPr>
        </p:nvSpPr>
        <p:spPr>
          <a:xfrm>
            <a:off x="1703825" y="4156401"/>
            <a:ext cx="29682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32" name="Google Shape;3532;p13"/>
          <p:cNvSpPr/>
          <p:nvPr/>
        </p:nvSpPr>
        <p:spPr>
          <a:xfrm>
            <a:off x="8546733" y="2396455"/>
            <a:ext cx="1281912" cy="1162406"/>
          </a:xfrm>
          <a:custGeom>
            <a:avLst/>
            <a:gdLst/>
            <a:ahLst/>
            <a:cxnLst/>
            <a:rect l="l" t="t" r="r" b="b"/>
            <a:pathLst>
              <a:path w="10452" h="9478" extrusionOk="0">
                <a:moveTo>
                  <a:pt x="5225" y="0"/>
                </a:moveTo>
                <a:cubicBezTo>
                  <a:pt x="4038" y="0"/>
                  <a:pt x="2851" y="443"/>
                  <a:pt x="1932" y="1332"/>
                </a:cubicBezTo>
                <a:cubicBezTo>
                  <a:pt x="52" y="3150"/>
                  <a:pt x="0" y="6154"/>
                  <a:pt x="1819" y="8034"/>
                </a:cubicBezTo>
                <a:cubicBezTo>
                  <a:pt x="2748" y="8994"/>
                  <a:pt x="3985" y="9477"/>
                  <a:pt x="5224" y="9477"/>
                </a:cubicBezTo>
                <a:cubicBezTo>
                  <a:pt x="6409" y="9477"/>
                  <a:pt x="7597" y="9035"/>
                  <a:pt x="8521" y="8146"/>
                </a:cubicBezTo>
                <a:cubicBezTo>
                  <a:pt x="10400" y="6328"/>
                  <a:pt x="10452" y="3324"/>
                  <a:pt x="8633" y="1444"/>
                </a:cubicBezTo>
                <a:cubicBezTo>
                  <a:pt x="7704" y="484"/>
                  <a:pt x="6465" y="0"/>
                  <a:pt x="522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3" name="Google Shape;3533;p13"/>
          <p:cNvSpPr/>
          <p:nvPr/>
        </p:nvSpPr>
        <p:spPr>
          <a:xfrm>
            <a:off x="8546626" y="1223150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4" name="Google Shape;3534;p13"/>
          <p:cNvSpPr/>
          <p:nvPr/>
        </p:nvSpPr>
        <p:spPr>
          <a:xfrm>
            <a:off x="8712901" y="3821625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35" name="Google Shape;3535;p13"/>
          <p:cNvGrpSpPr/>
          <p:nvPr/>
        </p:nvGrpSpPr>
        <p:grpSpPr>
          <a:xfrm rot="5400000">
            <a:off x="535769" y="-38934"/>
            <a:ext cx="81758" cy="608663"/>
            <a:chOff x="-1154155" y="1061718"/>
            <a:chExt cx="36015" cy="268015"/>
          </a:xfrm>
        </p:grpSpPr>
        <p:sp>
          <p:nvSpPr>
            <p:cNvPr id="3536" name="Google Shape;3536;p13"/>
            <p:cNvSpPr/>
            <p:nvPr/>
          </p:nvSpPr>
          <p:spPr>
            <a:xfrm>
              <a:off x="-1154155" y="1061718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195" y="0"/>
                  </a:moveTo>
                  <a:cubicBezTo>
                    <a:pt x="175" y="0"/>
                    <a:pt x="164" y="11"/>
                    <a:pt x="144" y="11"/>
                  </a:cubicBezTo>
                  <a:cubicBezTo>
                    <a:pt x="134" y="21"/>
                    <a:pt x="123" y="31"/>
                    <a:pt x="103" y="31"/>
                  </a:cubicBezTo>
                  <a:lnTo>
                    <a:pt x="73" y="62"/>
                  </a:lnTo>
                  <a:cubicBezTo>
                    <a:pt x="62" y="72"/>
                    <a:pt x="52" y="82"/>
                    <a:pt x="42" y="103"/>
                  </a:cubicBezTo>
                  <a:cubicBezTo>
                    <a:pt x="32" y="113"/>
                    <a:pt x="32" y="123"/>
                    <a:pt x="21" y="143"/>
                  </a:cubicBezTo>
                  <a:cubicBezTo>
                    <a:pt x="21" y="154"/>
                    <a:pt x="11" y="164"/>
                    <a:pt x="11" y="184"/>
                  </a:cubicBezTo>
                  <a:cubicBezTo>
                    <a:pt x="1" y="195"/>
                    <a:pt x="1" y="215"/>
                    <a:pt x="1" y="225"/>
                  </a:cubicBezTo>
                  <a:cubicBezTo>
                    <a:pt x="1" y="286"/>
                    <a:pt x="32" y="348"/>
                    <a:pt x="73" y="389"/>
                  </a:cubicBezTo>
                  <a:cubicBezTo>
                    <a:pt x="114" y="440"/>
                    <a:pt x="175" y="461"/>
                    <a:pt x="236" y="461"/>
                  </a:cubicBezTo>
                  <a:cubicBezTo>
                    <a:pt x="297" y="461"/>
                    <a:pt x="359" y="440"/>
                    <a:pt x="400" y="389"/>
                  </a:cubicBezTo>
                  <a:lnTo>
                    <a:pt x="430" y="358"/>
                  </a:lnTo>
                  <a:cubicBezTo>
                    <a:pt x="440" y="348"/>
                    <a:pt x="440" y="327"/>
                    <a:pt x="450" y="318"/>
                  </a:cubicBezTo>
                  <a:cubicBezTo>
                    <a:pt x="461" y="307"/>
                    <a:pt x="461" y="286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59" y="21"/>
                    <a:pt x="297" y="0"/>
                    <a:pt x="2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13"/>
            <p:cNvSpPr/>
            <p:nvPr/>
          </p:nvSpPr>
          <p:spPr>
            <a:xfrm>
              <a:off x="-1154155" y="1139575"/>
              <a:ext cx="35193" cy="112300"/>
            </a:xfrm>
            <a:custGeom>
              <a:avLst/>
              <a:gdLst/>
              <a:ahLst/>
              <a:cxnLst/>
              <a:rect l="l" t="t" r="r" b="b"/>
              <a:pathLst>
                <a:path w="471" h="1503" extrusionOk="0">
                  <a:moveTo>
                    <a:pt x="236" y="1"/>
                  </a:moveTo>
                  <a:cubicBezTo>
                    <a:pt x="114" y="1"/>
                    <a:pt x="1" y="103"/>
                    <a:pt x="1" y="225"/>
                  </a:cubicBezTo>
                  <a:cubicBezTo>
                    <a:pt x="1" y="358"/>
                    <a:pt x="114" y="461"/>
                    <a:pt x="236" y="461"/>
                  </a:cubicBezTo>
                  <a:cubicBezTo>
                    <a:pt x="369" y="461"/>
                    <a:pt x="471" y="358"/>
                    <a:pt x="471" y="225"/>
                  </a:cubicBezTo>
                  <a:cubicBezTo>
                    <a:pt x="471" y="103"/>
                    <a:pt x="369" y="1"/>
                    <a:pt x="236" y="1"/>
                  </a:cubicBezTo>
                  <a:close/>
                  <a:moveTo>
                    <a:pt x="236" y="1043"/>
                  </a:moveTo>
                  <a:cubicBezTo>
                    <a:pt x="114" y="1043"/>
                    <a:pt x="1" y="1145"/>
                    <a:pt x="1" y="1267"/>
                  </a:cubicBezTo>
                  <a:cubicBezTo>
                    <a:pt x="1" y="1401"/>
                    <a:pt x="114" y="1503"/>
                    <a:pt x="236" y="1503"/>
                  </a:cubicBezTo>
                  <a:cubicBezTo>
                    <a:pt x="369" y="1503"/>
                    <a:pt x="471" y="1401"/>
                    <a:pt x="471" y="1267"/>
                  </a:cubicBezTo>
                  <a:cubicBezTo>
                    <a:pt x="471" y="1145"/>
                    <a:pt x="369" y="1043"/>
                    <a:pt x="236" y="10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13"/>
            <p:cNvSpPr/>
            <p:nvPr/>
          </p:nvSpPr>
          <p:spPr>
            <a:xfrm>
              <a:off x="-1154155" y="1295289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236" y="1"/>
                  </a:moveTo>
                  <a:cubicBezTo>
                    <a:pt x="175" y="1"/>
                    <a:pt x="114" y="21"/>
                    <a:pt x="73" y="62"/>
                  </a:cubicBezTo>
                  <a:cubicBezTo>
                    <a:pt x="32" y="113"/>
                    <a:pt x="1" y="175"/>
                    <a:pt x="1" y="225"/>
                  </a:cubicBezTo>
                  <a:cubicBezTo>
                    <a:pt x="1" y="246"/>
                    <a:pt x="1" y="256"/>
                    <a:pt x="11" y="277"/>
                  </a:cubicBezTo>
                  <a:cubicBezTo>
                    <a:pt x="11" y="287"/>
                    <a:pt x="21" y="307"/>
                    <a:pt x="21" y="318"/>
                  </a:cubicBezTo>
                  <a:cubicBezTo>
                    <a:pt x="32" y="328"/>
                    <a:pt x="32" y="348"/>
                    <a:pt x="42" y="359"/>
                  </a:cubicBezTo>
                  <a:lnTo>
                    <a:pt x="73" y="389"/>
                  </a:lnTo>
                  <a:cubicBezTo>
                    <a:pt x="114" y="440"/>
                    <a:pt x="175" y="461"/>
                    <a:pt x="236" y="461"/>
                  </a:cubicBezTo>
                  <a:lnTo>
                    <a:pt x="277" y="461"/>
                  </a:lnTo>
                  <a:cubicBezTo>
                    <a:pt x="297" y="450"/>
                    <a:pt x="307" y="450"/>
                    <a:pt x="328" y="440"/>
                  </a:cubicBezTo>
                  <a:cubicBezTo>
                    <a:pt x="338" y="440"/>
                    <a:pt x="348" y="430"/>
                    <a:pt x="369" y="420"/>
                  </a:cubicBezTo>
                  <a:lnTo>
                    <a:pt x="400" y="389"/>
                  </a:lnTo>
                  <a:lnTo>
                    <a:pt x="430" y="359"/>
                  </a:lnTo>
                  <a:cubicBezTo>
                    <a:pt x="440" y="348"/>
                    <a:pt x="440" y="328"/>
                    <a:pt x="450" y="318"/>
                  </a:cubicBezTo>
                  <a:cubicBezTo>
                    <a:pt x="461" y="307"/>
                    <a:pt x="461" y="287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89" y="52"/>
                    <a:pt x="379" y="41"/>
                    <a:pt x="369" y="41"/>
                  </a:cubicBezTo>
                  <a:cubicBezTo>
                    <a:pt x="348" y="32"/>
                    <a:pt x="338" y="21"/>
                    <a:pt x="328" y="11"/>
                  </a:cubicBezTo>
                  <a:cubicBezTo>
                    <a:pt x="307" y="11"/>
                    <a:pt x="297" y="1"/>
                    <a:pt x="2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BLANK_1_1_1_1_1_1_1">
    <p:spTree>
      <p:nvGrpSpPr>
        <p:cNvPr id="1" name="Shape 3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0" name="Google Shape;3540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41" name="Google Shape;3541;p14"/>
          <p:cNvSpPr/>
          <p:nvPr/>
        </p:nvSpPr>
        <p:spPr>
          <a:xfrm rot="5400000">
            <a:off x="7032950" y="3115915"/>
            <a:ext cx="3396937" cy="967737"/>
          </a:xfrm>
          <a:custGeom>
            <a:avLst/>
            <a:gdLst/>
            <a:ahLst/>
            <a:cxnLst/>
            <a:rect l="l" t="t" r="r" b="b"/>
            <a:pathLst>
              <a:path w="19023" h="12557" extrusionOk="0">
                <a:moveTo>
                  <a:pt x="0" y="0"/>
                </a:moveTo>
                <a:cubicBezTo>
                  <a:pt x="82" y="1635"/>
                  <a:pt x="388" y="3270"/>
                  <a:pt x="1083" y="4751"/>
                </a:cubicBezTo>
                <a:cubicBezTo>
                  <a:pt x="1993" y="6661"/>
                  <a:pt x="3596" y="8307"/>
                  <a:pt x="5619" y="8929"/>
                </a:cubicBezTo>
                <a:cubicBezTo>
                  <a:pt x="6480" y="9193"/>
                  <a:pt x="7364" y="9265"/>
                  <a:pt x="8259" y="9265"/>
                </a:cubicBezTo>
                <a:cubicBezTo>
                  <a:pt x="9337" y="9265"/>
                  <a:pt x="10430" y="9160"/>
                  <a:pt x="11515" y="9160"/>
                </a:cubicBezTo>
                <a:cubicBezTo>
                  <a:pt x="11733" y="9160"/>
                  <a:pt x="11951" y="9165"/>
                  <a:pt x="12168" y="9175"/>
                </a:cubicBezTo>
                <a:cubicBezTo>
                  <a:pt x="14793" y="9287"/>
                  <a:pt x="17522" y="10482"/>
                  <a:pt x="19023" y="12557"/>
                </a:cubicBezTo>
                <a:lnTo>
                  <a:pt x="1902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2" name="Google Shape;3542;p14"/>
          <p:cNvSpPr/>
          <p:nvPr/>
        </p:nvSpPr>
        <p:spPr>
          <a:xfrm>
            <a:off x="7697360" y="4684436"/>
            <a:ext cx="922194" cy="913197"/>
          </a:xfrm>
          <a:custGeom>
            <a:avLst/>
            <a:gdLst/>
            <a:ahLst/>
            <a:cxnLst/>
            <a:rect l="l" t="t" r="r" b="b"/>
            <a:pathLst>
              <a:path w="12342" h="12222" extrusionOk="0">
                <a:moveTo>
                  <a:pt x="6166" y="3107"/>
                </a:moveTo>
                <a:cubicBezTo>
                  <a:pt x="6185" y="3107"/>
                  <a:pt x="6203" y="3107"/>
                  <a:pt x="6222" y="3107"/>
                </a:cubicBezTo>
                <a:cubicBezTo>
                  <a:pt x="7888" y="3138"/>
                  <a:pt x="9205" y="4507"/>
                  <a:pt x="9175" y="6162"/>
                </a:cubicBezTo>
                <a:cubicBezTo>
                  <a:pt x="9144" y="7808"/>
                  <a:pt x="7806" y="9115"/>
                  <a:pt x="6177" y="9115"/>
                </a:cubicBezTo>
                <a:cubicBezTo>
                  <a:pt x="6158" y="9115"/>
                  <a:pt x="6139" y="9115"/>
                  <a:pt x="6120" y="9114"/>
                </a:cubicBezTo>
                <a:cubicBezTo>
                  <a:pt x="4455" y="9084"/>
                  <a:pt x="3137" y="7715"/>
                  <a:pt x="3168" y="6060"/>
                </a:cubicBezTo>
                <a:cubicBezTo>
                  <a:pt x="3198" y="4413"/>
                  <a:pt x="4536" y="3107"/>
                  <a:pt x="6166" y="3107"/>
                </a:cubicBezTo>
                <a:close/>
                <a:moveTo>
                  <a:pt x="6160" y="0"/>
                </a:moveTo>
                <a:cubicBezTo>
                  <a:pt x="2840" y="0"/>
                  <a:pt x="123" y="2665"/>
                  <a:pt x="62" y="6009"/>
                </a:cubicBezTo>
                <a:cubicBezTo>
                  <a:pt x="1" y="9380"/>
                  <a:pt x="2698" y="12159"/>
                  <a:pt x="6069" y="12220"/>
                </a:cubicBezTo>
                <a:cubicBezTo>
                  <a:pt x="6107" y="12221"/>
                  <a:pt x="6144" y="12221"/>
                  <a:pt x="6182" y="12221"/>
                </a:cubicBezTo>
                <a:cubicBezTo>
                  <a:pt x="9502" y="12221"/>
                  <a:pt x="12220" y="9547"/>
                  <a:pt x="12281" y="6213"/>
                </a:cubicBezTo>
                <a:cubicBezTo>
                  <a:pt x="12342" y="2842"/>
                  <a:pt x="9655" y="63"/>
                  <a:pt x="6273" y="1"/>
                </a:cubicBezTo>
                <a:cubicBezTo>
                  <a:pt x="6236" y="1"/>
                  <a:pt x="6198" y="0"/>
                  <a:pt x="61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3" name="Google Shape;3543;p14"/>
          <p:cNvSpPr/>
          <p:nvPr/>
        </p:nvSpPr>
        <p:spPr>
          <a:xfrm>
            <a:off x="5643450" y="4684418"/>
            <a:ext cx="2053902" cy="2035379"/>
          </a:xfrm>
          <a:custGeom>
            <a:avLst/>
            <a:gdLst/>
            <a:ahLst/>
            <a:cxnLst/>
            <a:rect l="l" t="t" r="r" b="b"/>
            <a:pathLst>
              <a:path w="13466" h="13345" extrusionOk="0">
                <a:moveTo>
                  <a:pt x="6730" y="1257"/>
                </a:moveTo>
                <a:cubicBezTo>
                  <a:pt x="6762" y="1257"/>
                  <a:pt x="6793" y="1258"/>
                  <a:pt x="6825" y="1258"/>
                </a:cubicBezTo>
                <a:cubicBezTo>
                  <a:pt x="9818" y="1309"/>
                  <a:pt x="12199" y="3771"/>
                  <a:pt x="12147" y="6775"/>
                </a:cubicBezTo>
                <a:cubicBezTo>
                  <a:pt x="12097" y="9736"/>
                  <a:pt x="9686" y="12098"/>
                  <a:pt x="6737" y="12098"/>
                </a:cubicBezTo>
                <a:cubicBezTo>
                  <a:pt x="6705" y="12098"/>
                  <a:pt x="6673" y="12098"/>
                  <a:pt x="6641" y="12097"/>
                </a:cubicBezTo>
                <a:cubicBezTo>
                  <a:pt x="3647" y="12047"/>
                  <a:pt x="1257" y="9574"/>
                  <a:pt x="1308" y="6580"/>
                </a:cubicBezTo>
                <a:cubicBezTo>
                  <a:pt x="1359" y="3619"/>
                  <a:pt x="3779" y="1257"/>
                  <a:pt x="6730" y="1257"/>
                </a:cubicBezTo>
                <a:close/>
                <a:moveTo>
                  <a:pt x="6732" y="0"/>
                </a:moveTo>
                <a:cubicBezTo>
                  <a:pt x="3095" y="0"/>
                  <a:pt x="123" y="2920"/>
                  <a:pt x="62" y="6560"/>
                </a:cubicBezTo>
                <a:cubicBezTo>
                  <a:pt x="1" y="10248"/>
                  <a:pt x="2932" y="13282"/>
                  <a:pt x="6621" y="13344"/>
                </a:cubicBezTo>
                <a:cubicBezTo>
                  <a:pt x="6665" y="13344"/>
                  <a:pt x="6709" y="13345"/>
                  <a:pt x="6753" y="13345"/>
                </a:cubicBezTo>
                <a:cubicBezTo>
                  <a:pt x="10371" y="13345"/>
                  <a:pt x="13333" y="10429"/>
                  <a:pt x="13404" y="6795"/>
                </a:cubicBezTo>
                <a:cubicBezTo>
                  <a:pt x="13466" y="3107"/>
                  <a:pt x="10533" y="73"/>
                  <a:pt x="6846" y="1"/>
                </a:cubicBezTo>
                <a:cubicBezTo>
                  <a:pt x="6808" y="0"/>
                  <a:pt x="6770" y="0"/>
                  <a:pt x="67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4" name="Google Shape;3544;p14"/>
          <p:cNvSpPr/>
          <p:nvPr/>
        </p:nvSpPr>
        <p:spPr>
          <a:xfrm rot="10800000" flipH="1">
            <a:off x="-498050" y="-821025"/>
            <a:ext cx="1389502" cy="3087434"/>
          </a:xfrm>
          <a:custGeom>
            <a:avLst/>
            <a:gdLst/>
            <a:ahLst/>
            <a:cxnLst/>
            <a:rect l="l" t="t" r="r" b="b"/>
            <a:pathLst>
              <a:path w="12312" h="14458" extrusionOk="0">
                <a:moveTo>
                  <a:pt x="0" y="1"/>
                </a:moveTo>
                <a:lnTo>
                  <a:pt x="0" y="14457"/>
                </a:lnTo>
                <a:lnTo>
                  <a:pt x="12014" y="14457"/>
                </a:lnTo>
                <a:cubicBezTo>
                  <a:pt x="12311" y="11270"/>
                  <a:pt x="11269" y="7826"/>
                  <a:pt x="8602" y="6110"/>
                </a:cubicBezTo>
                <a:cubicBezTo>
                  <a:pt x="6968" y="5047"/>
                  <a:pt x="4945" y="4761"/>
                  <a:pt x="3259" y="3801"/>
                </a:cubicBezTo>
                <a:cubicBezTo>
                  <a:pt x="1778" y="2963"/>
                  <a:pt x="633" y="1574"/>
                  <a:pt x="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5" name="Google Shape;3545;p14"/>
          <p:cNvSpPr/>
          <p:nvPr/>
        </p:nvSpPr>
        <p:spPr>
          <a:xfrm>
            <a:off x="1339095" y="-717382"/>
            <a:ext cx="1281912" cy="1162406"/>
          </a:xfrm>
          <a:custGeom>
            <a:avLst/>
            <a:gdLst/>
            <a:ahLst/>
            <a:cxnLst/>
            <a:rect l="l" t="t" r="r" b="b"/>
            <a:pathLst>
              <a:path w="10452" h="9478" extrusionOk="0">
                <a:moveTo>
                  <a:pt x="5225" y="0"/>
                </a:moveTo>
                <a:cubicBezTo>
                  <a:pt x="4038" y="0"/>
                  <a:pt x="2851" y="443"/>
                  <a:pt x="1932" y="1332"/>
                </a:cubicBezTo>
                <a:cubicBezTo>
                  <a:pt x="52" y="3150"/>
                  <a:pt x="0" y="6154"/>
                  <a:pt x="1819" y="8034"/>
                </a:cubicBezTo>
                <a:cubicBezTo>
                  <a:pt x="2748" y="8994"/>
                  <a:pt x="3985" y="9477"/>
                  <a:pt x="5224" y="9477"/>
                </a:cubicBezTo>
                <a:cubicBezTo>
                  <a:pt x="6409" y="9477"/>
                  <a:pt x="7597" y="9035"/>
                  <a:pt x="8521" y="8146"/>
                </a:cubicBezTo>
                <a:cubicBezTo>
                  <a:pt x="10400" y="6328"/>
                  <a:pt x="10452" y="3324"/>
                  <a:pt x="8633" y="1444"/>
                </a:cubicBezTo>
                <a:cubicBezTo>
                  <a:pt x="7704" y="484"/>
                  <a:pt x="6465" y="0"/>
                  <a:pt x="52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6" name="Google Shape;3546;p14"/>
          <p:cNvSpPr/>
          <p:nvPr/>
        </p:nvSpPr>
        <p:spPr>
          <a:xfrm>
            <a:off x="302326" y="1400262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47" name="Google Shape;3547;p14"/>
          <p:cNvGrpSpPr/>
          <p:nvPr/>
        </p:nvGrpSpPr>
        <p:grpSpPr>
          <a:xfrm>
            <a:off x="-797543" y="-656885"/>
            <a:ext cx="1517538" cy="1495345"/>
            <a:chOff x="-1517525" y="-541175"/>
            <a:chExt cx="1096725" cy="1080686"/>
          </a:xfrm>
        </p:grpSpPr>
        <p:sp>
          <p:nvSpPr>
            <p:cNvPr id="3548" name="Google Shape;3548;p14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14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14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14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14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14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14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14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14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14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14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14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14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14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14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14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14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14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14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14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14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14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14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14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14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14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14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14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14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14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14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14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14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14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14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14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14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14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14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14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14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14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14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14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14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14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14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14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14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14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14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14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14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14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14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14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14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14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14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14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14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14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14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14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14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14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14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14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14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14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14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14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14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14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14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14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14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14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14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14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14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14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14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14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14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14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14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14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14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14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14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14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14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14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14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14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14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14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14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14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14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14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14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14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14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3" name="Google Shape;3653;p14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4" name="Google Shape;3654;p14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3655;p14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14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14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14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3659;p14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3660;p14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14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14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14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14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14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14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14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14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14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14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14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3672;p14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14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14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14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14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14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14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14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3680;p14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1" name="Google Shape;3681;p14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14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3683;p14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3684;p14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14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14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14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14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14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14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14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14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3693;p14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3694;p14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3695;p14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6" name="Google Shape;3696;p14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7" name="Google Shape;3697;p14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14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9" name="Google Shape;3699;p14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0" name="Google Shape;3700;p14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14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3702;p14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3703;p14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3704;p14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14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3706;p14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3707;p14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14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3709;p14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3710;p14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3711;p14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3712;p14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3713;p14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14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14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3716;p14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14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14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14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14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14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14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14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14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14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14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14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14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14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14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14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14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14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14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14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14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14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14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14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14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14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14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14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14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14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14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14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14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14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14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14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14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14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14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14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14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14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14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14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14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14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14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14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14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14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6" name="Google Shape;3766;p14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3767;p14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14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3769;p14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3770;p14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3771;p14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3772;p14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3773;p14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14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3775;p14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3776;p14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3777;p14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3778;p14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3779;p14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0" name="Google Shape;3780;p14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3781;p14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3782;p14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3" name="Google Shape;3783;p14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14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14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786;p14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14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14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14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14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14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14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14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14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14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14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797;p14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798;p14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14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14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14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802;p14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803;p14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14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14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14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14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14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14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14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14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14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14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14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14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14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14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14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14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14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14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14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14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14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14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14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14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828;p14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3829;p14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14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14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14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14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14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14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14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14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14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14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14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14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14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14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14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14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14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847;p14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14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14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14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14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3852;p14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3853;p14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14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14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856;p14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14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3858;p14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9" name="Google Shape;3859;p14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0" name="Google Shape;3860;p14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1" name="Google Shape;3861;p14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3862;p14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14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14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14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14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14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3868;p14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869;p14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14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14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872;p14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873;p14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14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14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14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14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14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14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14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881;p14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14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14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84" name="Google Shape;3884;p14"/>
          <p:cNvSpPr/>
          <p:nvPr/>
        </p:nvSpPr>
        <p:spPr>
          <a:xfrm>
            <a:off x="1035751" y="97837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85" name="Google Shape;3885;p14"/>
          <p:cNvGrpSpPr/>
          <p:nvPr/>
        </p:nvGrpSpPr>
        <p:grpSpPr>
          <a:xfrm rot="6816081">
            <a:off x="8331018" y="3588702"/>
            <a:ext cx="1262451" cy="1167593"/>
            <a:chOff x="2580025" y="2675000"/>
            <a:chExt cx="483775" cy="447425"/>
          </a:xfrm>
        </p:grpSpPr>
        <p:sp>
          <p:nvSpPr>
            <p:cNvPr id="3886" name="Google Shape;3886;p14"/>
            <p:cNvSpPr/>
            <p:nvPr/>
          </p:nvSpPr>
          <p:spPr>
            <a:xfrm>
              <a:off x="2580025" y="2675000"/>
              <a:ext cx="483775" cy="447425"/>
            </a:xfrm>
            <a:custGeom>
              <a:avLst/>
              <a:gdLst/>
              <a:ahLst/>
              <a:cxnLst/>
              <a:rect l="l" t="t" r="r" b="b"/>
              <a:pathLst>
                <a:path w="19351" h="17897" extrusionOk="0">
                  <a:moveTo>
                    <a:pt x="13466" y="0"/>
                  </a:moveTo>
                  <a:cubicBezTo>
                    <a:pt x="13218" y="0"/>
                    <a:pt x="12968" y="82"/>
                    <a:pt x="12760" y="250"/>
                  </a:cubicBezTo>
                  <a:lnTo>
                    <a:pt x="11800" y="1047"/>
                  </a:lnTo>
                  <a:cubicBezTo>
                    <a:pt x="11024" y="1680"/>
                    <a:pt x="10912" y="2815"/>
                    <a:pt x="11545" y="3580"/>
                  </a:cubicBezTo>
                  <a:cubicBezTo>
                    <a:pt x="12178" y="4347"/>
                    <a:pt x="12066" y="5481"/>
                    <a:pt x="11300" y="6114"/>
                  </a:cubicBezTo>
                  <a:lnTo>
                    <a:pt x="6580" y="9986"/>
                  </a:lnTo>
                  <a:cubicBezTo>
                    <a:pt x="6246" y="10262"/>
                    <a:pt x="5842" y="10396"/>
                    <a:pt x="5439" y="10396"/>
                  </a:cubicBezTo>
                  <a:cubicBezTo>
                    <a:pt x="4917" y="10396"/>
                    <a:pt x="4398" y="10169"/>
                    <a:pt x="4046" y="9731"/>
                  </a:cubicBezTo>
                  <a:cubicBezTo>
                    <a:pt x="3689" y="9299"/>
                    <a:pt x="3173" y="9075"/>
                    <a:pt x="2651" y="9075"/>
                  </a:cubicBezTo>
                  <a:cubicBezTo>
                    <a:pt x="2248" y="9075"/>
                    <a:pt x="1841" y="9209"/>
                    <a:pt x="1502" y="9485"/>
                  </a:cubicBezTo>
                  <a:lnTo>
                    <a:pt x="542" y="10272"/>
                  </a:lnTo>
                  <a:cubicBezTo>
                    <a:pt x="62" y="10661"/>
                    <a:pt x="1" y="11365"/>
                    <a:pt x="389" y="11846"/>
                  </a:cubicBezTo>
                  <a:lnTo>
                    <a:pt x="5016" y="17485"/>
                  </a:lnTo>
                  <a:cubicBezTo>
                    <a:pt x="5235" y="17756"/>
                    <a:pt x="5555" y="17896"/>
                    <a:pt x="5878" y="17896"/>
                  </a:cubicBezTo>
                  <a:cubicBezTo>
                    <a:pt x="6128" y="17896"/>
                    <a:pt x="6380" y="17812"/>
                    <a:pt x="6590" y="17638"/>
                  </a:cubicBezTo>
                  <a:lnTo>
                    <a:pt x="7550" y="16852"/>
                  </a:lnTo>
                  <a:cubicBezTo>
                    <a:pt x="8317" y="16218"/>
                    <a:pt x="8429" y="15084"/>
                    <a:pt x="7795" y="14318"/>
                  </a:cubicBezTo>
                  <a:cubicBezTo>
                    <a:pt x="7172" y="13542"/>
                    <a:pt x="7284" y="12407"/>
                    <a:pt x="8051" y="11784"/>
                  </a:cubicBezTo>
                  <a:lnTo>
                    <a:pt x="12771" y="7912"/>
                  </a:lnTo>
                  <a:cubicBezTo>
                    <a:pt x="13105" y="7636"/>
                    <a:pt x="13509" y="7501"/>
                    <a:pt x="13912" y="7501"/>
                  </a:cubicBezTo>
                  <a:cubicBezTo>
                    <a:pt x="14431" y="7501"/>
                    <a:pt x="14948" y="7726"/>
                    <a:pt x="15305" y="8157"/>
                  </a:cubicBezTo>
                  <a:cubicBezTo>
                    <a:pt x="15663" y="8596"/>
                    <a:pt x="16180" y="8823"/>
                    <a:pt x="16701" y="8823"/>
                  </a:cubicBezTo>
                  <a:cubicBezTo>
                    <a:pt x="17102" y="8823"/>
                    <a:pt x="17505" y="8689"/>
                    <a:pt x="17838" y="8413"/>
                  </a:cubicBezTo>
                  <a:lnTo>
                    <a:pt x="18799" y="7626"/>
                  </a:lnTo>
                  <a:cubicBezTo>
                    <a:pt x="19278" y="7228"/>
                    <a:pt x="19350" y="6523"/>
                    <a:pt x="18962" y="6053"/>
                  </a:cubicBezTo>
                  <a:lnTo>
                    <a:pt x="14334" y="413"/>
                  </a:lnTo>
                  <a:cubicBezTo>
                    <a:pt x="14113" y="141"/>
                    <a:pt x="13791" y="0"/>
                    <a:pt x="134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14"/>
            <p:cNvSpPr/>
            <p:nvPr/>
          </p:nvSpPr>
          <p:spPr>
            <a:xfrm>
              <a:off x="2873475" y="2708825"/>
              <a:ext cx="147150" cy="169425"/>
            </a:xfrm>
            <a:custGeom>
              <a:avLst/>
              <a:gdLst/>
              <a:ahLst/>
              <a:cxnLst/>
              <a:rect l="l" t="t" r="r" b="b"/>
              <a:pathLst>
                <a:path w="5886" h="6777" extrusionOk="0">
                  <a:moveTo>
                    <a:pt x="583" y="0"/>
                  </a:moveTo>
                  <a:lnTo>
                    <a:pt x="583" y="0"/>
                  </a:lnTo>
                  <a:cubicBezTo>
                    <a:pt x="471" y="174"/>
                    <a:pt x="348" y="338"/>
                    <a:pt x="246" y="531"/>
                  </a:cubicBezTo>
                  <a:cubicBezTo>
                    <a:pt x="144" y="715"/>
                    <a:pt x="82" y="920"/>
                    <a:pt x="52" y="1135"/>
                  </a:cubicBezTo>
                  <a:cubicBezTo>
                    <a:pt x="1" y="1564"/>
                    <a:pt x="113" y="2003"/>
                    <a:pt x="338" y="2370"/>
                  </a:cubicBezTo>
                  <a:cubicBezTo>
                    <a:pt x="461" y="2565"/>
                    <a:pt x="593" y="2718"/>
                    <a:pt x="726" y="2881"/>
                  </a:cubicBezTo>
                  <a:lnTo>
                    <a:pt x="1115" y="3362"/>
                  </a:lnTo>
                  <a:lnTo>
                    <a:pt x="1901" y="4332"/>
                  </a:lnTo>
                  <a:lnTo>
                    <a:pt x="2698" y="5292"/>
                  </a:lnTo>
                  <a:lnTo>
                    <a:pt x="3097" y="5773"/>
                  </a:lnTo>
                  <a:cubicBezTo>
                    <a:pt x="3229" y="5936"/>
                    <a:pt x="3352" y="6100"/>
                    <a:pt x="3515" y="6253"/>
                  </a:cubicBezTo>
                  <a:cubicBezTo>
                    <a:pt x="3832" y="6549"/>
                    <a:pt x="4241" y="6733"/>
                    <a:pt x="4670" y="6774"/>
                  </a:cubicBezTo>
                  <a:cubicBezTo>
                    <a:pt x="4704" y="6776"/>
                    <a:pt x="4738" y="6776"/>
                    <a:pt x="4771" y="6776"/>
                  </a:cubicBezTo>
                  <a:cubicBezTo>
                    <a:pt x="4952" y="6776"/>
                    <a:pt x="5131" y="6754"/>
                    <a:pt x="5303" y="6702"/>
                  </a:cubicBezTo>
                  <a:cubicBezTo>
                    <a:pt x="5508" y="6641"/>
                    <a:pt x="5692" y="6549"/>
                    <a:pt x="5885" y="6477"/>
                  </a:cubicBezTo>
                  <a:lnTo>
                    <a:pt x="5885" y="6477"/>
                  </a:lnTo>
                  <a:cubicBezTo>
                    <a:pt x="5692" y="6529"/>
                    <a:pt x="5487" y="6600"/>
                    <a:pt x="5293" y="6651"/>
                  </a:cubicBezTo>
                  <a:cubicBezTo>
                    <a:pt x="5169" y="6676"/>
                    <a:pt x="5046" y="6690"/>
                    <a:pt x="4922" y="6690"/>
                  </a:cubicBezTo>
                  <a:cubicBezTo>
                    <a:pt x="4841" y="6690"/>
                    <a:pt x="4760" y="6684"/>
                    <a:pt x="4680" y="6672"/>
                  </a:cubicBezTo>
                  <a:cubicBezTo>
                    <a:pt x="4282" y="6620"/>
                    <a:pt x="3903" y="6416"/>
                    <a:pt x="3628" y="6130"/>
                  </a:cubicBezTo>
                  <a:cubicBezTo>
                    <a:pt x="3106" y="5507"/>
                    <a:pt x="2586" y="4843"/>
                    <a:pt x="2064" y="4200"/>
                  </a:cubicBezTo>
                  <a:cubicBezTo>
                    <a:pt x="1533" y="3566"/>
                    <a:pt x="981" y="2922"/>
                    <a:pt x="481" y="2279"/>
                  </a:cubicBezTo>
                  <a:cubicBezTo>
                    <a:pt x="257" y="1952"/>
                    <a:pt x="134" y="1553"/>
                    <a:pt x="164" y="1144"/>
                  </a:cubicBezTo>
                  <a:cubicBezTo>
                    <a:pt x="175" y="940"/>
                    <a:pt x="216" y="736"/>
                    <a:pt x="297" y="552"/>
                  </a:cubicBezTo>
                  <a:cubicBezTo>
                    <a:pt x="379" y="368"/>
                    <a:pt x="491" y="184"/>
                    <a:pt x="5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14"/>
            <p:cNvSpPr/>
            <p:nvPr/>
          </p:nvSpPr>
          <p:spPr>
            <a:xfrm>
              <a:off x="2625225" y="2917325"/>
              <a:ext cx="147150" cy="169525"/>
            </a:xfrm>
            <a:custGeom>
              <a:avLst/>
              <a:gdLst/>
              <a:ahLst/>
              <a:cxnLst/>
              <a:rect l="l" t="t" r="r" b="b"/>
              <a:pathLst>
                <a:path w="5886" h="6781" extrusionOk="0">
                  <a:moveTo>
                    <a:pt x="1081" y="1"/>
                  </a:moveTo>
                  <a:cubicBezTo>
                    <a:pt x="912" y="1"/>
                    <a:pt x="745" y="30"/>
                    <a:pt x="583" y="78"/>
                  </a:cubicBezTo>
                  <a:cubicBezTo>
                    <a:pt x="379" y="140"/>
                    <a:pt x="195" y="232"/>
                    <a:pt x="0" y="303"/>
                  </a:cubicBezTo>
                  <a:cubicBezTo>
                    <a:pt x="205" y="253"/>
                    <a:pt x="399" y="181"/>
                    <a:pt x="593" y="130"/>
                  </a:cubicBezTo>
                  <a:cubicBezTo>
                    <a:pt x="717" y="105"/>
                    <a:pt x="841" y="92"/>
                    <a:pt x="965" y="92"/>
                  </a:cubicBezTo>
                  <a:cubicBezTo>
                    <a:pt x="1045" y="92"/>
                    <a:pt x="1126" y="97"/>
                    <a:pt x="1206" y="110"/>
                  </a:cubicBezTo>
                  <a:cubicBezTo>
                    <a:pt x="1605" y="160"/>
                    <a:pt x="1982" y="365"/>
                    <a:pt x="2259" y="651"/>
                  </a:cubicBezTo>
                  <a:cubicBezTo>
                    <a:pt x="2779" y="1274"/>
                    <a:pt x="3301" y="1938"/>
                    <a:pt x="3821" y="2582"/>
                  </a:cubicBezTo>
                  <a:cubicBezTo>
                    <a:pt x="4353" y="3215"/>
                    <a:pt x="4904" y="3858"/>
                    <a:pt x="5415" y="4492"/>
                  </a:cubicBezTo>
                  <a:cubicBezTo>
                    <a:pt x="5640" y="4819"/>
                    <a:pt x="5753" y="5227"/>
                    <a:pt x="5732" y="5636"/>
                  </a:cubicBezTo>
                  <a:cubicBezTo>
                    <a:pt x="5722" y="5840"/>
                    <a:pt x="5671" y="6035"/>
                    <a:pt x="5589" y="6229"/>
                  </a:cubicBezTo>
                  <a:cubicBezTo>
                    <a:pt x="5507" y="6413"/>
                    <a:pt x="5395" y="6596"/>
                    <a:pt x="5303" y="6780"/>
                  </a:cubicBezTo>
                  <a:cubicBezTo>
                    <a:pt x="5415" y="6596"/>
                    <a:pt x="5538" y="6433"/>
                    <a:pt x="5640" y="6249"/>
                  </a:cubicBezTo>
                  <a:cubicBezTo>
                    <a:pt x="5742" y="6065"/>
                    <a:pt x="5803" y="5861"/>
                    <a:pt x="5834" y="5647"/>
                  </a:cubicBezTo>
                  <a:cubicBezTo>
                    <a:pt x="5885" y="5218"/>
                    <a:pt x="5773" y="4778"/>
                    <a:pt x="5548" y="4410"/>
                  </a:cubicBezTo>
                  <a:cubicBezTo>
                    <a:pt x="5436" y="4216"/>
                    <a:pt x="5293" y="4063"/>
                    <a:pt x="5170" y="3899"/>
                  </a:cubicBezTo>
                  <a:lnTo>
                    <a:pt x="4772" y="3420"/>
                  </a:lnTo>
                  <a:lnTo>
                    <a:pt x="3995" y="2439"/>
                  </a:lnTo>
                  <a:lnTo>
                    <a:pt x="3188" y="1479"/>
                  </a:lnTo>
                  <a:lnTo>
                    <a:pt x="2790" y="1009"/>
                  </a:lnTo>
                  <a:cubicBezTo>
                    <a:pt x="2657" y="845"/>
                    <a:pt x="2534" y="682"/>
                    <a:pt x="2371" y="528"/>
                  </a:cubicBezTo>
                  <a:cubicBezTo>
                    <a:pt x="2054" y="232"/>
                    <a:pt x="1646" y="38"/>
                    <a:pt x="1217" y="7"/>
                  </a:cubicBezTo>
                  <a:cubicBezTo>
                    <a:pt x="1171" y="3"/>
                    <a:pt x="1126" y="1"/>
                    <a:pt x="10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BLANK_1_1_1_1_1_1_1_1_1">
    <p:spTree>
      <p:nvGrpSpPr>
        <p:cNvPr id="1" name="Shape 4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0" name="Google Shape;4250;p16"/>
          <p:cNvSpPr/>
          <p:nvPr/>
        </p:nvSpPr>
        <p:spPr>
          <a:xfrm rot="-5400000">
            <a:off x="7895040" y="3064358"/>
            <a:ext cx="2314564" cy="1996127"/>
          </a:xfrm>
          <a:custGeom>
            <a:avLst/>
            <a:gdLst/>
            <a:ahLst/>
            <a:cxnLst/>
            <a:rect l="l" t="t" r="r" b="b"/>
            <a:pathLst>
              <a:path w="11586" h="9992" extrusionOk="0">
                <a:moveTo>
                  <a:pt x="1" y="0"/>
                </a:moveTo>
                <a:lnTo>
                  <a:pt x="1" y="9992"/>
                </a:lnTo>
                <a:lnTo>
                  <a:pt x="10492" y="9992"/>
                </a:lnTo>
                <a:cubicBezTo>
                  <a:pt x="11320" y="8551"/>
                  <a:pt x="11586" y="6620"/>
                  <a:pt x="11167" y="5272"/>
                </a:cubicBezTo>
                <a:cubicBezTo>
                  <a:pt x="10176" y="2053"/>
                  <a:pt x="6825" y="2411"/>
                  <a:pt x="4107" y="2155"/>
                </a:cubicBezTo>
                <a:cubicBezTo>
                  <a:pt x="2135" y="1962"/>
                  <a:pt x="818" y="1165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1" name="Google Shape;4251;p16"/>
          <p:cNvSpPr/>
          <p:nvPr/>
        </p:nvSpPr>
        <p:spPr>
          <a:xfrm rot="5400000">
            <a:off x="-1070840" y="3173188"/>
            <a:ext cx="2422050" cy="1671029"/>
          </a:xfrm>
          <a:custGeom>
            <a:avLst/>
            <a:gdLst/>
            <a:ahLst/>
            <a:cxnLst/>
            <a:rect l="l" t="t" r="r" b="b"/>
            <a:pathLst>
              <a:path w="11218" h="11924" extrusionOk="0">
                <a:moveTo>
                  <a:pt x="11218" y="1"/>
                </a:moveTo>
                <a:cubicBezTo>
                  <a:pt x="10870" y="389"/>
                  <a:pt x="10472" y="736"/>
                  <a:pt x="10053" y="1043"/>
                </a:cubicBezTo>
                <a:cubicBezTo>
                  <a:pt x="8194" y="2423"/>
                  <a:pt x="5957" y="3036"/>
                  <a:pt x="4005" y="4271"/>
                </a:cubicBezTo>
                <a:cubicBezTo>
                  <a:pt x="1655" y="5774"/>
                  <a:pt x="0" y="8164"/>
                  <a:pt x="11" y="11035"/>
                </a:cubicBezTo>
                <a:cubicBezTo>
                  <a:pt x="11" y="11188"/>
                  <a:pt x="11" y="11525"/>
                  <a:pt x="31" y="11924"/>
                </a:cubicBezTo>
                <a:lnTo>
                  <a:pt x="11218" y="11924"/>
                </a:lnTo>
                <a:lnTo>
                  <a:pt x="11218" y="1063"/>
                </a:lnTo>
                <a:lnTo>
                  <a:pt x="1121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2" name="Google Shape;4252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53" name="Google Shape;4253;p16"/>
          <p:cNvSpPr/>
          <p:nvPr/>
        </p:nvSpPr>
        <p:spPr>
          <a:xfrm>
            <a:off x="3477785" y="4693961"/>
            <a:ext cx="922194" cy="913197"/>
          </a:xfrm>
          <a:custGeom>
            <a:avLst/>
            <a:gdLst/>
            <a:ahLst/>
            <a:cxnLst/>
            <a:rect l="l" t="t" r="r" b="b"/>
            <a:pathLst>
              <a:path w="12342" h="12222" extrusionOk="0">
                <a:moveTo>
                  <a:pt x="6166" y="3107"/>
                </a:moveTo>
                <a:cubicBezTo>
                  <a:pt x="6185" y="3107"/>
                  <a:pt x="6203" y="3107"/>
                  <a:pt x="6222" y="3107"/>
                </a:cubicBezTo>
                <a:cubicBezTo>
                  <a:pt x="7888" y="3138"/>
                  <a:pt x="9205" y="4507"/>
                  <a:pt x="9175" y="6162"/>
                </a:cubicBezTo>
                <a:cubicBezTo>
                  <a:pt x="9144" y="7808"/>
                  <a:pt x="7806" y="9115"/>
                  <a:pt x="6177" y="9115"/>
                </a:cubicBezTo>
                <a:cubicBezTo>
                  <a:pt x="6158" y="9115"/>
                  <a:pt x="6139" y="9115"/>
                  <a:pt x="6120" y="9114"/>
                </a:cubicBezTo>
                <a:cubicBezTo>
                  <a:pt x="4455" y="9084"/>
                  <a:pt x="3137" y="7715"/>
                  <a:pt x="3168" y="6060"/>
                </a:cubicBezTo>
                <a:cubicBezTo>
                  <a:pt x="3198" y="4413"/>
                  <a:pt x="4536" y="3107"/>
                  <a:pt x="6166" y="3107"/>
                </a:cubicBezTo>
                <a:close/>
                <a:moveTo>
                  <a:pt x="6160" y="0"/>
                </a:moveTo>
                <a:cubicBezTo>
                  <a:pt x="2840" y="0"/>
                  <a:pt x="123" y="2665"/>
                  <a:pt x="62" y="6009"/>
                </a:cubicBezTo>
                <a:cubicBezTo>
                  <a:pt x="1" y="9380"/>
                  <a:pt x="2698" y="12159"/>
                  <a:pt x="6069" y="12220"/>
                </a:cubicBezTo>
                <a:cubicBezTo>
                  <a:pt x="6107" y="12221"/>
                  <a:pt x="6144" y="12221"/>
                  <a:pt x="6182" y="12221"/>
                </a:cubicBezTo>
                <a:cubicBezTo>
                  <a:pt x="9502" y="12221"/>
                  <a:pt x="12220" y="9547"/>
                  <a:pt x="12281" y="6213"/>
                </a:cubicBezTo>
                <a:cubicBezTo>
                  <a:pt x="12342" y="2842"/>
                  <a:pt x="9655" y="63"/>
                  <a:pt x="6273" y="1"/>
                </a:cubicBezTo>
                <a:cubicBezTo>
                  <a:pt x="6236" y="1"/>
                  <a:pt x="6198" y="0"/>
                  <a:pt x="61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4" name="Google Shape;4254;p16"/>
          <p:cNvSpPr/>
          <p:nvPr/>
        </p:nvSpPr>
        <p:spPr>
          <a:xfrm>
            <a:off x="1423875" y="4680193"/>
            <a:ext cx="2053902" cy="2035379"/>
          </a:xfrm>
          <a:custGeom>
            <a:avLst/>
            <a:gdLst/>
            <a:ahLst/>
            <a:cxnLst/>
            <a:rect l="l" t="t" r="r" b="b"/>
            <a:pathLst>
              <a:path w="13466" h="13345" extrusionOk="0">
                <a:moveTo>
                  <a:pt x="6730" y="1257"/>
                </a:moveTo>
                <a:cubicBezTo>
                  <a:pt x="6762" y="1257"/>
                  <a:pt x="6793" y="1258"/>
                  <a:pt x="6825" y="1258"/>
                </a:cubicBezTo>
                <a:cubicBezTo>
                  <a:pt x="9818" y="1309"/>
                  <a:pt x="12199" y="3771"/>
                  <a:pt x="12147" y="6775"/>
                </a:cubicBezTo>
                <a:cubicBezTo>
                  <a:pt x="12097" y="9736"/>
                  <a:pt x="9686" y="12098"/>
                  <a:pt x="6737" y="12098"/>
                </a:cubicBezTo>
                <a:cubicBezTo>
                  <a:pt x="6705" y="12098"/>
                  <a:pt x="6673" y="12098"/>
                  <a:pt x="6641" y="12097"/>
                </a:cubicBezTo>
                <a:cubicBezTo>
                  <a:pt x="3647" y="12047"/>
                  <a:pt x="1257" y="9574"/>
                  <a:pt x="1308" y="6580"/>
                </a:cubicBezTo>
                <a:cubicBezTo>
                  <a:pt x="1359" y="3619"/>
                  <a:pt x="3779" y="1257"/>
                  <a:pt x="6730" y="1257"/>
                </a:cubicBezTo>
                <a:close/>
                <a:moveTo>
                  <a:pt x="6732" y="0"/>
                </a:moveTo>
                <a:cubicBezTo>
                  <a:pt x="3095" y="0"/>
                  <a:pt x="123" y="2920"/>
                  <a:pt x="62" y="6560"/>
                </a:cubicBezTo>
                <a:cubicBezTo>
                  <a:pt x="1" y="10248"/>
                  <a:pt x="2932" y="13282"/>
                  <a:pt x="6621" y="13344"/>
                </a:cubicBezTo>
                <a:cubicBezTo>
                  <a:pt x="6665" y="13344"/>
                  <a:pt x="6709" y="13345"/>
                  <a:pt x="6753" y="13345"/>
                </a:cubicBezTo>
                <a:cubicBezTo>
                  <a:pt x="10371" y="13345"/>
                  <a:pt x="13333" y="10429"/>
                  <a:pt x="13404" y="6795"/>
                </a:cubicBezTo>
                <a:cubicBezTo>
                  <a:pt x="13466" y="3107"/>
                  <a:pt x="10533" y="73"/>
                  <a:pt x="6846" y="1"/>
                </a:cubicBezTo>
                <a:cubicBezTo>
                  <a:pt x="6808" y="0"/>
                  <a:pt x="6770" y="0"/>
                  <a:pt x="67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5" name="Google Shape;4255;p16"/>
          <p:cNvSpPr/>
          <p:nvPr/>
        </p:nvSpPr>
        <p:spPr>
          <a:xfrm>
            <a:off x="5529620" y="4693943"/>
            <a:ext cx="1281912" cy="1162406"/>
          </a:xfrm>
          <a:custGeom>
            <a:avLst/>
            <a:gdLst/>
            <a:ahLst/>
            <a:cxnLst/>
            <a:rect l="l" t="t" r="r" b="b"/>
            <a:pathLst>
              <a:path w="10452" h="9478" extrusionOk="0">
                <a:moveTo>
                  <a:pt x="5225" y="0"/>
                </a:moveTo>
                <a:cubicBezTo>
                  <a:pt x="4038" y="0"/>
                  <a:pt x="2851" y="443"/>
                  <a:pt x="1932" y="1332"/>
                </a:cubicBezTo>
                <a:cubicBezTo>
                  <a:pt x="52" y="3150"/>
                  <a:pt x="0" y="6154"/>
                  <a:pt x="1819" y="8034"/>
                </a:cubicBezTo>
                <a:cubicBezTo>
                  <a:pt x="2748" y="8994"/>
                  <a:pt x="3985" y="9477"/>
                  <a:pt x="5224" y="9477"/>
                </a:cubicBezTo>
                <a:cubicBezTo>
                  <a:pt x="6409" y="9477"/>
                  <a:pt x="7597" y="9035"/>
                  <a:pt x="8521" y="8146"/>
                </a:cubicBezTo>
                <a:cubicBezTo>
                  <a:pt x="10400" y="6328"/>
                  <a:pt x="10452" y="3324"/>
                  <a:pt x="8633" y="1444"/>
                </a:cubicBezTo>
                <a:cubicBezTo>
                  <a:pt x="7704" y="484"/>
                  <a:pt x="6465" y="0"/>
                  <a:pt x="52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6" name="Google Shape;4256;p16"/>
          <p:cNvSpPr/>
          <p:nvPr/>
        </p:nvSpPr>
        <p:spPr>
          <a:xfrm>
            <a:off x="1024901" y="4693962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57" name="Google Shape;4257;p16"/>
          <p:cNvGrpSpPr/>
          <p:nvPr/>
        </p:nvGrpSpPr>
        <p:grpSpPr>
          <a:xfrm>
            <a:off x="6536707" y="4693940"/>
            <a:ext cx="1517538" cy="1495345"/>
            <a:chOff x="-1517525" y="-541175"/>
            <a:chExt cx="1096725" cy="1080686"/>
          </a:xfrm>
        </p:grpSpPr>
        <p:sp>
          <p:nvSpPr>
            <p:cNvPr id="4258" name="Google Shape;4258;p16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16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16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16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16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16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16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16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16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16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4268;p16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4269;p16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0" name="Google Shape;4270;p16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1" name="Google Shape;4271;p16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16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16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16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16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16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16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16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16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16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16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16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16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16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4285;p16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4286;p16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7" name="Google Shape;4287;p16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8" name="Google Shape;4288;p16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9" name="Google Shape;4289;p16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0" name="Google Shape;4290;p16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1" name="Google Shape;4291;p16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4292;p16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16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16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16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16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16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16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16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16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16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16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16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16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16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16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16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16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16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16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1" name="Google Shape;4311;p16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4312;p16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16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16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16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16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16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16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16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16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16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16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16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16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16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16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16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8" name="Google Shape;4328;p16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4329;p16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16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4331;p16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4332;p16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16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4334;p16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4335;p16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16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16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16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16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16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16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16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16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16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16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16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16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16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16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16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16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16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16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16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16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16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16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16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16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16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16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16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16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16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16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16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16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16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16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16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16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16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16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16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16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4376;p16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16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16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16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16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16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16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16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16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16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16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16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16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16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16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16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16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16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16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16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16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16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16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16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16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16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16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16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16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16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16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16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16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16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16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16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16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16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16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16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16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16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16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16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16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16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16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16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16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16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16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16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16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16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16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16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16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16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16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16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16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16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16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16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16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1" name="Google Shape;4441;p16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2" name="Google Shape;4442;p16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3" name="Google Shape;4443;p16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4" name="Google Shape;4444;p16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5" name="Google Shape;4445;p16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6" name="Google Shape;4446;p16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7" name="Google Shape;4447;p16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8" name="Google Shape;4448;p16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9" name="Google Shape;4449;p16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0" name="Google Shape;4450;p16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1" name="Google Shape;4451;p16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2" name="Google Shape;4452;p16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3" name="Google Shape;4453;p16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4" name="Google Shape;4454;p16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5" name="Google Shape;4455;p16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6" name="Google Shape;4456;p16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7" name="Google Shape;4457;p16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8" name="Google Shape;4458;p16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9" name="Google Shape;4459;p16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0" name="Google Shape;4460;p16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1" name="Google Shape;4461;p16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2" name="Google Shape;4462;p16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3" name="Google Shape;4463;p16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4" name="Google Shape;4464;p16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5" name="Google Shape;4465;p16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4466;p16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7" name="Google Shape;4467;p16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8" name="Google Shape;4468;p16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9" name="Google Shape;4469;p16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0" name="Google Shape;4470;p16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1" name="Google Shape;4471;p16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2" name="Google Shape;4472;p16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3" name="Google Shape;4473;p16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4" name="Google Shape;4474;p16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5" name="Google Shape;4475;p16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6" name="Google Shape;4476;p16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7" name="Google Shape;4477;p16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4478;p16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4479;p16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0" name="Google Shape;4480;p16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4481;p16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2" name="Google Shape;4482;p16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3" name="Google Shape;4483;p16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4484;p16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5" name="Google Shape;4485;p16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6" name="Google Shape;4486;p16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4487;p16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4488;p16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9" name="Google Shape;4489;p16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4490;p16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16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16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16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16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16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16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16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16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16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16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16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16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16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16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16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16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16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16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16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16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16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16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16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16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16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16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16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16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16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16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16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16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16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16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16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16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16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16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16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16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16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16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16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16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16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16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16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16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16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16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16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16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16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16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16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16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16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16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16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16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16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16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16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16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16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16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16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16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16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16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16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16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16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16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16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16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16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16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16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16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16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4572;p16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3" name="Google Shape;4573;p16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4" name="Google Shape;4574;p16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4575;p16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576;p16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16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578;p16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4579;p16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580;p16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1" name="Google Shape;4581;p16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16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16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16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16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16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16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16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16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16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16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16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16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94" name="Google Shape;4594;p16"/>
          <p:cNvSpPr/>
          <p:nvPr/>
        </p:nvSpPr>
        <p:spPr>
          <a:xfrm>
            <a:off x="8625751" y="4693962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95" name="Google Shape;4595;p16"/>
          <p:cNvGrpSpPr/>
          <p:nvPr/>
        </p:nvGrpSpPr>
        <p:grpSpPr>
          <a:xfrm rot="3689747">
            <a:off x="-518548" y="3578672"/>
            <a:ext cx="1461695" cy="1185595"/>
            <a:chOff x="2065850" y="1921413"/>
            <a:chExt cx="489375" cy="396925"/>
          </a:xfrm>
        </p:grpSpPr>
        <p:sp>
          <p:nvSpPr>
            <p:cNvPr id="4596" name="Google Shape;4596;p16"/>
            <p:cNvSpPr/>
            <p:nvPr/>
          </p:nvSpPr>
          <p:spPr>
            <a:xfrm>
              <a:off x="2065850" y="1921413"/>
              <a:ext cx="276100" cy="234000"/>
            </a:xfrm>
            <a:custGeom>
              <a:avLst/>
              <a:gdLst/>
              <a:ahLst/>
              <a:cxnLst/>
              <a:rect l="l" t="t" r="r" b="b"/>
              <a:pathLst>
                <a:path w="11044" h="9360" extrusionOk="0">
                  <a:moveTo>
                    <a:pt x="3529" y="836"/>
                  </a:moveTo>
                  <a:cubicBezTo>
                    <a:pt x="3689" y="836"/>
                    <a:pt x="3842" y="853"/>
                    <a:pt x="3974" y="874"/>
                  </a:cubicBezTo>
                  <a:cubicBezTo>
                    <a:pt x="5333" y="1089"/>
                    <a:pt x="6539" y="2182"/>
                    <a:pt x="6927" y="3510"/>
                  </a:cubicBezTo>
                  <a:cubicBezTo>
                    <a:pt x="6426" y="3244"/>
                    <a:pt x="5926" y="2979"/>
                    <a:pt x="5435" y="2733"/>
                  </a:cubicBezTo>
                  <a:cubicBezTo>
                    <a:pt x="5057" y="2540"/>
                    <a:pt x="4618" y="2325"/>
                    <a:pt x="4158" y="2192"/>
                  </a:cubicBezTo>
                  <a:cubicBezTo>
                    <a:pt x="3783" y="2079"/>
                    <a:pt x="3409" y="2022"/>
                    <a:pt x="3046" y="2022"/>
                  </a:cubicBezTo>
                  <a:cubicBezTo>
                    <a:pt x="2757" y="2022"/>
                    <a:pt x="2475" y="2058"/>
                    <a:pt x="2207" y="2131"/>
                  </a:cubicBezTo>
                  <a:cubicBezTo>
                    <a:pt x="2166" y="2141"/>
                    <a:pt x="2135" y="2152"/>
                    <a:pt x="2094" y="2161"/>
                  </a:cubicBezTo>
                  <a:cubicBezTo>
                    <a:pt x="2135" y="1702"/>
                    <a:pt x="2330" y="1303"/>
                    <a:pt x="2646" y="1078"/>
                  </a:cubicBezTo>
                  <a:cubicBezTo>
                    <a:pt x="2911" y="893"/>
                    <a:pt x="3233" y="836"/>
                    <a:pt x="3529" y="836"/>
                  </a:cubicBezTo>
                  <a:close/>
                  <a:moveTo>
                    <a:pt x="3711" y="232"/>
                  </a:moveTo>
                  <a:cubicBezTo>
                    <a:pt x="3980" y="232"/>
                    <a:pt x="4269" y="265"/>
                    <a:pt x="4577" y="333"/>
                  </a:cubicBezTo>
                  <a:cubicBezTo>
                    <a:pt x="5721" y="599"/>
                    <a:pt x="6753" y="1262"/>
                    <a:pt x="7417" y="2161"/>
                  </a:cubicBezTo>
                  <a:cubicBezTo>
                    <a:pt x="7867" y="2765"/>
                    <a:pt x="8153" y="3500"/>
                    <a:pt x="8224" y="4236"/>
                  </a:cubicBezTo>
                  <a:cubicBezTo>
                    <a:pt x="7877" y="4031"/>
                    <a:pt x="7540" y="3847"/>
                    <a:pt x="7202" y="3664"/>
                  </a:cubicBezTo>
                  <a:cubicBezTo>
                    <a:pt x="6855" y="2131"/>
                    <a:pt x="5547" y="895"/>
                    <a:pt x="4005" y="649"/>
                  </a:cubicBezTo>
                  <a:cubicBezTo>
                    <a:pt x="3865" y="626"/>
                    <a:pt x="3705" y="609"/>
                    <a:pt x="3536" y="609"/>
                  </a:cubicBezTo>
                  <a:cubicBezTo>
                    <a:pt x="3199" y="609"/>
                    <a:pt x="2827" y="677"/>
                    <a:pt x="2513" y="895"/>
                  </a:cubicBezTo>
                  <a:cubicBezTo>
                    <a:pt x="2115" y="1171"/>
                    <a:pt x="1880" y="1671"/>
                    <a:pt x="1869" y="2243"/>
                  </a:cubicBezTo>
                  <a:cubicBezTo>
                    <a:pt x="1563" y="2366"/>
                    <a:pt x="1287" y="2529"/>
                    <a:pt x="1042" y="2733"/>
                  </a:cubicBezTo>
                  <a:cubicBezTo>
                    <a:pt x="1236" y="1712"/>
                    <a:pt x="1880" y="629"/>
                    <a:pt x="2993" y="322"/>
                  </a:cubicBezTo>
                  <a:cubicBezTo>
                    <a:pt x="3213" y="262"/>
                    <a:pt x="3453" y="232"/>
                    <a:pt x="3711" y="232"/>
                  </a:cubicBezTo>
                  <a:close/>
                  <a:moveTo>
                    <a:pt x="3056" y="2253"/>
                  </a:moveTo>
                  <a:cubicBezTo>
                    <a:pt x="3395" y="2253"/>
                    <a:pt x="3742" y="2305"/>
                    <a:pt x="4087" y="2407"/>
                  </a:cubicBezTo>
                  <a:cubicBezTo>
                    <a:pt x="4536" y="2540"/>
                    <a:pt x="4965" y="2754"/>
                    <a:pt x="5333" y="2938"/>
                  </a:cubicBezTo>
                  <a:cubicBezTo>
                    <a:pt x="5885" y="3214"/>
                    <a:pt x="6446" y="3510"/>
                    <a:pt x="6998" y="3816"/>
                  </a:cubicBezTo>
                  <a:cubicBezTo>
                    <a:pt x="7009" y="3827"/>
                    <a:pt x="7009" y="3847"/>
                    <a:pt x="7009" y="3857"/>
                  </a:cubicBezTo>
                  <a:cubicBezTo>
                    <a:pt x="7080" y="4266"/>
                    <a:pt x="7070" y="4603"/>
                    <a:pt x="6978" y="4899"/>
                  </a:cubicBezTo>
                  <a:cubicBezTo>
                    <a:pt x="6855" y="5308"/>
                    <a:pt x="6548" y="5655"/>
                    <a:pt x="6273" y="5932"/>
                  </a:cubicBezTo>
                  <a:cubicBezTo>
                    <a:pt x="6089" y="6115"/>
                    <a:pt x="5854" y="6340"/>
                    <a:pt x="5588" y="6504"/>
                  </a:cubicBezTo>
                  <a:cubicBezTo>
                    <a:pt x="5476" y="6575"/>
                    <a:pt x="5363" y="6636"/>
                    <a:pt x="5251" y="6688"/>
                  </a:cubicBezTo>
                  <a:cubicBezTo>
                    <a:pt x="4332" y="5932"/>
                    <a:pt x="3535" y="5083"/>
                    <a:pt x="2871" y="4174"/>
                  </a:cubicBezTo>
                  <a:cubicBezTo>
                    <a:pt x="2554" y="3725"/>
                    <a:pt x="2207" y="3194"/>
                    <a:pt x="2115" y="2590"/>
                  </a:cubicBezTo>
                  <a:cubicBezTo>
                    <a:pt x="2105" y="2529"/>
                    <a:pt x="2094" y="2468"/>
                    <a:pt x="2094" y="2407"/>
                  </a:cubicBezTo>
                  <a:cubicBezTo>
                    <a:pt x="2146" y="2386"/>
                    <a:pt x="2207" y="2366"/>
                    <a:pt x="2258" y="2356"/>
                  </a:cubicBezTo>
                  <a:cubicBezTo>
                    <a:pt x="2514" y="2287"/>
                    <a:pt x="2782" y="2253"/>
                    <a:pt x="3056" y="2253"/>
                  </a:cubicBezTo>
                  <a:close/>
                  <a:moveTo>
                    <a:pt x="1869" y="2488"/>
                  </a:moveTo>
                  <a:cubicBezTo>
                    <a:pt x="1880" y="2540"/>
                    <a:pt x="1880" y="2581"/>
                    <a:pt x="1890" y="2631"/>
                  </a:cubicBezTo>
                  <a:cubicBezTo>
                    <a:pt x="1992" y="3275"/>
                    <a:pt x="2350" y="3837"/>
                    <a:pt x="2687" y="4307"/>
                  </a:cubicBezTo>
                  <a:cubicBezTo>
                    <a:pt x="3341" y="5196"/>
                    <a:pt x="4117" y="6034"/>
                    <a:pt x="5006" y="6779"/>
                  </a:cubicBezTo>
                  <a:cubicBezTo>
                    <a:pt x="4738" y="6863"/>
                    <a:pt x="4455" y="6904"/>
                    <a:pt x="4169" y="6904"/>
                  </a:cubicBezTo>
                  <a:cubicBezTo>
                    <a:pt x="3476" y="6904"/>
                    <a:pt x="2770" y="6663"/>
                    <a:pt x="2227" y="6207"/>
                  </a:cubicBezTo>
                  <a:cubicBezTo>
                    <a:pt x="1369" y="5502"/>
                    <a:pt x="909" y="4307"/>
                    <a:pt x="1001" y="3091"/>
                  </a:cubicBezTo>
                  <a:cubicBezTo>
                    <a:pt x="1236" y="2836"/>
                    <a:pt x="1533" y="2631"/>
                    <a:pt x="1869" y="2488"/>
                  </a:cubicBezTo>
                  <a:close/>
                  <a:moveTo>
                    <a:pt x="7254" y="3950"/>
                  </a:moveTo>
                  <a:cubicBezTo>
                    <a:pt x="7581" y="4134"/>
                    <a:pt x="7908" y="4317"/>
                    <a:pt x="8244" y="4511"/>
                  </a:cubicBezTo>
                  <a:cubicBezTo>
                    <a:pt x="8265" y="4808"/>
                    <a:pt x="8235" y="5114"/>
                    <a:pt x="8183" y="5410"/>
                  </a:cubicBezTo>
                  <a:cubicBezTo>
                    <a:pt x="7999" y="6340"/>
                    <a:pt x="7427" y="7188"/>
                    <a:pt x="6661" y="7709"/>
                  </a:cubicBezTo>
                  <a:cubicBezTo>
                    <a:pt x="6242" y="7444"/>
                    <a:pt x="5833" y="7147"/>
                    <a:pt x="5445" y="6840"/>
                  </a:cubicBezTo>
                  <a:cubicBezTo>
                    <a:pt x="5537" y="6800"/>
                    <a:pt x="5619" y="6749"/>
                    <a:pt x="5711" y="6697"/>
                  </a:cubicBezTo>
                  <a:cubicBezTo>
                    <a:pt x="5997" y="6513"/>
                    <a:pt x="6242" y="6279"/>
                    <a:pt x="6436" y="6095"/>
                  </a:cubicBezTo>
                  <a:cubicBezTo>
                    <a:pt x="6732" y="5789"/>
                    <a:pt x="7059" y="5421"/>
                    <a:pt x="7202" y="4971"/>
                  </a:cubicBezTo>
                  <a:cubicBezTo>
                    <a:pt x="7295" y="4675"/>
                    <a:pt x="7315" y="4338"/>
                    <a:pt x="7254" y="3950"/>
                  </a:cubicBezTo>
                  <a:close/>
                  <a:moveTo>
                    <a:pt x="756" y="3398"/>
                  </a:moveTo>
                  <a:cubicBezTo>
                    <a:pt x="756" y="4572"/>
                    <a:pt x="1247" y="5686"/>
                    <a:pt x="2084" y="6391"/>
                  </a:cubicBezTo>
                  <a:cubicBezTo>
                    <a:pt x="2668" y="6872"/>
                    <a:pt x="3423" y="7127"/>
                    <a:pt x="4163" y="7127"/>
                  </a:cubicBezTo>
                  <a:cubicBezTo>
                    <a:pt x="4523" y="7127"/>
                    <a:pt x="4879" y="7066"/>
                    <a:pt x="5211" y="6943"/>
                  </a:cubicBezTo>
                  <a:cubicBezTo>
                    <a:pt x="5599" y="7260"/>
                    <a:pt x="6017" y="7566"/>
                    <a:pt x="6446" y="7842"/>
                  </a:cubicBezTo>
                  <a:cubicBezTo>
                    <a:pt x="6355" y="7903"/>
                    <a:pt x="6253" y="7954"/>
                    <a:pt x="6140" y="7995"/>
                  </a:cubicBezTo>
                  <a:cubicBezTo>
                    <a:pt x="5686" y="8197"/>
                    <a:pt x="5172" y="8299"/>
                    <a:pt x="4634" y="8299"/>
                  </a:cubicBezTo>
                  <a:cubicBezTo>
                    <a:pt x="4082" y="8299"/>
                    <a:pt x="3506" y="8192"/>
                    <a:pt x="2942" y="7975"/>
                  </a:cubicBezTo>
                  <a:cubicBezTo>
                    <a:pt x="1941" y="7587"/>
                    <a:pt x="1144" y="6933"/>
                    <a:pt x="715" y="6136"/>
                  </a:cubicBezTo>
                  <a:cubicBezTo>
                    <a:pt x="388" y="5523"/>
                    <a:pt x="296" y="4808"/>
                    <a:pt x="439" y="4174"/>
                  </a:cubicBezTo>
                  <a:cubicBezTo>
                    <a:pt x="500" y="3898"/>
                    <a:pt x="603" y="3632"/>
                    <a:pt x="756" y="3398"/>
                  </a:cubicBezTo>
                  <a:close/>
                  <a:moveTo>
                    <a:pt x="3692" y="1"/>
                  </a:moveTo>
                  <a:cubicBezTo>
                    <a:pt x="3421" y="1"/>
                    <a:pt x="3168" y="34"/>
                    <a:pt x="2932" y="98"/>
                  </a:cubicBezTo>
                  <a:cubicBezTo>
                    <a:pt x="1635" y="465"/>
                    <a:pt x="920" y="1784"/>
                    <a:pt x="786" y="2928"/>
                  </a:cubicBezTo>
                  <a:lnTo>
                    <a:pt x="786" y="2958"/>
                  </a:lnTo>
                  <a:cubicBezTo>
                    <a:pt x="777" y="2969"/>
                    <a:pt x="777" y="2979"/>
                    <a:pt x="777" y="2989"/>
                  </a:cubicBezTo>
                  <a:cubicBezTo>
                    <a:pt x="705" y="3081"/>
                    <a:pt x="643" y="3163"/>
                    <a:pt x="593" y="3244"/>
                  </a:cubicBezTo>
                  <a:cubicBezTo>
                    <a:pt x="30" y="4062"/>
                    <a:pt x="0" y="5267"/>
                    <a:pt x="521" y="6238"/>
                  </a:cubicBezTo>
                  <a:cubicBezTo>
                    <a:pt x="970" y="7096"/>
                    <a:pt x="1798" y="7780"/>
                    <a:pt x="2861" y="8189"/>
                  </a:cubicBezTo>
                  <a:cubicBezTo>
                    <a:pt x="3450" y="8416"/>
                    <a:pt x="4057" y="8529"/>
                    <a:pt x="4639" y="8529"/>
                  </a:cubicBezTo>
                  <a:cubicBezTo>
                    <a:pt x="5208" y="8529"/>
                    <a:pt x="5752" y="8421"/>
                    <a:pt x="6232" y="8209"/>
                  </a:cubicBezTo>
                  <a:cubicBezTo>
                    <a:pt x="6385" y="8148"/>
                    <a:pt x="6528" y="8066"/>
                    <a:pt x="6661" y="7985"/>
                  </a:cubicBezTo>
                  <a:cubicBezTo>
                    <a:pt x="7479" y="8506"/>
                    <a:pt x="8367" y="8965"/>
                    <a:pt x="9307" y="9354"/>
                  </a:cubicBezTo>
                  <a:cubicBezTo>
                    <a:pt x="9318" y="9358"/>
                    <a:pt x="9329" y="9360"/>
                    <a:pt x="9341" y="9360"/>
                  </a:cubicBezTo>
                  <a:cubicBezTo>
                    <a:pt x="9386" y="9360"/>
                    <a:pt x="9434" y="9331"/>
                    <a:pt x="9450" y="9283"/>
                  </a:cubicBezTo>
                  <a:cubicBezTo>
                    <a:pt x="9481" y="9231"/>
                    <a:pt x="9450" y="9160"/>
                    <a:pt x="9389" y="9140"/>
                  </a:cubicBezTo>
                  <a:cubicBezTo>
                    <a:pt x="8500" y="8772"/>
                    <a:pt x="7652" y="8332"/>
                    <a:pt x="6866" y="7842"/>
                  </a:cubicBezTo>
                  <a:cubicBezTo>
                    <a:pt x="7642" y="7290"/>
                    <a:pt x="8203" y="6402"/>
                    <a:pt x="8408" y="5451"/>
                  </a:cubicBezTo>
                  <a:cubicBezTo>
                    <a:pt x="8459" y="5185"/>
                    <a:pt x="8480" y="4920"/>
                    <a:pt x="8480" y="4654"/>
                  </a:cubicBezTo>
                  <a:cubicBezTo>
                    <a:pt x="9256" y="5104"/>
                    <a:pt x="10053" y="5594"/>
                    <a:pt x="10860" y="6125"/>
                  </a:cubicBezTo>
                  <a:cubicBezTo>
                    <a:pt x="10879" y="6140"/>
                    <a:pt x="10900" y="6147"/>
                    <a:pt x="10922" y="6147"/>
                  </a:cubicBezTo>
                  <a:cubicBezTo>
                    <a:pt x="10959" y="6147"/>
                    <a:pt x="10997" y="6127"/>
                    <a:pt x="11023" y="6095"/>
                  </a:cubicBezTo>
                  <a:cubicBezTo>
                    <a:pt x="11023" y="6084"/>
                    <a:pt x="11034" y="6075"/>
                    <a:pt x="11034" y="6054"/>
                  </a:cubicBezTo>
                  <a:cubicBezTo>
                    <a:pt x="11044" y="6013"/>
                    <a:pt x="11034" y="5962"/>
                    <a:pt x="10993" y="5941"/>
                  </a:cubicBezTo>
                  <a:cubicBezTo>
                    <a:pt x="10135" y="5380"/>
                    <a:pt x="9286" y="4849"/>
                    <a:pt x="8469" y="4379"/>
                  </a:cubicBezTo>
                  <a:cubicBezTo>
                    <a:pt x="8418" y="3541"/>
                    <a:pt x="8112" y="2713"/>
                    <a:pt x="7601" y="2018"/>
                  </a:cubicBezTo>
                  <a:cubicBezTo>
                    <a:pt x="6906" y="1078"/>
                    <a:pt x="5823" y="384"/>
                    <a:pt x="4628" y="118"/>
                  </a:cubicBezTo>
                  <a:cubicBezTo>
                    <a:pt x="4295" y="39"/>
                    <a:pt x="3983" y="1"/>
                    <a:pt x="36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16"/>
            <p:cNvSpPr/>
            <p:nvPr/>
          </p:nvSpPr>
          <p:spPr>
            <a:xfrm>
              <a:off x="2336075" y="2061788"/>
              <a:ext cx="46500" cy="49300"/>
            </a:xfrm>
            <a:custGeom>
              <a:avLst/>
              <a:gdLst/>
              <a:ahLst/>
              <a:cxnLst/>
              <a:rect l="l" t="t" r="r" b="b"/>
              <a:pathLst>
                <a:path w="1860" h="1972" extrusionOk="0">
                  <a:moveTo>
                    <a:pt x="795" y="1"/>
                  </a:moveTo>
                  <a:cubicBezTo>
                    <a:pt x="700" y="1"/>
                    <a:pt x="607" y="19"/>
                    <a:pt x="521" y="61"/>
                  </a:cubicBezTo>
                  <a:cubicBezTo>
                    <a:pt x="337" y="133"/>
                    <a:pt x="204" y="296"/>
                    <a:pt x="123" y="480"/>
                  </a:cubicBezTo>
                  <a:cubicBezTo>
                    <a:pt x="41" y="633"/>
                    <a:pt x="0" y="817"/>
                    <a:pt x="10" y="991"/>
                  </a:cubicBezTo>
                  <a:cubicBezTo>
                    <a:pt x="20" y="1256"/>
                    <a:pt x="153" y="1502"/>
                    <a:pt x="357" y="1675"/>
                  </a:cubicBezTo>
                  <a:cubicBezTo>
                    <a:pt x="562" y="1849"/>
                    <a:pt x="817" y="1941"/>
                    <a:pt x="1083" y="1961"/>
                  </a:cubicBezTo>
                  <a:lnTo>
                    <a:pt x="1093" y="1972"/>
                  </a:lnTo>
                  <a:cubicBezTo>
                    <a:pt x="1349" y="1543"/>
                    <a:pt x="1604" y="1103"/>
                    <a:pt x="1859" y="674"/>
                  </a:cubicBezTo>
                  <a:cubicBezTo>
                    <a:pt x="1757" y="510"/>
                    <a:pt x="1614" y="367"/>
                    <a:pt x="1451" y="245"/>
                  </a:cubicBezTo>
                  <a:cubicBezTo>
                    <a:pt x="1263" y="108"/>
                    <a:pt x="1024" y="1"/>
                    <a:pt x="7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16"/>
            <p:cNvSpPr/>
            <p:nvPr/>
          </p:nvSpPr>
          <p:spPr>
            <a:xfrm>
              <a:off x="2359800" y="2073438"/>
              <a:ext cx="156350" cy="137000"/>
            </a:xfrm>
            <a:custGeom>
              <a:avLst/>
              <a:gdLst/>
              <a:ahLst/>
              <a:cxnLst/>
              <a:rect l="l" t="t" r="r" b="b"/>
              <a:pathLst>
                <a:path w="6254" h="5480" extrusionOk="0">
                  <a:moveTo>
                    <a:pt x="1116" y="1"/>
                  </a:moveTo>
                  <a:cubicBezTo>
                    <a:pt x="1109" y="1"/>
                    <a:pt x="1102" y="2"/>
                    <a:pt x="1094" y="3"/>
                  </a:cubicBezTo>
                  <a:cubicBezTo>
                    <a:pt x="1033" y="3"/>
                    <a:pt x="1002" y="55"/>
                    <a:pt x="982" y="96"/>
                  </a:cubicBezTo>
                  <a:cubicBezTo>
                    <a:pt x="951" y="137"/>
                    <a:pt x="931" y="177"/>
                    <a:pt x="910" y="208"/>
                  </a:cubicBezTo>
                  <a:cubicBezTo>
                    <a:pt x="655" y="637"/>
                    <a:pt x="400" y="1077"/>
                    <a:pt x="144" y="1506"/>
                  </a:cubicBezTo>
                  <a:lnTo>
                    <a:pt x="82" y="1597"/>
                  </a:lnTo>
                  <a:cubicBezTo>
                    <a:pt x="42" y="1669"/>
                    <a:pt x="1" y="1740"/>
                    <a:pt x="11" y="1822"/>
                  </a:cubicBezTo>
                  <a:cubicBezTo>
                    <a:pt x="21" y="1904"/>
                    <a:pt x="93" y="1965"/>
                    <a:pt x="164" y="2016"/>
                  </a:cubicBezTo>
                  <a:cubicBezTo>
                    <a:pt x="543" y="2333"/>
                    <a:pt x="951" y="2609"/>
                    <a:pt x="1339" y="2905"/>
                  </a:cubicBezTo>
                  <a:cubicBezTo>
                    <a:pt x="2504" y="3783"/>
                    <a:pt x="3689" y="4642"/>
                    <a:pt x="4884" y="5479"/>
                  </a:cubicBezTo>
                  <a:cubicBezTo>
                    <a:pt x="5354" y="4846"/>
                    <a:pt x="5804" y="4203"/>
                    <a:pt x="6223" y="3538"/>
                  </a:cubicBezTo>
                  <a:lnTo>
                    <a:pt x="6253" y="3477"/>
                  </a:lnTo>
                  <a:cubicBezTo>
                    <a:pt x="4609" y="2282"/>
                    <a:pt x="2923" y="1138"/>
                    <a:pt x="1206" y="34"/>
                  </a:cubicBezTo>
                  <a:cubicBezTo>
                    <a:pt x="1181" y="18"/>
                    <a:pt x="1149" y="1"/>
                    <a:pt x="1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16"/>
            <p:cNvSpPr/>
            <p:nvPr/>
          </p:nvSpPr>
          <p:spPr>
            <a:xfrm>
              <a:off x="2295200" y="2143513"/>
              <a:ext cx="46500" cy="49300"/>
            </a:xfrm>
            <a:custGeom>
              <a:avLst/>
              <a:gdLst/>
              <a:ahLst/>
              <a:cxnLst/>
              <a:rect l="l" t="t" r="r" b="b"/>
              <a:pathLst>
                <a:path w="1860" h="1972" extrusionOk="0">
                  <a:moveTo>
                    <a:pt x="799" y="1"/>
                  </a:moveTo>
                  <a:cubicBezTo>
                    <a:pt x="705" y="1"/>
                    <a:pt x="611" y="19"/>
                    <a:pt x="521" y="61"/>
                  </a:cubicBezTo>
                  <a:cubicBezTo>
                    <a:pt x="337" y="133"/>
                    <a:pt x="215" y="296"/>
                    <a:pt x="123" y="480"/>
                  </a:cubicBezTo>
                  <a:cubicBezTo>
                    <a:pt x="51" y="633"/>
                    <a:pt x="0" y="817"/>
                    <a:pt x="10" y="991"/>
                  </a:cubicBezTo>
                  <a:cubicBezTo>
                    <a:pt x="21" y="1257"/>
                    <a:pt x="164" y="1502"/>
                    <a:pt x="358" y="1675"/>
                  </a:cubicBezTo>
                  <a:cubicBezTo>
                    <a:pt x="562" y="1849"/>
                    <a:pt x="828" y="1941"/>
                    <a:pt x="1083" y="1961"/>
                  </a:cubicBezTo>
                  <a:lnTo>
                    <a:pt x="1093" y="1972"/>
                  </a:lnTo>
                  <a:cubicBezTo>
                    <a:pt x="1349" y="1543"/>
                    <a:pt x="1604" y="1103"/>
                    <a:pt x="1860" y="674"/>
                  </a:cubicBezTo>
                  <a:cubicBezTo>
                    <a:pt x="1758" y="511"/>
                    <a:pt x="1615" y="367"/>
                    <a:pt x="1451" y="245"/>
                  </a:cubicBezTo>
                  <a:cubicBezTo>
                    <a:pt x="1263" y="108"/>
                    <a:pt x="1029" y="1"/>
                    <a:pt x="7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16"/>
            <p:cNvSpPr/>
            <p:nvPr/>
          </p:nvSpPr>
          <p:spPr>
            <a:xfrm>
              <a:off x="2481900" y="2160338"/>
              <a:ext cx="44200" cy="57000"/>
            </a:xfrm>
            <a:custGeom>
              <a:avLst/>
              <a:gdLst/>
              <a:ahLst/>
              <a:cxnLst/>
              <a:rect l="l" t="t" r="r" b="b"/>
              <a:pathLst>
                <a:path w="1768" h="2280" extrusionOk="0">
                  <a:moveTo>
                    <a:pt x="1369" y="1"/>
                  </a:moveTo>
                  <a:lnTo>
                    <a:pt x="1339" y="62"/>
                  </a:lnTo>
                  <a:cubicBezTo>
                    <a:pt x="920" y="727"/>
                    <a:pt x="470" y="1370"/>
                    <a:pt x="0" y="2003"/>
                  </a:cubicBezTo>
                  <a:cubicBezTo>
                    <a:pt x="143" y="2096"/>
                    <a:pt x="276" y="2187"/>
                    <a:pt x="419" y="2280"/>
                  </a:cubicBezTo>
                  <a:cubicBezTo>
                    <a:pt x="899" y="1667"/>
                    <a:pt x="1349" y="1013"/>
                    <a:pt x="1748" y="328"/>
                  </a:cubicBezTo>
                  <a:lnTo>
                    <a:pt x="1768" y="298"/>
                  </a:lnTo>
                  <a:cubicBezTo>
                    <a:pt x="1635" y="195"/>
                    <a:pt x="1502" y="103"/>
                    <a:pt x="13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16"/>
            <p:cNvSpPr/>
            <p:nvPr/>
          </p:nvSpPr>
          <p:spPr>
            <a:xfrm>
              <a:off x="2492375" y="2167763"/>
              <a:ext cx="44975" cy="56475"/>
            </a:xfrm>
            <a:custGeom>
              <a:avLst/>
              <a:gdLst/>
              <a:ahLst/>
              <a:cxnLst/>
              <a:rect l="l" t="t" r="r" b="b"/>
              <a:pathLst>
                <a:path w="1799" h="2259" extrusionOk="0">
                  <a:moveTo>
                    <a:pt x="1349" y="1"/>
                  </a:moveTo>
                  <a:lnTo>
                    <a:pt x="1329" y="31"/>
                  </a:lnTo>
                  <a:cubicBezTo>
                    <a:pt x="930" y="716"/>
                    <a:pt x="480" y="1370"/>
                    <a:pt x="0" y="1983"/>
                  </a:cubicBezTo>
                  <a:lnTo>
                    <a:pt x="0" y="1992"/>
                  </a:lnTo>
                  <a:cubicBezTo>
                    <a:pt x="123" y="2074"/>
                    <a:pt x="255" y="2167"/>
                    <a:pt x="378" y="2258"/>
                  </a:cubicBezTo>
                  <a:lnTo>
                    <a:pt x="389" y="2238"/>
                  </a:lnTo>
                  <a:cubicBezTo>
                    <a:pt x="909" y="1656"/>
                    <a:pt x="1379" y="1032"/>
                    <a:pt x="1778" y="358"/>
                  </a:cubicBezTo>
                  <a:lnTo>
                    <a:pt x="1798" y="328"/>
                  </a:lnTo>
                  <a:cubicBezTo>
                    <a:pt x="1655" y="215"/>
                    <a:pt x="1502" y="113"/>
                    <a:pt x="13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16"/>
            <p:cNvSpPr/>
            <p:nvPr/>
          </p:nvSpPr>
          <p:spPr>
            <a:xfrm>
              <a:off x="2501800" y="2175938"/>
              <a:ext cx="53425" cy="60675"/>
            </a:xfrm>
            <a:custGeom>
              <a:avLst/>
              <a:gdLst/>
              <a:ahLst/>
              <a:cxnLst/>
              <a:rect l="l" t="t" r="r" b="b"/>
              <a:pathLst>
                <a:path w="2137" h="2427" extrusionOk="0">
                  <a:moveTo>
                    <a:pt x="1421" y="1"/>
                  </a:moveTo>
                  <a:lnTo>
                    <a:pt x="1401" y="31"/>
                  </a:lnTo>
                  <a:cubicBezTo>
                    <a:pt x="1002" y="705"/>
                    <a:pt x="532" y="1329"/>
                    <a:pt x="12" y="1911"/>
                  </a:cubicBezTo>
                  <a:lnTo>
                    <a:pt x="1" y="1931"/>
                  </a:lnTo>
                  <a:cubicBezTo>
                    <a:pt x="205" y="2064"/>
                    <a:pt x="400" y="2197"/>
                    <a:pt x="594" y="2330"/>
                  </a:cubicBezTo>
                  <a:cubicBezTo>
                    <a:pt x="645" y="2371"/>
                    <a:pt x="706" y="2412"/>
                    <a:pt x="768" y="2421"/>
                  </a:cubicBezTo>
                  <a:cubicBezTo>
                    <a:pt x="784" y="2425"/>
                    <a:pt x="800" y="2427"/>
                    <a:pt x="817" y="2427"/>
                  </a:cubicBezTo>
                  <a:cubicBezTo>
                    <a:pt x="941" y="2427"/>
                    <a:pt x="1056" y="2328"/>
                    <a:pt x="1156" y="2238"/>
                  </a:cubicBezTo>
                  <a:cubicBezTo>
                    <a:pt x="1533" y="1849"/>
                    <a:pt x="1851" y="1400"/>
                    <a:pt x="2075" y="900"/>
                  </a:cubicBezTo>
                  <a:cubicBezTo>
                    <a:pt x="2106" y="848"/>
                    <a:pt x="2126" y="787"/>
                    <a:pt x="2137" y="726"/>
                  </a:cubicBezTo>
                  <a:cubicBezTo>
                    <a:pt x="2137" y="552"/>
                    <a:pt x="1994" y="419"/>
                    <a:pt x="1860" y="327"/>
                  </a:cubicBezTo>
                  <a:cubicBezTo>
                    <a:pt x="1717" y="215"/>
                    <a:pt x="1574" y="113"/>
                    <a:pt x="14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4603;p16"/>
            <p:cNvSpPr/>
            <p:nvPr/>
          </p:nvSpPr>
          <p:spPr>
            <a:xfrm>
              <a:off x="2318950" y="2155188"/>
              <a:ext cx="156600" cy="136975"/>
            </a:xfrm>
            <a:custGeom>
              <a:avLst/>
              <a:gdLst/>
              <a:ahLst/>
              <a:cxnLst/>
              <a:rect l="l" t="t" r="r" b="b"/>
              <a:pathLst>
                <a:path w="6264" h="5479" extrusionOk="0">
                  <a:moveTo>
                    <a:pt x="1115" y="0"/>
                  </a:moveTo>
                  <a:cubicBezTo>
                    <a:pt x="1108" y="0"/>
                    <a:pt x="1101" y="1"/>
                    <a:pt x="1094" y="3"/>
                  </a:cubicBezTo>
                  <a:cubicBezTo>
                    <a:pt x="1042" y="3"/>
                    <a:pt x="1001" y="54"/>
                    <a:pt x="981" y="95"/>
                  </a:cubicBezTo>
                  <a:cubicBezTo>
                    <a:pt x="960" y="136"/>
                    <a:pt x="940" y="177"/>
                    <a:pt x="910" y="207"/>
                  </a:cubicBezTo>
                  <a:cubicBezTo>
                    <a:pt x="654" y="636"/>
                    <a:pt x="399" y="1076"/>
                    <a:pt x="143" y="1505"/>
                  </a:cubicBezTo>
                  <a:lnTo>
                    <a:pt x="82" y="1596"/>
                  </a:lnTo>
                  <a:cubicBezTo>
                    <a:pt x="41" y="1668"/>
                    <a:pt x="0" y="1739"/>
                    <a:pt x="11" y="1821"/>
                  </a:cubicBezTo>
                  <a:cubicBezTo>
                    <a:pt x="31" y="1903"/>
                    <a:pt x="102" y="1964"/>
                    <a:pt x="164" y="2025"/>
                  </a:cubicBezTo>
                  <a:cubicBezTo>
                    <a:pt x="542" y="2332"/>
                    <a:pt x="951" y="2608"/>
                    <a:pt x="1339" y="2904"/>
                  </a:cubicBezTo>
                  <a:cubicBezTo>
                    <a:pt x="2513" y="3773"/>
                    <a:pt x="3698" y="4641"/>
                    <a:pt x="4894" y="5479"/>
                  </a:cubicBezTo>
                  <a:cubicBezTo>
                    <a:pt x="5353" y="4845"/>
                    <a:pt x="5803" y="4202"/>
                    <a:pt x="6222" y="3537"/>
                  </a:cubicBezTo>
                  <a:lnTo>
                    <a:pt x="6263" y="3487"/>
                  </a:lnTo>
                  <a:cubicBezTo>
                    <a:pt x="4608" y="2281"/>
                    <a:pt x="2922" y="1137"/>
                    <a:pt x="1206" y="34"/>
                  </a:cubicBezTo>
                  <a:cubicBezTo>
                    <a:pt x="1181" y="17"/>
                    <a:pt x="1149" y="0"/>
                    <a:pt x="1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16"/>
            <p:cNvSpPr/>
            <p:nvPr/>
          </p:nvSpPr>
          <p:spPr>
            <a:xfrm>
              <a:off x="2441300" y="2242338"/>
              <a:ext cx="44200" cy="56975"/>
            </a:xfrm>
            <a:custGeom>
              <a:avLst/>
              <a:gdLst/>
              <a:ahLst/>
              <a:cxnLst/>
              <a:rect l="l" t="t" r="r" b="b"/>
              <a:pathLst>
                <a:path w="1768" h="2279" extrusionOk="0">
                  <a:moveTo>
                    <a:pt x="1369" y="1"/>
                  </a:moveTo>
                  <a:lnTo>
                    <a:pt x="1328" y="51"/>
                  </a:lnTo>
                  <a:cubicBezTo>
                    <a:pt x="909" y="716"/>
                    <a:pt x="459" y="1359"/>
                    <a:pt x="0" y="1993"/>
                  </a:cubicBezTo>
                  <a:cubicBezTo>
                    <a:pt x="133" y="2085"/>
                    <a:pt x="276" y="2187"/>
                    <a:pt x="409" y="2279"/>
                  </a:cubicBezTo>
                  <a:cubicBezTo>
                    <a:pt x="899" y="1656"/>
                    <a:pt x="1338" y="1002"/>
                    <a:pt x="1737" y="317"/>
                  </a:cubicBezTo>
                  <a:lnTo>
                    <a:pt x="1767" y="287"/>
                  </a:lnTo>
                  <a:cubicBezTo>
                    <a:pt x="1635" y="185"/>
                    <a:pt x="1502" y="92"/>
                    <a:pt x="13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16"/>
            <p:cNvSpPr/>
            <p:nvPr/>
          </p:nvSpPr>
          <p:spPr>
            <a:xfrm>
              <a:off x="2460950" y="2257663"/>
              <a:ext cx="53650" cy="60675"/>
            </a:xfrm>
            <a:custGeom>
              <a:avLst/>
              <a:gdLst/>
              <a:ahLst/>
              <a:cxnLst/>
              <a:rect l="l" t="t" r="r" b="b"/>
              <a:pathLst>
                <a:path w="2146" h="2427" extrusionOk="0">
                  <a:moveTo>
                    <a:pt x="1431" y="1"/>
                  </a:moveTo>
                  <a:lnTo>
                    <a:pt x="1410" y="31"/>
                  </a:lnTo>
                  <a:cubicBezTo>
                    <a:pt x="1002" y="705"/>
                    <a:pt x="532" y="1339"/>
                    <a:pt x="11" y="1921"/>
                  </a:cubicBezTo>
                  <a:lnTo>
                    <a:pt x="0" y="1931"/>
                  </a:lnTo>
                  <a:cubicBezTo>
                    <a:pt x="205" y="2064"/>
                    <a:pt x="399" y="2197"/>
                    <a:pt x="593" y="2340"/>
                  </a:cubicBezTo>
                  <a:cubicBezTo>
                    <a:pt x="654" y="2371"/>
                    <a:pt x="706" y="2412"/>
                    <a:pt x="767" y="2422"/>
                  </a:cubicBezTo>
                  <a:cubicBezTo>
                    <a:pt x="785" y="2425"/>
                    <a:pt x="802" y="2427"/>
                    <a:pt x="819" y="2427"/>
                  </a:cubicBezTo>
                  <a:cubicBezTo>
                    <a:pt x="950" y="2427"/>
                    <a:pt x="1065" y="2328"/>
                    <a:pt x="1155" y="2238"/>
                  </a:cubicBezTo>
                  <a:cubicBezTo>
                    <a:pt x="1533" y="1850"/>
                    <a:pt x="1850" y="1400"/>
                    <a:pt x="2075" y="900"/>
                  </a:cubicBezTo>
                  <a:cubicBezTo>
                    <a:pt x="2105" y="848"/>
                    <a:pt x="2136" y="787"/>
                    <a:pt x="2136" y="726"/>
                  </a:cubicBezTo>
                  <a:cubicBezTo>
                    <a:pt x="2146" y="552"/>
                    <a:pt x="1993" y="419"/>
                    <a:pt x="1860" y="328"/>
                  </a:cubicBezTo>
                  <a:cubicBezTo>
                    <a:pt x="1717" y="215"/>
                    <a:pt x="1574" y="113"/>
                    <a:pt x="14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16"/>
            <p:cNvSpPr/>
            <p:nvPr/>
          </p:nvSpPr>
          <p:spPr>
            <a:xfrm>
              <a:off x="2451500" y="2249488"/>
              <a:ext cx="45225" cy="56475"/>
            </a:xfrm>
            <a:custGeom>
              <a:avLst/>
              <a:gdLst/>
              <a:ahLst/>
              <a:cxnLst/>
              <a:rect l="l" t="t" r="r" b="b"/>
              <a:pathLst>
                <a:path w="1809" h="2259" extrusionOk="0">
                  <a:moveTo>
                    <a:pt x="1359" y="1"/>
                  </a:moveTo>
                  <a:lnTo>
                    <a:pt x="1329" y="31"/>
                  </a:lnTo>
                  <a:cubicBezTo>
                    <a:pt x="930" y="716"/>
                    <a:pt x="491" y="1370"/>
                    <a:pt x="1" y="1993"/>
                  </a:cubicBezTo>
                  <a:cubicBezTo>
                    <a:pt x="123" y="2085"/>
                    <a:pt x="256" y="2167"/>
                    <a:pt x="378" y="2258"/>
                  </a:cubicBezTo>
                  <a:lnTo>
                    <a:pt x="389" y="2248"/>
                  </a:lnTo>
                  <a:cubicBezTo>
                    <a:pt x="910" y="1666"/>
                    <a:pt x="1380" y="1032"/>
                    <a:pt x="1788" y="358"/>
                  </a:cubicBezTo>
                  <a:lnTo>
                    <a:pt x="1809" y="328"/>
                  </a:lnTo>
                  <a:cubicBezTo>
                    <a:pt x="1656" y="215"/>
                    <a:pt x="1502" y="113"/>
                    <a:pt x="13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_1">
    <p:spTree>
      <p:nvGrpSpPr>
        <p:cNvPr id="1" name="Shape 4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8" name="Google Shape;4958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959" name="Google Shape;4959;p18"/>
          <p:cNvSpPr txBox="1">
            <a:spLocks noGrp="1"/>
          </p:cNvSpPr>
          <p:nvPr>
            <p:ph type="body" idx="1"/>
          </p:nvPr>
        </p:nvSpPr>
        <p:spPr>
          <a:xfrm>
            <a:off x="720000" y="1546050"/>
            <a:ext cx="4547400" cy="205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B4E5"/>
              </a:buClr>
              <a:buSzPts val="1500"/>
              <a:buAutoNum type="arabicPeriod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/>
            </a:lvl9pPr>
          </a:lstStyle>
          <a:p>
            <a:endParaRPr/>
          </a:p>
        </p:txBody>
      </p:sp>
      <p:sp>
        <p:nvSpPr>
          <p:cNvPr id="4960" name="Google Shape;4960;p18"/>
          <p:cNvSpPr/>
          <p:nvPr/>
        </p:nvSpPr>
        <p:spPr>
          <a:xfrm rot="5400000">
            <a:off x="-209589" y="2602444"/>
            <a:ext cx="2711108" cy="2459219"/>
          </a:xfrm>
          <a:custGeom>
            <a:avLst/>
            <a:gdLst/>
            <a:ahLst/>
            <a:cxnLst/>
            <a:rect l="l" t="t" r="r" b="b"/>
            <a:pathLst>
              <a:path w="18268" h="16571" extrusionOk="0">
                <a:moveTo>
                  <a:pt x="18267" y="0"/>
                </a:moveTo>
                <a:cubicBezTo>
                  <a:pt x="17011" y="685"/>
                  <a:pt x="15979" y="1778"/>
                  <a:pt x="15438" y="3106"/>
                </a:cubicBezTo>
                <a:cubicBezTo>
                  <a:pt x="14743" y="4812"/>
                  <a:pt x="14896" y="6733"/>
                  <a:pt x="14937" y="8572"/>
                </a:cubicBezTo>
                <a:cubicBezTo>
                  <a:pt x="14937" y="9083"/>
                  <a:pt x="14937" y="9603"/>
                  <a:pt x="14773" y="10084"/>
                </a:cubicBezTo>
                <a:cubicBezTo>
                  <a:pt x="14318" y="11360"/>
                  <a:pt x="12827" y="11974"/>
                  <a:pt x="11468" y="11974"/>
                </a:cubicBezTo>
                <a:cubicBezTo>
                  <a:pt x="11456" y="11974"/>
                  <a:pt x="11444" y="11974"/>
                  <a:pt x="11433" y="11974"/>
                </a:cubicBezTo>
                <a:cubicBezTo>
                  <a:pt x="10074" y="11974"/>
                  <a:pt x="8746" y="11524"/>
                  <a:pt x="7387" y="11412"/>
                </a:cubicBezTo>
                <a:cubicBezTo>
                  <a:pt x="7166" y="11393"/>
                  <a:pt x="6944" y="11383"/>
                  <a:pt x="6721" y="11383"/>
                </a:cubicBezTo>
                <a:cubicBezTo>
                  <a:pt x="4806" y="11383"/>
                  <a:pt x="2877" y="12088"/>
                  <a:pt x="1512" y="13424"/>
                </a:cubicBezTo>
                <a:cubicBezTo>
                  <a:pt x="849" y="14078"/>
                  <a:pt x="327" y="14875"/>
                  <a:pt x="0" y="15733"/>
                </a:cubicBezTo>
                <a:lnTo>
                  <a:pt x="0" y="16571"/>
                </a:lnTo>
                <a:lnTo>
                  <a:pt x="18267" y="16571"/>
                </a:lnTo>
                <a:lnTo>
                  <a:pt x="1826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61" name="Google Shape;4961;p18"/>
          <p:cNvGrpSpPr/>
          <p:nvPr/>
        </p:nvGrpSpPr>
        <p:grpSpPr>
          <a:xfrm rot="5400000">
            <a:off x="5874067" y="4630039"/>
            <a:ext cx="81758" cy="608663"/>
            <a:chOff x="-1154155" y="1061718"/>
            <a:chExt cx="36015" cy="268015"/>
          </a:xfrm>
        </p:grpSpPr>
        <p:sp>
          <p:nvSpPr>
            <p:cNvPr id="4962" name="Google Shape;4962;p18"/>
            <p:cNvSpPr/>
            <p:nvPr/>
          </p:nvSpPr>
          <p:spPr>
            <a:xfrm>
              <a:off x="-1154155" y="1061718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195" y="0"/>
                  </a:moveTo>
                  <a:cubicBezTo>
                    <a:pt x="175" y="0"/>
                    <a:pt x="164" y="11"/>
                    <a:pt x="144" y="11"/>
                  </a:cubicBezTo>
                  <a:cubicBezTo>
                    <a:pt x="134" y="21"/>
                    <a:pt x="123" y="31"/>
                    <a:pt x="103" y="31"/>
                  </a:cubicBezTo>
                  <a:lnTo>
                    <a:pt x="73" y="62"/>
                  </a:lnTo>
                  <a:cubicBezTo>
                    <a:pt x="62" y="72"/>
                    <a:pt x="52" y="82"/>
                    <a:pt x="42" y="103"/>
                  </a:cubicBezTo>
                  <a:cubicBezTo>
                    <a:pt x="32" y="113"/>
                    <a:pt x="32" y="123"/>
                    <a:pt x="21" y="143"/>
                  </a:cubicBezTo>
                  <a:cubicBezTo>
                    <a:pt x="21" y="154"/>
                    <a:pt x="11" y="164"/>
                    <a:pt x="11" y="184"/>
                  </a:cubicBezTo>
                  <a:cubicBezTo>
                    <a:pt x="1" y="195"/>
                    <a:pt x="1" y="215"/>
                    <a:pt x="1" y="225"/>
                  </a:cubicBezTo>
                  <a:cubicBezTo>
                    <a:pt x="1" y="286"/>
                    <a:pt x="32" y="348"/>
                    <a:pt x="73" y="389"/>
                  </a:cubicBezTo>
                  <a:cubicBezTo>
                    <a:pt x="114" y="440"/>
                    <a:pt x="175" y="461"/>
                    <a:pt x="236" y="461"/>
                  </a:cubicBezTo>
                  <a:cubicBezTo>
                    <a:pt x="297" y="461"/>
                    <a:pt x="359" y="440"/>
                    <a:pt x="400" y="389"/>
                  </a:cubicBezTo>
                  <a:lnTo>
                    <a:pt x="430" y="358"/>
                  </a:lnTo>
                  <a:cubicBezTo>
                    <a:pt x="440" y="348"/>
                    <a:pt x="440" y="327"/>
                    <a:pt x="450" y="318"/>
                  </a:cubicBezTo>
                  <a:cubicBezTo>
                    <a:pt x="461" y="307"/>
                    <a:pt x="461" y="286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59" y="21"/>
                    <a:pt x="297" y="0"/>
                    <a:pt x="2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3" name="Google Shape;4963;p18"/>
            <p:cNvSpPr/>
            <p:nvPr/>
          </p:nvSpPr>
          <p:spPr>
            <a:xfrm>
              <a:off x="-1154155" y="1139575"/>
              <a:ext cx="35193" cy="112300"/>
            </a:xfrm>
            <a:custGeom>
              <a:avLst/>
              <a:gdLst/>
              <a:ahLst/>
              <a:cxnLst/>
              <a:rect l="l" t="t" r="r" b="b"/>
              <a:pathLst>
                <a:path w="471" h="1503" extrusionOk="0">
                  <a:moveTo>
                    <a:pt x="236" y="1"/>
                  </a:moveTo>
                  <a:cubicBezTo>
                    <a:pt x="114" y="1"/>
                    <a:pt x="1" y="103"/>
                    <a:pt x="1" y="225"/>
                  </a:cubicBezTo>
                  <a:cubicBezTo>
                    <a:pt x="1" y="358"/>
                    <a:pt x="114" y="461"/>
                    <a:pt x="236" y="461"/>
                  </a:cubicBezTo>
                  <a:cubicBezTo>
                    <a:pt x="369" y="461"/>
                    <a:pt x="471" y="358"/>
                    <a:pt x="471" y="225"/>
                  </a:cubicBezTo>
                  <a:cubicBezTo>
                    <a:pt x="471" y="103"/>
                    <a:pt x="369" y="1"/>
                    <a:pt x="236" y="1"/>
                  </a:cubicBezTo>
                  <a:close/>
                  <a:moveTo>
                    <a:pt x="236" y="1043"/>
                  </a:moveTo>
                  <a:cubicBezTo>
                    <a:pt x="114" y="1043"/>
                    <a:pt x="1" y="1145"/>
                    <a:pt x="1" y="1267"/>
                  </a:cubicBezTo>
                  <a:cubicBezTo>
                    <a:pt x="1" y="1401"/>
                    <a:pt x="114" y="1503"/>
                    <a:pt x="236" y="1503"/>
                  </a:cubicBezTo>
                  <a:cubicBezTo>
                    <a:pt x="369" y="1503"/>
                    <a:pt x="471" y="1401"/>
                    <a:pt x="471" y="1267"/>
                  </a:cubicBezTo>
                  <a:cubicBezTo>
                    <a:pt x="471" y="1145"/>
                    <a:pt x="369" y="1043"/>
                    <a:pt x="236" y="10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4" name="Google Shape;4964;p18"/>
            <p:cNvSpPr/>
            <p:nvPr/>
          </p:nvSpPr>
          <p:spPr>
            <a:xfrm>
              <a:off x="-1154155" y="1295289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236" y="1"/>
                  </a:moveTo>
                  <a:cubicBezTo>
                    <a:pt x="175" y="1"/>
                    <a:pt x="114" y="21"/>
                    <a:pt x="73" y="62"/>
                  </a:cubicBezTo>
                  <a:cubicBezTo>
                    <a:pt x="32" y="113"/>
                    <a:pt x="1" y="175"/>
                    <a:pt x="1" y="225"/>
                  </a:cubicBezTo>
                  <a:cubicBezTo>
                    <a:pt x="1" y="246"/>
                    <a:pt x="1" y="256"/>
                    <a:pt x="11" y="277"/>
                  </a:cubicBezTo>
                  <a:cubicBezTo>
                    <a:pt x="11" y="287"/>
                    <a:pt x="21" y="307"/>
                    <a:pt x="21" y="318"/>
                  </a:cubicBezTo>
                  <a:cubicBezTo>
                    <a:pt x="32" y="328"/>
                    <a:pt x="32" y="348"/>
                    <a:pt x="42" y="359"/>
                  </a:cubicBezTo>
                  <a:lnTo>
                    <a:pt x="73" y="389"/>
                  </a:lnTo>
                  <a:cubicBezTo>
                    <a:pt x="114" y="440"/>
                    <a:pt x="175" y="461"/>
                    <a:pt x="236" y="461"/>
                  </a:cubicBezTo>
                  <a:lnTo>
                    <a:pt x="277" y="461"/>
                  </a:lnTo>
                  <a:cubicBezTo>
                    <a:pt x="297" y="450"/>
                    <a:pt x="307" y="450"/>
                    <a:pt x="328" y="440"/>
                  </a:cubicBezTo>
                  <a:cubicBezTo>
                    <a:pt x="338" y="440"/>
                    <a:pt x="348" y="430"/>
                    <a:pt x="369" y="420"/>
                  </a:cubicBezTo>
                  <a:lnTo>
                    <a:pt x="400" y="389"/>
                  </a:lnTo>
                  <a:lnTo>
                    <a:pt x="430" y="359"/>
                  </a:lnTo>
                  <a:cubicBezTo>
                    <a:pt x="440" y="348"/>
                    <a:pt x="440" y="328"/>
                    <a:pt x="450" y="318"/>
                  </a:cubicBezTo>
                  <a:cubicBezTo>
                    <a:pt x="461" y="307"/>
                    <a:pt x="461" y="287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89" y="52"/>
                    <a:pt x="379" y="41"/>
                    <a:pt x="369" y="41"/>
                  </a:cubicBezTo>
                  <a:cubicBezTo>
                    <a:pt x="348" y="32"/>
                    <a:pt x="338" y="21"/>
                    <a:pt x="328" y="11"/>
                  </a:cubicBezTo>
                  <a:cubicBezTo>
                    <a:pt x="307" y="11"/>
                    <a:pt x="297" y="1"/>
                    <a:pt x="2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65" name="Google Shape;4965;p18"/>
          <p:cNvSpPr/>
          <p:nvPr/>
        </p:nvSpPr>
        <p:spPr>
          <a:xfrm rot="10800000">
            <a:off x="8672670" y="2229482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6" name="Google Shape;4966;p18"/>
          <p:cNvSpPr/>
          <p:nvPr/>
        </p:nvSpPr>
        <p:spPr>
          <a:xfrm>
            <a:off x="170476" y="4480487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7" name="Google Shape;4967;p18"/>
          <p:cNvSpPr/>
          <p:nvPr/>
        </p:nvSpPr>
        <p:spPr>
          <a:xfrm>
            <a:off x="1861275" y="4604005"/>
            <a:ext cx="2053902" cy="2035379"/>
          </a:xfrm>
          <a:custGeom>
            <a:avLst/>
            <a:gdLst/>
            <a:ahLst/>
            <a:cxnLst/>
            <a:rect l="l" t="t" r="r" b="b"/>
            <a:pathLst>
              <a:path w="13466" h="13345" extrusionOk="0">
                <a:moveTo>
                  <a:pt x="6730" y="1257"/>
                </a:moveTo>
                <a:cubicBezTo>
                  <a:pt x="6762" y="1257"/>
                  <a:pt x="6793" y="1258"/>
                  <a:pt x="6825" y="1258"/>
                </a:cubicBezTo>
                <a:cubicBezTo>
                  <a:pt x="9818" y="1309"/>
                  <a:pt x="12199" y="3771"/>
                  <a:pt x="12147" y="6775"/>
                </a:cubicBezTo>
                <a:cubicBezTo>
                  <a:pt x="12097" y="9736"/>
                  <a:pt x="9686" y="12098"/>
                  <a:pt x="6737" y="12098"/>
                </a:cubicBezTo>
                <a:cubicBezTo>
                  <a:pt x="6705" y="12098"/>
                  <a:pt x="6673" y="12098"/>
                  <a:pt x="6641" y="12097"/>
                </a:cubicBezTo>
                <a:cubicBezTo>
                  <a:pt x="3647" y="12047"/>
                  <a:pt x="1257" y="9574"/>
                  <a:pt x="1308" y="6580"/>
                </a:cubicBezTo>
                <a:cubicBezTo>
                  <a:pt x="1359" y="3619"/>
                  <a:pt x="3779" y="1257"/>
                  <a:pt x="6730" y="1257"/>
                </a:cubicBezTo>
                <a:close/>
                <a:moveTo>
                  <a:pt x="6732" y="0"/>
                </a:moveTo>
                <a:cubicBezTo>
                  <a:pt x="3095" y="0"/>
                  <a:pt x="123" y="2920"/>
                  <a:pt x="62" y="6560"/>
                </a:cubicBezTo>
                <a:cubicBezTo>
                  <a:pt x="1" y="10248"/>
                  <a:pt x="2932" y="13282"/>
                  <a:pt x="6621" y="13344"/>
                </a:cubicBezTo>
                <a:cubicBezTo>
                  <a:pt x="6665" y="13344"/>
                  <a:pt x="6709" y="13345"/>
                  <a:pt x="6753" y="13345"/>
                </a:cubicBezTo>
                <a:cubicBezTo>
                  <a:pt x="10371" y="13345"/>
                  <a:pt x="13333" y="10429"/>
                  <a:pt x="13404" y="6795"/>
                </a:cubicBezTo>
                <a:cubicBezTo>
                  <a:pt x="13466" y="3107"/>
                  <a:pt x="10533" y="73"/>
                  <a:pt x="6846" y="1"/>
                </a:cubicBezTo>
                <a:cubicBezTo>
                  <a:pt x="6808" y="0"/>
                  <a:pt x="6770" y="0"/>
                  <a:pt x="67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68" name="Google Shape;4968;p18"/>
          <p:cNvGrpSpPr/>
          <p:nvPr/>
        </p:nvGrpSpPr>
        <p:grpSpPr>
          <a:xfrm>
            <a:off x="-911868" y="663002"/>
            <a:ext cx="1517538" cy="1495345"/>
            <a:chOff x="-1517525" y="-541175"/>
            <a:chExt cx="1096725" cy="1080686"/>
          </a:xfrm>
        </p:grpSpPr>
        <p:sp>
          <p:nvSpPr>
            <p:cNvPr id="4969" name="Google Shape;4969;p18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0" name="Google Shape;4970;p18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1" name="Google Shape;4971;p18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2" name="Google Shape;4972;p18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3" name="Google Shape;4973;p18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4" name="Google Shape;4974;p18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5" name="Google Shape;4975;p18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6" name="Google Shape;4976;p18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7" name="Google Shape;4977;p18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8" name="Google Shape;4978;p18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9" name="Google Shape;4979;p18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0" name="Google Shape;4980;p18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1" name="Google Shape;4981;p18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2" name="Google Shape;4982;p18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3" name="Google Shape;4983;p18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4" name="Google Shape;4984;p18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5" name="Google Shape;4985;p18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6" name="Google Shape;4986;p18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7" name="Google Shape;4987;p18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8" name="Google Shape;4988;p18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9" name="Google Shape;4989;p18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0" name="Google Shape;4990;p18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1" name="Google Shape;4991;p18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2" name="Google Shape;4992;p18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3" name="Google Shape;4993;p18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4" name="Google Shape;4994;p18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5" name="Google Shape;4995;p18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6" name="Google Shape;4996;p18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7" name="Google Shape;4997;p18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8" name="Google Shape;4998;p18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4999;p18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0" name="Google Shape;5000;p18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1" name="Google Shape;5001;p18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2" name="Google Shape;5002;p18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3" name="Google Shape;5003;p18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4" name="Google Shape;5004;p18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5" name="Google Shape;5005;p18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6" name="Google Shape;5006;p18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7" name="Google Shape;5007;p18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8" name="Google Shape;5008;p18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9" name="Google Shape;5009;p18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0" name="Google Shape;5010;p18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1" name="Google Shape;5011;p18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5012;p18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5013;p18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4" name="Google Shape;5014;p18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18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18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18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18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18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18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18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18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18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18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18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18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18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18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18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18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18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18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5033;p18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18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18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18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18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18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18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18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18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18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18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18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18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18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18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18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5049;p18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5050;p18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18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18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18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18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5" name="Google Shape;5055;p18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6" name="Google Shape;5056;p18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18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18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18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18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18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18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18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18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18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18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18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18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18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18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18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18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18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18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18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18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18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18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18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18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18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18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18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18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18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18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18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18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18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18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18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18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18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18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18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18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18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18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18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18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1" name="Google Shape;5101;p18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2" name="Google Shape;5102;p18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3" name="Google Shape;5103;p18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4" name="Google Shape;5104;p18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18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18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5107;p18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5108;p18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18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5110;p18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18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18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3" name="Google Shape;5113;p18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5114;p18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18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6" name="Google Shape;5116;p18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7" name="Google Shape;5117;p18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8" name="Google Shape;5118;p18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9" name="Google Shape;5119;p18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0" name="Google Shape;5120;p18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1" name="Google Shape;5121;p18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2" name="Google Shape;5122;p18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3" name="Google Shape;5123;p18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4" name="Google Shape;5124;p18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5" name="Google Shape;5125;p18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6" name="Google Shape;5126;p18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7" name="Google Shape;5127;p18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8" name="Google Shape;5128;p18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9" name="Google Shape;5129;p18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0" name="Google Shape;5130;p18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1" name="Google Shape;5131;p18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2" name="Google Shape;5132;p18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133;p18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134;p18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135;p18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6" name="Google Shape;5136;p18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7" name="Google Shape;5137;p18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8" name="Google Shape;5138;p18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9" name="Google Shape;5139;p18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0" name="Google Shape;5140;p18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1" name="Google Shape;5141;p18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2" name="Google Shape;5142;p18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3" name="Google Shape;5143;p18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4" name="Google Shape;5144;p18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5" name="Google Shape;5145;p18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6" name="Google Shape;5146;p18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7" name="Google Shape;5147;p18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8" name="Google Shape;5148;p18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9" name="Google Shape;5149;p18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0" name="Google Shape;5150;p18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1" name="Google Shape;5151;p18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2" name="Google Shape;5152;p18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3" name="Google Shape;5153;p18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4" name="Google Shape;5154;p18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5" name="Google Shape;5155;p18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6" name="Google Shape;5156;p18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7" name="Google Shape;5157;p18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8" name="Google Shape;5158;p18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9" name="Google Shape;5159;p18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0" name="Google Shape;5160;p18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1" name="Google Shape;5161;p18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2" name="Google Shape;5162;p18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3" name="Google Shape;5163;p18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4" name="Google Shape;5164;p18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5" name="Google Shape;5165;p18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6" name="Google Shape;5166;p18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7" name="Google Shape;5167;p18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8" name="Google Shape;5168;p18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9" name="Google Shape;5169;p18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0" name="Google Shape;5170;p18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1" name="Google Shape;5171;p18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2" name="Google Shape;5172;p18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3" name="Google Shape;5173;p18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4" name="Google Shape;5174;p18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5" name="Google Shape;5175;p18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6" name="Google Shape;5176;p18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7" name="Google Shape;5177;p18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8" name="Google Shape;5178;p18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9" name="Google Shape;5179;p18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0" name="Google Shape;5180;p18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1" name="Google Shape;5181;p18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2" name="Google Shape;5182;p18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3" name="Google Shape;5183;p18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4" name="Google Shape;5184;p18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5" name="Google Shape;5185;p18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6" name="Google Shape;5186;p18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7" name="Google Shape;5187;p18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8" name="Google Shape;5188;p18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9" name="Google Shape;5189;p18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0" name="Google Shape;5190;p18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1" name="Google Shape;5191;p18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2" name="Google Shape;5192;p18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3" name="Google Shape;5193;p18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4" name="Google Shape;5194;p18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5" name="Google Shape;5195;p18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6" name="Google Shape;5196;p18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7" name="Google Shape;5197;p18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8" name="Google Shape;5198;p18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9" name="Google Shape;5199;p18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0" name="Google Shape;5200;p18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1" name="Google Shape;5201;p18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2" name="Google Shape;5202;p18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3" name="Google Shape;5203;p18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4" name="Google Shape;5204;p18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5" name="Google Shape;5205;p18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6" name="Google Shape;5206;p18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7" name="Google Shape;5207;p18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8" name="Google Shape;5208;p18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9" name="Google Shape;5209;p18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0" name="Google Shape;5210;p18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1" name="Google Shape;5211;p18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2" name="Google Shape;5212;p18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3" name="Google Shape;5213;p18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4" name="Google Shape;5214;p18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5" name="Google Shape;5215;p18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6" name="Google Shape;5216;p18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7" name="Google Shape;5217;p18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8" name="Google Shape;5218;p18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9" name="Google Shape;5219;p18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0" name="Google Shape;5220;p18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1" name="Google Shape;5221;p18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2" name="Google Shape;5222;p18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3" name="Google Shape;5223;p18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4" name="Google Shape;5224;p18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5" name="Google Shape;5225;p18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6" name="Google Shape;5226;p18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7" name="Google Shape;5227;p18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8" name="Google Shape;5228;p18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9" name="Google Shape;5229;p18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0" name="Google Shape;5230;p18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1" name="Google Shape;5231;p18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2" name="Google Shape;5232;p18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3" name="Google Shape;5233;p18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4" name="Google Shape;5234;p18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5" name="Google Shape;5235;p18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6" name="Google Shape;5236;p18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7" name="Google Shape;5237;p18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8" name="Google Shape;5238;p18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9" name="Google Shape;5239;p18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0" name="Google Shape;5240;p18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1" name="Google Shape;5241;p18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2" name="Google Shape;5242;p18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3" name="Google Shape;5243;p18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4" name="Google Shape;5244;p18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5" name="Google Shape;5245;p18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6" name="Google Shape;5246;p18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7" name="Google Shape;5247;p18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8" name="Google Shape;5248;p18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9" name="Google Shape;5249;p18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0" name="Google Shape;5250;p18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1" name="Google Shape;5251;p18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2" name="Google Shape;5252;p18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3" name="Google Shape;5253;p18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4" name="Google Shape;5254;p18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5" name="Google Shape;5255;p18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6" name="Google Shape;5256;p18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7" name="Google Shape;5257;p18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8" name="Google Shape;5258;p18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9" name="Google Shape;5259;p18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0" name="Google Shape;5260;p18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1" name="Google Shape;5261;p18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2" name="Google Shape;5262;p18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3" name="Google Shape;5263;p18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4" name="Google Shape;5264;p18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5" name="Google Shape;5265;p18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6" name="Google Shape;5266;p18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7" name="Google Shape;5267;p18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8" name="Google Shape;5268;p18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9" name="Google Shape;5269;p18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0" name="Google Shape;5270;p18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1" name="Google Shape;5271;p18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2" name="Google Shape;5272;p18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3" name="Google Shape;5273;p18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4" name="Google Shape;5274;p18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5" name="Google Shape;5275;p18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6" name="Google Shape;5276;p18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7" name="Google Shape;5277;p18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8" name="Google Shape;5278;p18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9" name="Google Shape;5279;p18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0" name="Google Shape;5280;p18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1" name="Google Shape;5281;p18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2" name="Google Shape;5282;p18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3" name="Google Shape;5283;p18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4" name="Google Shape;5284;p18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5" name="Google Shape;5285;p18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6" name="Google Shape;5286;p18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7" name="Google Shape;5287;p18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8" name="Google Shape;5288;p18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9" name="Google Shape;5289;p18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0" name="Google Shape;5290;p18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1" name="Google Shape;5291;p18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2" name="Google Shape;5292;p18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3" name="Google Shape;5293;p18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4" name="Google Shape;5294;p18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5" name="Google Shape;5295;p18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6" name="Google Shape;5296;p18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7" name="Google Shape;5297;p18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8" name="Google Shape;5298;p18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9" name="Google Shape;5299;p18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0" name="Google Shape;5300;p18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1" name="Google Shape;5301;p18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2" name="Google Shape;5302;p18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3" name="Google Shape;5303;p18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4" name="Google Shape;5304;p18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05" name="Google Shape;5305;p18"/>
          <p:cNvSpPr/>
          <p:nvPr/>
        </p:nvSpPr>
        <p:spPr>
          <a:xfrm>
            <a:off x="6496011" y="2897719"/>
            <a:ext cx="2711108" cy="2459219"/>
          </a:xfrm>
          <a:custGeom>
            <a:avLst/>
            <a:gdLst/>
            <a:ahLst/>
            <a:cxnLst/>
            <a:rect l="l" t="t" r="r" b="b"/>
            <a:pathLst>
              <a:path w="18268" h="16571" extrusionOk="0">
                <a:moveTo>
                  <a:pt x="18267" y="0"/>
                </a:moveTo>
                <a:cubicBezTo>
                  <a:pt x="17011" y="685"/>
                  <a:pt x="15979" y="1778"/>
                  <a:pt x="15438" y="3106"/>
                </a:cubicBezTo>
                <a:cubicBezTo>
                  <a:pt x="14743" y="4812"/>
                  <a:pt x="14896" y="6733"/>
                  <a:pt x="14937" y="8572"/>
                </a:cubicBezTo>
                <a:cubicBezTo>
                  <a:pt x="14937" y="9083"/>
                  <a:pt x="14937" y="9603"/>
                  <a:pt x="14773" y="10084"/>
                </a:cubicBezTo>
                <a:cubicBezTo>
                  <a:pt x="14318" y="11360"/>
                  <a:pt x="12827" y="11974"/>
                  <a:pt x="11468" y="11974"/>
                </a:cubicBezTo>
                <a:cubicBezTo>
                  <a:pt x="11456" y="11974"/>
                  <a:pt x="11444" y="11974"/>
                  <a:pt x="11433" y="11974"/>
                </a:cubicBezTo>
                <a:cubicBezTo>
                  <a:pt x="10074" y="11974"/>
                  <a:pt x="8746" y="11524"/>
                  <a:pt x="7387" y="11412"/>
                </a:cubicBezTo>
                <a:cubicBezTo>
                  <a:pt x="7166" y="11393"/>
                  <a:pt x="6944" y="11383"/>
                  <a:pt x="6721" y="11383"/>
                </a:cubicBezTo>
                <a:cubicBezTo>
                  <a:pt x="4806" y="11383"/>
                  <a:pt x="2877" y="12088"/>
                  <a:pt x="1512" y="13424"/>
                </a:cubicBezTo>
                <a:cubicBezTo>
                  <a:pt x="849" y="14078"/>
                  <a:pt x="327" y="14875"/>
                  <a:pt x="0" y="15733"/>
                </a:cubicBezTo>
                <a:lnTo>
                  <a:pt x="0" y="16571"/>
                </a:lnTo>
                <a:lnTo>
                  <a:pt x="18267" y="16571"/>
                </a:lnTo>
                <a:lnTo>
                  <a:pt x="1826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6" name="Google Shape;5306;p18"/>
          <p:cNvSpPr/>
          <p:nvPr/>
        </p:nvSpPr>
        <p:spPr>
          <a:xfrm rot="10800000">
            <a:off x="8423999" y="3812856"/>
            <a:ext cx="1281912" cy="1162406"/>
          </a:xfrm>
          <a:custGeom>
            <a:avLst/>
            <a:gdLst/>
            <a:ahLst/>
            <a:cxnLst/>
            <a:rect l="l" t="t" r="r" b="b"/>
            <a:pathLst>
              <a:path w="10452" h="9478" extrusionOk="0">
                <a:moveTo>
                  <a:pt x="5225" y="0"/>
                </a:moveTo>
                <a:cubicBezTo>
                  <a:pt x="4038" y="0"/>
                  <a:pt x="2851" y="443"/>
                  <a:pt x="1932" y="1332"/>
                </a:cubicBezTo>
                <a:cubicBezTo>
                  <a:pt x="52" y="3150"/>
                  <a:pt x="0" y="6154"/>
                  <a:pt x="1819" y="8034"/>
                </a:cubicBezTo>
                <a:cubicBezTo>
                  <a:pt x="2748" y="8994"/>
                  <a:pt x="3985" y="9477"/>
                  <a:pt x="5224" y="9477"/>
                </a:cubicBezTo>
                <a:cubicBezTo>
                  <a:pt x="6409" y="9477"/>
                  <a:pt x="7597" y="9035"/>
                  <a:pt x="8521" y="8146"/>
                </a:cubicBezTo>
                <a:cubicBezTo>
                  <a:pt x="10400" y="6328"/>
                  <a:pt x="10452" y="3324"/>
                  <a:pt x="8633" y="1444"/>
                </a:cubicBezTo>
                <a:cubicBezTo>
                  <a:pt x="7704" y="484"/>
                  <a:pt x="6465" y="0"/>
                  <a:pt x="522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5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4" name="Google Shape;5664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665" name="Google Shape;5665;p20"/>
          <p:cNvSpPr txBox="1">
            <a:spLocks noGrp="1"/>
          </p:cNvSpPr>
          <p:nvPr>
            <p:ph type="subTitle" idx="1"/>
          </p:nvPr>
        </p:nvSpPr>
        <p:spPr>
          <a:xfrm>
            <a:off x="1362125" y="1825100"/>
            <a:ext cx="2853600" cy="10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666" name="Google Shape;5666;p20"/>
          <p:cNvSpPr txBox="1">
            <a:spLocks noGrp="1"/>
          </p:cNvSpPr>
          <p:nvPr>
            <p:ph type="subTitle" idx="2"/>
          </p:nvPr>
        </p:nvSpPr>
        <p:spPr>
          <a:xfrm>
            <a:off x="5570403" y="1825100"/>
            <a:ext cx="2853600" cy="10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667" name="Google Shape;5667;p20"/>
          <p:cNvSpPr txBox="1">
            <a:spLocks noGrp="1"/>
          </p:cNvSpPr>
          <p:nvPr>
            <p:ph type="subTitle" idx="3"/>
          </p:nvPr>
        </p:nvSpPr>
        <p:spPr>
          <a:xfrm>
            <a:off x="1362125" y="3573925"/>
            <a:ext cx="2853600" cy="10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668" name="Google Shape;5668;p20"/>
          <p:cNvSpPr txBox="1">
            <a:spLocks noGrp="1"/>
          </p:cNvSpPr>
          <p:nvPr>
            <p:ph type="subTitle" idx="4"/>
          </p:nvPr>
        </p:nvSpPr>
        <p:spPr>
          <a:xfrm>
            <a:off x="5570403" y="3573925"/>
            <a:ext cx="2853600" cy="10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669" name="Google Shape;5669;p20"/>
          <p:cNvSpPr txBox="1">
            <a:spLocks noGrp="1"/>
          </p:cNvSpPr>
          <p:nvPr>
            <p:ph type="subTitle" idx="5"/>
          </p:nvPr>
        </p:nvSpPr>
        <p:spPr>
          <a:xfrm>
            <a:off x="1362125" y="1243775"/>
            <a:ext cx="2853600" cy="66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670" name="Google Shape;5670;p20"/>
          <p:cNvSpPr txBox="1">
            <a:spLocks noGrp="1"/>
          </p:cNvSpPr>
          <p:nvPr>
            <p:ph type="subTitle" idx="6"/>
          </p:nvPr>
        </p:nvSpPr>
        <p:spPr>
          <a:xfrm>
            <a:off x="1362125" y="2992750"/>
            <a:ext cx="2853600" cy="66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671" name="Google Shape;5671;p20"/>
          <p:cNvSpPr txBox="1">
            <a:spLocks noGrp="1"/>
          </p:cNvSpPr>
          <p:nvPr>
            <p:ph type="subTitle" idx="7"/>
          </p:nvPr>
        </p:nvSpPr>
        <p:spPr>
          <a:xfrm>
            <a:off x="5570403" y="1243775"/>
            <a:ext cx="2853600" cy="66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672" name="Google Shape;5672;p20"/>
          <p:cNvSpPr txBox="1">
            <a:spLocks noGrp="1"/>
          </p:cNvSpPr>
          <p:nvPr>
            <p:ph type="subTitle" idx="8"/>
          </p:nvPr>
        </p:nvSpPr>
        <p:spPr>
          <a:xfrm>
            <a:off x="5570403" y="2992750"/>
            <a:ext cx="2853600" cy="66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673" name="Google Shape;5673;p20"/>
          <p:cNvSpPr/>
          <p:nvPr/>
        </p:nvSpPr>
        <p:spPr>
          <a:xfrm flipH="1">
            <a:off x="8043689" y="-16308"/>
            <a:ext cx="1100336" cy="1261808"/>
          </a:xfrm>
          <a:custGeom>
            <a:avLst/>
            <a:gdLst/>
            <a:ahLst/>
            <a:cxnLst/>
            <a:rect l="l" t="t" r="r" b="b"/>
            <a:pathLst>
              <a:path w="17337" h="10844" extrusionOk="0">
                <a:moveTo>
                  <a:pt x="0" y="1"/>
                </a:moveTo>
                <a:lnTo>
                  <a:pt x="0" y="9155"/>
                </a:lnTo>
                <a:cubicBezTo>
                  <a:pt x="1195" y="10044"/>
                  <a:pt x="2615" y="10626"/>
                  <a:pt x="4087" y="10789"/>
                </a:cubicBezTo>
                <a:cubicBezTo>
                  <a:pt x="4402" y="10826"/>
                  <a:pt x="4719" y="10844"/>
                  <a:pt x="5036" y="10844"/>
                </a:cubicBezTo>
                <a:cubicBezTo>
                  <a:pt x="7468" y="10844"/>
                  <a:pt x="9885" y="9787"/>
                  <a:pt x="11504" y="7970"/>
                </a:cubicBezTo>
                <a:cubicBezTo>
                  <a:pt x="12882" y="6407"/>
                  <a:pt x="13649" y="4414"/>
                  <a:pt x="14773" y="2668"/>
                </a:cubicBezTo>
                <a:cubicBezTo>
                  <a:pt x="15437" y="1635"/>
                  <a:pt x="16305" y="645"/>
                  <a:pt x="1733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4" name="Google Shape;5674;p20"/>
          <p:cNvSpPr/>
          <p:nvPr/>
        </p:nvSpPr>
        <p:spPr>
          <a:xfrm rot="10800000">
            <a:off x="-10259" y="-26533"/>
            <a:ext cx="2826790" cy="1651166"/>
          </a:xfrm>
          <a:custGeom>
            <a:avLst/>
            <a:gdLst/>
            <a:ahLst/>
            <a:cxnLst/>
            <a:rect l="l" t="t" r="r" b="b"/>
            <a:pathLst>
              <a:path w="18268" h="17849" extrusionOk="0">
                <a:moveTo>
                  <a:pt x="18267" y="1"/>
                </a:moveTo>
                <a:cubicBezTo>
                  <a:pt x="17123" y="1258"/>
                  <a:pt x="16296" y="2810"/>
                  <a:pt x="15908" y="4475"/>
                </a:cubicBezTo>
                <a:cubicBezTo>
                  <a:pt x="15417" y="6621"/>
                  <a:pt x="15652" y="9175"/>
                  <a:pt x="14253" y="11004"/>
                </a:cubicBezTo>
                <a:cubicBezTo>
                  <a:pt x="13299" y="12251"/>
                  <a:pt x="12062" y="12597"/>
                  <a:pt x="10735" y="12597"/>
                </a:cubicBezTo>
                <a:cubicBezTo>
                  <a:pt x="9162" y="12597"/>
                  <a:pt x="7463" y="12111"/>
                  <a:pt x="5967" y="12066"/>
                </a:cubicBezTo>
                <a:cubicBezTo>
                  <a:pt x="5889" y="12064"/>
                  <a:pt x="5810" y="12063"/>
                  <a:pt x="5732" y="12063"/>
                </a:cubicBezTo>
                <a:cubicBezTo>
                  <a:pt x="3213" y="12063"/>
                  <a:pt x="838" y="13342"/>
                  <a:pt x="184" y="15938"/>
                </a:cubicBezTo>
                <a:cubicBezTo>
                  <a:pt x="21" y="16562"/>
                  <a:pt x="1" y="17215"/>
                  <a:pt x="82" y="17849"/>
                </a:cubicBezTo>
                <a:lnTo>
                  <a:pt x="18267" y="17849"/>
                </a:lnTo>
                <a:lnTo>
                  <a:pt x="1826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5" name="Google Shape;5675;p20"/>
          <p:cNvSpPr/>
          <p:nvPr/>
        </p:nvSpPr>
        <p:spPr>
          <a:xfrm>
            <a:off x="8667226" y="415987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6" name="Google Shape;5676;p20"/>
          <p:cNvSpPr/>
          <p:nvPr/>
        </p:nvSpPr>
        <p:spPr>
          <a:xfrm>
            <a:off x="3019385" y="-562589"/>
            <a:ext cx="922194" cy="913197"/>
          </a:xfrm>
          <a:custGeom>
            <a:avLst/>
            <a:gdLst/>
            <a:ahLst/>
            <a:cxnLst/>
            <a:rect l="l" t="t" r="r" b="b"/>
            <a:pathLst>
              <a:path w="12342" h="12222" extrusionOk="0">
                <a:moveTo>
                  <a:pt x="6166" y="3107"/>
                </a:moveTo>
                <a:cubicBezTo>
                  <a:pt x="6185" y="3107"/>
                  <a:pt x="6203" y="3107"/>
                  <a:pt x="6222" y="3107"/>
                </a:cubicBezTo>
                <a:cubicBezTo>
                  <a:pt x="7888" y="3138"/>
                  <a:pt x="9205" y="4507"/>
                  <a:pt x="9175" y="6162"/>
                </a:cubicBezTo>
                <a:cubicBezTo>
                  <a:pt x="9144" y="7808"/>
                  <a:pt x="7806" y="9115"/>
                  <a:pt x="6177" y="9115"/>
                </a:cubicBezTo>
                <a:cubicBezTo>
                  <a:pt x="6158" y="9115"/>
                  <a:pt x="6139" y="9115"/>
                  <a:pt x="6120" y="9114"/>
                </a:cubicBezTo>
                <a:cubicBezTo>
                  <a:pt x="4455" y="9084"/>
                  <a:pt x="3137" y="7715"/>
                  <a:pt x="3168" y="6060"/>
                </a:cubicBezTo>
                <a:cubicBezTo>
                  <a:pt x="3198" y="4413"/>
                  <a:pt x="4536" y="3107"/>
                  <a:pt x="6166" y="3107"/>
                </a:cubicBezTo>
                <a:close/>
                <a:moveTo>
                  <a:pt x="6160" y="0"/>
                </a:moveTo>
                <a:cubicBezTo>
                  <a:pt x="2840" y="0"/>
                  <a:pt x="123" y="2665"/>
                  <a:pt x="62" y="6009"/>
                </a:cubicBezTo>
                <a:cubicBezTo>
                  <a:pt x="1" y="9380"/>
                  <a:pt x="2698" y="12159"/>
                  <a:pt x="6069" y="12220"/>
                </a:cubicBezTo>
                <a:cubicBezTo>
                  <a:pt x="6107" y="12221"/>
                  <a:pt x="6144" y="12221"/>
                  <a:pt x="6182" y="12221"/>
                </a:cubicBezTo>
                <a:cubicBezTo>
                  <a:pt x="9502" y="12221"/>
                  <a:pt x="12220" y="9547"/>
                  <a:pt x="12281" y="6213"/>
                </a:cubicBezTo>
                <a:cubicBezTo>
                  <a:pt x="12342" y="2842"/>
                  <a:pt x="9655" y="63"/>
                  <a:pt x="6273" y="1"/>
                </a:cubicBezTo>
                <a:cubicBezTo>
                  <a:pt x="6236" y="1"/>
                  <a:pt x="6198" y="0"/>
                  <a:pt x="616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7" name="Google Shape;5677;p20"/>
          <p:cNvSpPr/>
          <p:nvPr/>
        </p:nvSpPr>
        <p:spPr>
          <a:xfrm>
            <a:off x="-691775" y="-1590345"/>
            <a:ext cx="2053902" cy="2035379"/>
          </a:xfrm>
          <a:custGeom>
            <a:avLst/>
            <a:gdLst/>
            <a:ahLst/>
            <a:cxnLst/>
            <a:rect l="l" t="t" r="r" b="b"/>
            <a:pathLst>
              <a:path w="13466" h="13345" extrusionOk="0">
                <a:moveTo>
                  <a:pt x="6730" y="1257"/>
                </a:moveTo>
                <a:cubicBezTo>
                  <a:pt x="6762" y="1257"/>
                  <a:pt x="6793" y="1258"/>
                  <a:pt x="6825" y="1258"/>
                </a:cubicBezTo>
                <a:cubicBezTo>
                  <a:pt x="9818" y="1309"/>
                  <a:pt x="12199" y="3771"/>
                  <a:pt x="12147" y="6775"/>
                </a:cubicBezTo>
                <a:cubicBezTo>
                  <a:pt x="12097" y="9736"/>
                  <a:pt x="9686" y="12098"/>
                  <a:pt x="6737" y="12098"/>
                </a:cubicBezTo>
                <a:cubicBezTo>
                  <a:pt x="6705" y="12098"/>
                  <a:pt x="6673" y="12098"/>
                  <a:pt x="6641" y="12097"/>
                </a:cubicBezTo>
                <a:cubicBezTo>
                  <a:pt x="3647" y="12047"/>
                  <a:pt x="1257" y="9574"/>
                  <a:pt x="1308" y="6580"/>
                </a:cubicBezTo>
                <a:cubicBezTo>
                  <a:pt x="1359" y="3619"/>
                  <a:pt x="3779" y="1257"/>
                  <a:pt x="6730" y="1257"/>
                </a:cubicBezTo>
                <a:close/>
                <a:moveTo>
                  <a:pt x="6732" y="0"/>
                </a:moveTo>
                <a:cubicBezTo>
                  <a:pt x="3095" y="0"/>
                  <a:pt x="123" y="2920"/>
                  <a:pt x="62" y="6560"/>
                </a:cubicBezTo>
                <a:cubicBezTo>
                  <a:pt x="1" y="10248"/>
                  <a:pt x="2932" y="13282"/>
                  <a:pt x="6621" y="13344"/>
                </a:cubicBezTo>
                <a:cubicBezTo>
                  <a:pt x="6665" y="13344"/>
                  <a:pt x="6709" y="13345"/>
                  <a:pt x="6753" y="13345"/>
                </a:cubicBezTo>
                <a:cubicBezTo>
                  <a:pt x="10371" y="13345"/>
                  <a:pt x="13333" y="10429"/>
                  <a:pt x="13404" y="6795"/>
                </a:cubicBezTo>
                <a:cubicBezTo>
                  <a:pt x="13466" y="3107"/>
                  <a:pt x="10533" y="73"/>
                  <a:pt x="6846" y="1"/>
                </a:cubicBezTo>
                <a:cubicBezTo>
                  <a:pt x="6808" y="0"/>
                  <a:pt x="6770" y="0"/>
                  <a:pt x="67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78" name="Google Shape;5678;p20"/>
          <p:cNvGrpSpPr/>
          <p:nvPr/>
        </p:nvGrpSpPr>
        <p:grpSpPr>
          <a:xfrm>
            <a:off x="8430782" y="2005540"/>
            <a:ext cx="1517538" cy="1495345"/>
            <a:chOff x="-1517525" y="-541175"/>
            <a:chExt cx="1096725" cy="1080686"/>
          </a:xfrm>
        </p:grpSpPr>
        <p:sp>
          <p:nvSpPr>
            <p:cNvPr id="5679" name="Google Shape;5679;p20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0" name="Google Shape;5680;p20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1" name="Google Shape;5681;p20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2" name="Google Shape;5682;p20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3" name="Google Shape;5683;p20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4" name="Google Shape;5684;p20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5" name="Google Shape;5685;p20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6" name="Google Shape;5686;p20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7" name="Google Shape;5687;p20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8" name="Google Shape;5688;p20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9" name="Google Shape;5689;p20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0" name="Google Shape;5690;p20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1" name="Google Shape;5691;p20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2" name="Google Shape;5692;p20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3" name="Google Shape;5693;p20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4" name="Google Shape;5694;p20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5" name="Google Shape;5695;p20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5696;p20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5697;p20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5698;p20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5699;p20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5700;p20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5701;p20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5702;p20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5703;p20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5704;p20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5705;p20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5706;p20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5707;p20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5708;p20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5709;p20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5710;p20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5711;p20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2" name="Google Shape;5712;p20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3" name="Google Shape;5713;p20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4" name="Google Shape;5714;p20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5" name="Google Shape;5715;p20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6" name="Google Shape;5716;p20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7" name="Google Shape;5717;p20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8" name="Google Shape;5718;p20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9" name="Google Shape;5719;p20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0" name="Google Shape;5720;p20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1" name="Google Shape;5721;p20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2" name="Google Shape;5722;p20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3" name="Google Shape;5723;p20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4" name="Google Shape;5724;p20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5" name="Google Shape;5725;p20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6" name="Google Shape;5726;p20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7" name="Google Shape;5727;p20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8" name="Google Shape;5728;p20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9" name="Google Shape;5729;p20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0" name="Google Shape;5730;p20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1" name="Google Shape;5731;p20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2" name="Google Shape;5732;p20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3" name="Google Shape;5733;p20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4" name="Google Shape;5734;p20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5" name="Google Shape;5735;p20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6" name="Google Shape;5736;p20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7" name="Google Shape;5737;p20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8" name="Google Shape;5738;p20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9" name="Google Shape;5739;p20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0" name="Google Shape;5740;p20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1" name="Google Shape;5741;p20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2" name="Google Shape;5742;p20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3" name="Google Shape;5743;p20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4" name="Google Shape;5744;p20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5" name="Google Shape;5745;p20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6" name="Google Shape;5746;p20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7" name="Google Shape;5747;p20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8" name="Google Shape;5748;p20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9" name="Google Shape;5749;p20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0" name="Google Shape;5750;p20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1" name="Google Shape;5751;p20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2" name="Google Shape;5752;p20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3" name="Google Shape;5753;p20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4" name="Google Shape;5754;p20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5" name="Google Shape;5755;p20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6" name="Google Shape;5756;p20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7" name="Google Shape;5757;p20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8" name="Google Shape;5758;p20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9" name="Google Shape;5759;p20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0" name="Google Shape;5760;p20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1" name="Google Shape;5761;p20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2" name="Google Shape;5762;p20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3" name="Google Shape;5763;p20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4" name="Google Shape;5764;p20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5" name="Google Shape;5765;p20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6" name="Google Shape;5766;p20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7" name="Google Shape;5767;p20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8" name="Google Shape;5768;p20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9" name="Google Shape;5769;p20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0" name="Google Shape;5770;p20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1" name="Google Shape;5771;p20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2" name="Google Shape;5772;p20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3" name="Google Shape;5773;p20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4" name="Google Shape;5774;p20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5" name="Google Shape;5775;p20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6" name="Google Shape;5776;p20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7" name="Google Shape;5777;p20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8" name="Google Shape;5778;p20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9" name="Google Shape;5779;p20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0" name="Google Shape;5780;p20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1" name="Google Shape;5781;p20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2" name="Google Shape;5782;p20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3" name="Google Shape;5783;p20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4" name="Google Shape;5784;p20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5" name="Google Shape;5785;p20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6" name="Google Shape;5786;p20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7" name="Google Shape;5787;p20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8" name="Google Shape;5788;p20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9" name="Google Shape;5789;p20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0" name="Google Shape;5790;p20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1" name="Google Shape;5791;p20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2" name="Google Shape;5792;p20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3" name="Google Shape;5793;p20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4" name="Google Shape;5794;p20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5" name="Google Shape;5795;p20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6" name="Google Shape;5796;p20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7" name="Google Shape;5797;p20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8" name="Google Shape;5798;p20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9" name="Google Shape;5799;p20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5800;p20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5801;p20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2" name="Google Shape;5802;p20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3" name="Google Shape;5803;p20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5804;p20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5805;p20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5806;p20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5807;p20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5808;p20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9" name="Google Shape;5809;p20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0" name="Google Shape;5810;p20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5811;p20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5812;p20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5813;p20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5814;p20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5815;p20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6" name="Google Shape;5816;p20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7" name="Google Shape;5817;p20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5818;p20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5819;p20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5820;p20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5821;p20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2" name="Google Shape;5822;p20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3" name="Google Shape;5823;p20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4" name="Google Shape;5824;p20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5" name="Google Shape;5825;p20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6" name="Google Shape;5826;p20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7" name="Google Shape;5827;p20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8" name="Google Shape;5828;p20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9" name="Google Shape;5829;p20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0" name="Google Shape;5830;p20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1" name="Google Shape;5831;p20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2" name="Google Shape;5832;p20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3" name="Google Shape;5833;p20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4" name="Google Shape;5834;p20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5835;p20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6" name="Google Shape;5836;p20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7" name="Google Shape;5837;p20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5838;p20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9" name="Google Shape;5839;p20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0" name="Google Shape;5840;p20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1" name="Google Shape;5841;p20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2" name="Google Shape;5842;p20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3" name="Google Shape;5843;p20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4" name="Google Shape;5844;p20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5" name="Google Shape;5845;p20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6" name="Google Shape;5846;p20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7" name="Google Shape;5847;p20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8" name="Google Shape;5848;p20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9" name="Google Shape;5849;p20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0" name="Google Shape;5850;p20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1" name="Google Shape;5851;p20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2" name="Google Shape;5852;p20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3" name="Google Shape;5853;p20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4" name="Google Shape;5854;p20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5" name="Google Shape;5855;p20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6" name="Google Shape;5856;p20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7" name="Google Shape;5857;p20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8" name="Google Shape;5858;p20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9" name="Google Shape;5859;p20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0" name="Google Shape;5860;p20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1" name="Google Shape;5861;p20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2" name="Google Shape;5862;p20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3" name="Google Shape;5863;p20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4" name="Google Shape;5864;p20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5" name="Google Shape;5865;p20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6" name="Google Shape;5866;p20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7" name="Google Shape;5867;p20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8" name="Google Shape;5868;p20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9" name="Google Shape;5869;p20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0" name="Google Shape;5870;p20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1" name="Google Shape;5871;p20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2" name="Google Shape;5872;p20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3" name="Google Shape;5873;p20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4" name="Google Shape;5874;p20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5" name="Google Shape;5875;p20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6" name="Google Shape;5876;p20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5877;p20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8" name="Google Shape;5878;p20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9" name="Google Shape;5879;p20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5880;p20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5881;p20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2" name="Google Shape;5882;p20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3" name="Google Shape;5883;p20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4" name="Google Shape;5884;p20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5" name="Google Shape;5885;p20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6" name="Google Shape;5886;p20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7" name="Google Shape;5887;p20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8" name="Google Shape;5888;p20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9" name="Google Shape;5889;p20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0" name="Google Shape;5890;p20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1" name="Google Shape;5891;p20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2" name="Google Shape;5892;p20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3" name="Google Shape;5893;p20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4" name="Google Shape;5894;p20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5" name="Google Shape;5895;p20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6" name="Google Shape;5896;p20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7" name="Google Shape;5897;p20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8" name="Google Shape;5898;p20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9" name="Google Shape;5899;p20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0" name="Google Shape;5900;p20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1" name="Google Shape;5901;p20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2" name="Google Shape;5902;p20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3" name="Google Shape;5903;p20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4" name="Google Shape;5904;p20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5" name="Google Shape;5905;p20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6" name="Google Shape;5906;p20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7" name="Google Shape;5907;p20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8" name="Google Shape;5908;p20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9" name="Google Shape;5909;p20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0" name="Google Shape;5910;p20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1" name="Google Shape;5911;p20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2" name="Google Shape;5912;p20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3" name="Google Shape;5913;p20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4" name="Google Shape;5914;p20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5" name="Google Shape;5915;p20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6" name="Google Shape;5916;p20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7" name="Google Shape;5917;p20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8" name="Google Shape;5918;p20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9" name="Google Shape;5919;p20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0" name="Google Shape;5920;p20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1" name="Google Shape;5921;p20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2" name="Google Shape;5922;p20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3" name="Google Shape;5923;p20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4" name="Google Shape;5924;p20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5" name="Google Shape;5925;p20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6" name="Google Shape;5926;p20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7" name="Google Shape;5927;p20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8" name="Google Shape;5928;p20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9" name="Google Shape;5929;p20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0" name="Google Shape;5930;p20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1" name="Google Shape;5931;p20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2" name="Google Shape;5932;p20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3" name="Google Shape;5933;p20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4" name="Google Shape;5934;p20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5" name="Google Shape;5935;p20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6" name="Google Shape;5936;p20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7" name="Google Shape;5937;p20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8" name="Google Shape;5938;p20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9" name="Google Shape;5939;p20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0" name="Google Shape;5940;p20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1" name="Google Shape;5941;p20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2" name="Google Shape;5942;p20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3" name="Google Shape;5943;p20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4" name="Google Shape;5944;p20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5" name="Google Shape;5945;p20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6" name="Google Shape;5946;p20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7" name="Google Shape;5947;p20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8" name="Google Shape;5948;p20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9" name="Google Shape;5949;p20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0" name="Google Shape;5950;p20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1" name="Google Shape;5951;p20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2" name="Google Shape;5952;p20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3" name="Google Shape;5953;p20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4" name="Google Shape;5954;p20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5" name="Google Shape;5955;p20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6" name="Google Shape;5956;p20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7" name="Google Shape;5957;p20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8" name="Google Shape;5958;p20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9" name="Google Shape;5959;p20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0" name="Google Shape;5960;p20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1" name="Google Shape;5961;p20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2" name="Google Shape;5962;p20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3" name="Google Shape;5963;p20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4" name="Google Shape;5964;p20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5" name="Google Shape;5965;p20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6" name="Google Shape;5966;p20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7" name="Google Shape;5967;p20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8" name="Google Shape;5968;p20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9" name="Google Shape;5969;p20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0" name="Google Shape;5970;p20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1" name="Google Shape;5971;p20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2" name="Google Shape;5972;p20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3" name="Google Shape;5973;p20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4" name="Google Shape;5974;p20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5" name="Google Shape;5975;p20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6" name="Google Shape;5976;p20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7" name="Google Shape;5977;p20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8" name="Google Shape;5978;p20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9" name="Google Shape;5979;p20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0" name="Google Shape;5980;p20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1" name="Google Shape;5981;p20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2" name="Google Shape;5982;p20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3" name="Google Shape;5983;p20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4" name="Google Shape;5984;p20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5" name="Google Shape;5985;p20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6" name="Google Shape;5986;p20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7" name="Google Shape;5987;p20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8" name="Google Shape;5988;p20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9" name="Google Shape;5989;p20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0" name="Google Shape;5990;p20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1" name="Google Shape;5991;p20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2" name="Google Shape;5992;p20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3" name="Google Shape;5993;p20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4" name="Google Shape;5994;p20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5" name="Google Shape;5995;p20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6" name="Google Shape;5996;p20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7" name="Google Shape;5997;p20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8" name="Google Shape;5998;p20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9" name="Google Shape;5999;p20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0" name="Google Shape;6000;p20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1" name="Google Shape;6001;p20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2" name="Google Shape;6002;p20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3" name="Google Shape;6003;p20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4" name="Google Shape;6004;p20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5" name="Google Shape;6005;p20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6" name="Google Shape;6006;p20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7" name="Google Shape;6007;p20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8" name="Google Shape;6008;p20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9" name="Google Shape;6009;p20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0" name="Google Shape;6010;p20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1" name="Google Shape;6011;p20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2" name="Google Shape;6012;p20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3" name="Google Shape;6013;p20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4" name="Google Shape;6014;p20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15" name="Google Shape;6015;p20"/>
          <p:cNvSpPr/>
          <p:nvPr/>
        </p:nvSpPr>
        <p:spPr>
          <a:xfrm>
            <a:off x="8548595" y="1120055"/>
            <a:ext cx="1281912" cy="1162406"/>
          </a:xfrm>
          <a:custGeom>
            <a:avLst/>
            <a:gdLst/>
            <a:ahLst/>
            <a:cxnLst/>
            <a:rect l="l" t="t" r="r" b="b"/>
            <a:pathLst>
              <a:path w="10452" h="9478" extrusionOk="0">
                <a:moveTo>
                  <a:pt x="5225" y="0"/>
                </a:moveTo>
                <a:cubicBezTo>
                  <a:pt x="4038" y="0"/>
                  <a:pt x="2851" y="443"/>
                  <a:pt x="1932" y="1332"/>
                </a:cubicBezTo>
                <a:cubicBezTo>
                  <a:pt x="52" y="3150"/>
                  <a:pt x="0" y="6154"/>
                  <a:pt x="1819" y="8034"/>
                </a:cubicBezTo>
                <a:cubicBezTo>
                  <a:pt x="2748" y="8994"/>
                  <a:pt x="3985" y="9477"/>
                  <a:pt x="5224" y="9477"/>
                </a:cubicBezTo>
                <a:cubicBezTo>
                  <a:pt x="6409" y="9477"/>
                  <a:pt x="7597" y="9035"/>
                  <a:pt x="8521" y="8146"/>
                </a:cubicBezTo>
                <a:cubicBezTo>
                  <a:pt x="10400" y="6328"/>
                  <a:pt x="10452" y="3324"/>
                  <a:pt x="8633" y="1444"/>
                </a:cubicBezTo>
                <a:cubicBezTo>
                  <a:pt x="7704" y="484"/>
                  <a:pt x="6465" y="0"/>
                  <a:pt x="522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16" name="Google Shape;6016;p20"/>
          <p:cNvGrpSpPr/>
          <p:nvPr/>
        </p:nvGrpSpPr>
        <p:grpSpPr>
          <a:xfrm>
            <a:off x="294294" y="1120041"/>
            <a:ext cx="81758" cy="608663"/>
            <a:chOff x="-1154155" y="1061718"/>
            <a:chExt cx="36015" cy="268015"/>
          </a:xfrm>
        </p:grpSpPr>
        <p:sp>
          <p:nvSpPr>
            <p:cNvPr id="6017" name="Google Shape;6017;p20"/>
            <p:cNvSpPr/>
            <p:nvPr/>
          </p:nvSpPr>
          <p:spPr>
            <a:xfrm>
              <a:off x="-1154155" y="1061718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195" y="0"/>
                  </a:moveTo>
                  <a:cubicBezTo>
                    <a:pt x="175" y="0"/>
                    <a:pt x="164" y="11"/>
                    <a:pt x="144" y="11"/>
                  </a:cubicBezTo>
                  <a:cubicBezTo>
                    <a:pt x="134" y="21"/>
                    <a:pt x="123" y="31"/>
                    <a:pt x="103" y="31"/>
                  </a:cubicBezTo>
                  <a:lnTo>
                    <a:pt x="73" y="62"/>
                  </a:lnTo>
                  <a:cubicBezTo>
                    <a:pt x="62" y="72"/>
                    <a:pt x="52" y="82"/>
                    <a:pt x="42" y="103"/>
                  </a:cubicBezTo>
                  <a:cubicBezTo>
                    <a:pt x="32" y="113"/>
                    <a:pt x="32" y="123"/>
                    <a:pt x="21" y="143"/>
                  </a:cubicBezTo>
                  <a:cubicBezTo>
                    <a:pt x="21" y="154"/>
                    <a:pt x="11" y="164"/>
                    <a:pt x="11" y="184"/>
                  </a:cubicBezTo>
                  <a:cubicBezTo>
                    <a:pt x="1" y="195"/>
                    <a:pt x="1" y="215"/>
                    <a:pt x="1" y="225"/>
                  </a:cubicBezTo>
                  <a:cubicBezTo>
                    <a:pt x="1" y="286"/>
                    <a:pt x="32" y="348"/>
                    <a:pt x="73" y="389"/>
                  </a:cubicBezTo>
                  <a:cubicBezTo>
                    <a:pt x="114" y="440"/>
                    <a:pt x="175" y="461"/>
                    <a:pt x="236" y="461"/>
                  </a:cubicBezTo>
                  <a:cubicBezTo>
                    <a:pt x="297" y="461"/>
                    <a:pt x="359" y="440"/>
                    <a:pt x="400" y="389"/>
                  </a:cubicBezTo>
                  <a:lnTo>
                    <a:pt x="430" y="358"/>
                  </a:lnTo>
                  <a:cubicBezTo>
                    <a:pt x="440" y="348"/>
                    <a:pt x="440" y="327"/>
                    <a:pt x="450" y="318"/>
                  </a:cubicBezTo>
                  <a:cubicBezTo>
                    <a:pt x="461" y="307"/>
                    <a:pt x="461" y="286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59" y="21"/>
                    <a:pt x="297" y="0"/>
                    <a:pt x="2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8" name="Google Shape;6018;p20"/>
            <p:cNvSpPr/>
            <p:nvPr/>
          </p:nvSpPr>
          <p:spPr>
            <a:xfrm>
              <a:off x="-1154155" y="1139575"/>
              <a:ext cx="35193" cy="112300"/>
            </a:xfrm>
            <a:custGeom>
              <a:avLst/>
              <a:gdLst/>
              <a:ahLst/>
              <a:cxnLst/>
              <a:rect l="l" t="t" r="r" b="b"/>
              <a:pathLst>
                <a:path w="471" h="1503" extrusionOk="0">
                  <a:moveTo>
                    <a:pt x="236" y="1"/>
                  </a:moveTo>
                  <a:cubicBezTo>
                    <a:pt x="114" y="1"/>
                    <a:pt x="1" y="103"/>
                    <a:pt x="1" y="225"/>
                  </a:cubicBezTo>
                  <a:cubicBezTo>
                    <a:pt x="1" y="358"/>
                    <a:pt x="114" y="461"/>
                    <a:pt x="236" y="461"/>
                  </a:cubicBezTo>
                  <a:cubicBezTo>
                    <a:pt x="369" y="461"/>
                    <a:pt x="471" y="358"/>
                    <a:pt x="471" y="225"/>
                  </a:cubicBezTo>
                  <a:cubicBezTo>
                    <a:pt x="471" y="103"/>
                    <a:pt x="369" y="1"/>
                    <a:pt x="236" y="1"/>
                  </a:cubicBezTo>
                  <a:close/>
                  <a:moveTo>
                    <a:pt x="236" y="1043"/>
                  </a:moveTo>
                  <a:cubicBezTo>
                    <a:pt x="114" y="1043"/>
                    <a:pt x="1" y="1145"/>
                    <a:pt x="1" y="1267"/>
                  </a:cubicBezTo>
                  <a:cubicBezTo>
                    <a:pt x="1" y="1401"/>
                    <a:pt x="114" y="1503"/>
                    <a:pt x="236" y="1503"/>
                  </a:cubicBezTo>
                  <a:cubicBezTo>
                    <a:pt x="369" y="1503"/>
                    <a:pt x="471" y="1401"/>
                    <a:pt x="471" y="1267"/>
                  </a:cubicBezTo>
                  <a:cubicBezTo>
                    <a:pt x="471" y="1145"/>
                    <a:pt x="369" y="1043"/>
                    <a:pt x="236" y="10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9" name="Google Shape;6019;p20"/>
            <p:cNvSpPr/>
            <p:nvPr/>
          </p:nvSpPr>
          <p:spPr>
            <a:xfrm>
              <a:off x="-1154155" y="1295289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236" y="1"/>
                  </a:moveTo>
                  <a:cubicBezTo>
                    <a:pt x="175" y="1"/>
                    <a:pt x="114" y="21"/>
                    <a:pt x="73" y="62"/>
                  </a:cubicBezTo>
                  <a:cubicBezTo>
                    <a:pt x="32" y="113"/>
                    <a:pt x="1" y="175"/>
                    <a:pt x="1" y="225"/>
                  </a:cubicBezTo>
                  <a:cubicBezTo>
                    <a:pt x="1" y="246"/>
                    <a:pt x="1" y="256"/>
                    <a:pt x="11" y="277"/>
                  </a:cubicBezTo>
                  <a:cubicBezTo>
                    <a:pt x="11" y="287"/>
                    <a:pt x="21" y="307"/>
                    <a:pt x="21" y="318"/>
                  </a:cubicBezTo>
                  <a:cubicBezTo>
                    <a:pt x="32" y="328"/>
                    <a:pt x="32" y="348"/>
                    <a:pt x="42" y="359"/>
                  </a:cubicBezTo>
                  <a:lnTo>
                    <a:pt x="73" y="389"/>
                  </a:lnTo>
                  <a:cubicBezTo>
                    <a:pt x="114" y="440"/>
                    <a:pt x="175" y="461"/>
                    <a:pt x="236" y="461"/>
                  </a:cubicBezTo>
                  <a:lnTo>
                    <a:pt x="277" y="461"/>
                  </a:lnTo>
                  <a:cubicBezTo>
                    <a:pt x="297" y="450"/>
                    <a:pt x="307" y="450"/>
                    <a:pt x="328" y="440"/>
                  </a:cubicBezTo>
                  <a:cubicBezTo>
                    <a:pt x="338" y="440"/>
                    <a:pt x="348" y="430"/>
                    <a:pt x="369" y="420"/>
                  </a:cubicBezTo>
                  <a:lnTo>
                    <a:pt x="400" y="389"/>
                  </a:lnTo>
                  <a:lnTo>
                    <a:pt x="430" y="359"/>
                  </a:lnTo>
                  <a:cubicBezTo>
                    <a:pt x="440" y="348"/>
                    <a:pt x="440" y="328"/>
                    <a:pt x="450" y="318"/>
                  </a:cubicBezTo>
                  <a:cubicBezTo>
                    <a:pt x="461" y="307"/>
                    <a:pt x="461" y="287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89" y="52"/>
                    <a:pt x="379" y="41"/>
                    <a:pt x="369" y="41"/>
                  </a:cubicBezTo>
                  <a:cubicBezTo>
                    <a:pt x="348" y="32"/>
                    <a:pt x="338" y="21"/>
                    <a:pt x="328" y="11"/>
                  </a:cubicBezTo>
                  <a:cubicBezTo>
                    <a:pt x="307" y="11"/>
                    <a:pt x="297" y="1"/>
                    <a:pt x="2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6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" name="Google Shape;6021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22" name="Google Shape;6022;p21"/>
          <p:cNvSpPr txBox="1">
            <a:spLocks noGrp="1"/>
          </p:cNvSpPr>
          <p:nvPr>
            <p:ph type="subTitle" idx="1"/>
          </p:nvPr>
        </p:nvSpPr>
        <p:spPr>
          <a:xfrm>
            <a:off x="723900" y="171015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023" name="Google Shape;6023;p21"/>
          <p:cNvSpPr txBox="1">
            <a:spLocks noGrp="1"/>
          </p:cNvSpPr>
          <p:nvPr>
            <p:ph type="subTitle" idx="2"/>
          </p:nvPr>
        </p:nvSpPr>
        <p:spPr>
          <a:xfrm>
            <a:off x="3579000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024" name="Google Shape;6024;p21"/>
          <p:cNvSpPr txBox="1">
            <a:spLocks noGrp="1"/>
          </p:cNvSpPr>
          <p:nvPr>
            <p:ph type="subTitle" idx="3"/>
          </p:nvPr>
        </p:nvSpPr>
        <p:spPr>
          <a:xfrm>
            <a:off x="723900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025" name="Google Shape;6025;p21"/>
          <p:cNvSpPr txBox="1">
            <a:spLocks noGrp="1"/>
          </p:cNvSpPr>
          <p:nvPr>
            <p:ph type="subTitle" idx="4"/>
          </p:nvPr>
        </p:nvSpPr>
        <p:spPr>
          <a:xfrm>
            <a:off x="3578998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026" name="Google Shape;6026;p21"/>
          <p:cNvSpPr txBox="1">
            <a:spLocks noGrp="1"/>
          </p:cNvSpPr>
          <p:nvPr>
            <p:ph type="subTitle" idx="5"/>
          </p:nvPr>
        </p:nvSpPr>
        <p:spPr>
          <a:xfrm>
            <a:off x="6434097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027" name="Google Shape;6027;p21"/>
          <p:cNvSpPr txBox="1">
            <a:spLocks noGrp="1"/>
          </p:cNvSpPr>
          <p:nvPr>
            <p:ph type="subTitle" idx="6"/>
          </p:nvPr>
        </p:nvSpPr>
        <p:spPr>
          <a:xfrm>
            <a:off x="6434097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028" name="Google Shape;6028;p21"/>
          <p:cNvSpPr txBox="1">
            <a:spLocks noGrp="1"/>
          </p:cNvSpPr>
          <p:nvPr>
            <p:ph type="subTitle" idx="7"/>
          </p:nvPr>
        </p:nvSpPr>
        <p:spPr>
          <a:xfrm>
            <a:off x="723900" y="1060275"/>
            <a:ext cx="1984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029" name="Google Shape;6029;p21"/>
          <p:cNvSpPr txBox="1">
            <a:spLocks noGrp="1"/>
          </p:cNvSpPr>
          <p:nvPr>
            <p:ph type="subTitle" idx="8"/>
          </p:nvPr>
        </p:nvSpPr>
        <p:spPr>
          <a:xfrm>
            <a:off x="3579000" y="1060284"/>
            <a:ext cx="1984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030" name="Google Shape;6030;p21"/>
          <p:cNvSpPr txBox="1">
            <a:spLocks noGrp="1"/>
          </p:cNvSpPr>
          <p:nvPr>
            <p:ph type="subTitle" idx="9"/>
          </p:nvPr>
        </p:nvSpPr>
        <p:spPr>
          <a:xfrm>
            <a:off x="6434097" y="1060284"/>
            <a:ext cx="1984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031" name="Google Shape;6031;p21"/>
          <p:cNvSpPr txBox="1">
            <a:spLocks noGrp="1"/>
          </p:cNvSpPr>
          <p:nvPr>
            <p:ph type="subTitle" idx="13"/>
          </p:nvPr>
        </p:nvSpPr>
        <p:spPr>
          <a:xfrm>
            <a:off x="723900" y="2845800"/>
            <a:ext cx="19860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032" name="Google Shape;6032;p21"/>
          <p:cNvSpPr txBox="1">
            <a:spLocks noGrp="1"/>
          </p:cNvSpPr>
          <p:nvPr>
            <p:ph type="subTitle" idx="14"/>
          </p:nvPr>
        </p:nvSpPr>
        <p:spPr>
          <a:xfrm>
            <a:off x="3579000" y="2845800"/>
            <a:ext cx="1984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033" name="Google Shape;6033;p21"/>
          <p:cNvSpPr txBox="1">
            <a:spLocks noGrp="1"/>
          </p:cNvSpPr>
          <p:nvPr>
            <p:ph type="subTitle" idx="15"/>
          </p:nvPr>
        </p:nvSpPr>
        <p:spPr>
          <a:xfrm>
            <a:off x="6434097" y="2845800"/>
            <a:ext cx="1984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034" name="Google Shape;6034;p21"/>
          <p:cNvSpPr/>
          <p:nvPr/>
        </p:nvSpPr>
        <p:spPr>
          <a:xfrm rot="10800000" flipH="1">
            <a:off x="6647978" y="-207740"/>
            <a:ext cx="2505593" cy="2448124"/>
          </a:xfrm>
          <a:custGeom>
            <a:avLst/>
            <a:gdLst/>
            <a:ahLst/>
            <a:cxnLst/>
            <a:rect l="l" t="t" r="r" b="b"/>
            <a:pathLst>
              <a:path w="18268" h="17849" extrusionOk="0">
                <a:moveTo>
                  <a:pt x="18267" y="1"/>
                </a:moveTo>
                <a:cubicBezTo>
                  <a:pt x="17123" y="1258"/>
                  <a:pt x="16296" y="2810"/>
                  <a:pt x="15908" y="4475"/>
                </a:cubicBezTo>
                <a:cubicBezTo>
                  <a:pt x="15417" y="6621"/>
                  <a:pt x="15652" y="9175"/>
                  <a:pt x="14253" y="11004"/>
                </a:cubicBezTo>
                <a:cubicBezTo>
                  <a:pt x="13299" y="12251"/>
                  <a:pt x="12062" y="12597"/>
                  <a:pt x="10735" y="12597"/>
                </a:cubicBezTo>
                <a:cubicBezTo>
                  <a:pt x="9162" y="12597"/>
                  <a:pt x="7463" y="12111"/>
                  <a:pt x="5967" y="12066"/>
                </a:cubicBezTo>
                <a:cubicBezTo>
                  <a:pt x="5889" y="12064"/>
                  <a:pt x="5810" y="12063"/>
                  <a:pt x="5732" y="12063"/>
                </a:cubicBezTo>
                <a:cubicBezTo>
                  <a:pt x="3213" y="12063"/>
                  <a:pt x="838" y="13342"/>
                  <a:pt x="184" y="15938"/>
                </a:cubicBezTo>
                <a:cubicBezTo>
                  <a:pt x="21" y="16562"/>
                  <a:pt x="1" y="17215"/>
                  <a:pt x="82" y="17849"/>
                </a:cubicBezTo>
                <a:lnTo>
                  <a:pt x="18267" y="17849"/>
                </a:lnTo>
                <a:lnTo>
                  <a:pt x="1826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5" name="Google Shape;6035;p21"/>
          <p:cNvSpPr/>
          <p:nvPr/>
        </p:nvSpPr>
        <p:spPr>
          <a:xfrm rot="10800000" flipH="1">
            <a:off x="-232890" y="-8"/>
            <a:ext cx="922194" cy="913197"/>
          </a:xfrm>
          <a:custGeom>
            <a:avLst/>
            <a:gdLst/>
            <a:ahLst/>
            <a:cxnLst/>
            <a:rect l="l" t="t" r="r" b="b"/>
            <a:pathLst>
              <a:path w="12342" h="12222" extrusionOk="0">
                <a:moveTo>
                  <a:pt x="6166" y="3107"/>
                </a:moveTo>
                <a:cubicBezTo>
                  <a:pt x="6185" y="3107"/>
                  <a:pt x="6203" y="3107"/>
                  <a:pt x="6222" y="3107"/>
                </a:cubicBezTo>
                <a:cubicBezTo>
                  <a:pt x="7888" y="3138"/>
                  <a:pt x="9205" y="4507"/>
                  <a:pt x="9175" y="6162"/>
                </a:cubicBezTo>
                <a:cubicBezTo>
                  <a:pt x="9144" y="7808"/>
                  <a:pt x="7806" y="9115"/>
                  <a:pt x="6177" y="9115"/>
                </a:cubicBezTo>
                <a:cubicBezTo>
                  <a:pt x="6158" y="9115"/>
                  <a:pt x="6139" y="9115"/>
                  <a:pt x="6120" y="9114"/>
                </a:cubicBezTo>
                <a:cubicBezTo>
                  <a:pt x="4455" y="9084"/>
                  <a:pt x="3137" y="7715"/>
                  <a:pt x="3168" y="6060"/>
                </a:cubicBezTo>
                <a:cubicBezTo>
                  <a:pt x="3198" y="4413"/>
                  <a:pt x="4536" y="3107"/>
                  <a:pt x="6166" y="3107"/>
                </a:cubicBezTo>
                <a:close/>
                <a:moveTo>
                  <a:pt x="6160" y="0"/>
                </a:moveTo>
                <a:cubicBezTo>
                  <a:pt x="2840" y="0"/>
                  <a:pt x="123" y="2665"/>
                  <a:pt x="62" y="6009"/>
                </a:cubicBezTo>
                <a:cubicBezTo>
                  <a:pt x="1" y="9380"/>
                  <a:pt x="2698" y="12159"/>
                  <a:pt x="6069" y="12220"/>
                </a:cubicBezTo>
                <a:cubicBezTo>
                  <a:pt x="6107" y="12221"/>
                  <a:pt x="6144" y="12221"/>
                  <a:pt x="6182" y="12221"/>
                </a:cubicBezTo>
                <a:cubicBezTo>
                  <a:pt x="9502" y="12221"/>
                  <a:pt x="12220" y="9547"/>
                  <a:pt x="12281" y="6213"/>
                </a:cubicBezTo>
                <a:cubicBezTo>
                  <a:pt x="12342" y="2842"/>
                  <a:pt x="9655" y="63"/>
                  <a:pt x="6273" y="1"/>
                </a:cubicBezTo>
                <a:cubicBezTo>
                  <a:pt x="6236" y="1"/>
                  <a:pt x="6198" y="0"/>
                  <a:pt x="61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36" name="Google Shape;6036;p21"/>
          <p:cNvGrpSpPr/>
          <p:nvPr/>
        </p:nvGrpSpPr>
        <p:grpSpPr>
          <a:xfrm rot="10800000" flipH="1">
            <a:off x="8430782" y="68489"/>
            <a:ext cx="1517538" cy="1495345"/>
            <a:chOff x="-1517525" y="-541175"/>
            <a:chExt cx="1096725" cy="1080686"/>
          </a:xfrm>
        </p:grpSpPr>
        <p:sp>
          <p:nvSpPr>
            <p:cNvPr id="6037" name="Google Shape;6037;p21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8" name="Google Shape;6038;p21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9" name="Google Shape;6039;p21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0" name="Google Shape;6040;p21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1" name="Google Shape;6041;p21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2" name="Google Shape;6042;p21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3" name="Google Shape;6043;p21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4" name="Google Shape;6044;p21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5" name="Google Shape;6045;p21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6" name="Google Shape;6046;p21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7" name="Google Shape;6047;p21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8" name="Google Shape;6048;p21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9" name="Google Shape;6049;p21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0" name="Google Shape;6050;p21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1" name="Google Shape;6051;p21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2" name="Google Shape;6052;p21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3" name="Google Shape;6053;p21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4" name="Google Shape;6054;p21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5" name="Google Shape;6055;p21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6" name="Google Shape;6056;p21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7" name="Google Shape;6057;p21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8" name="Google Shape;6058;p21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9" name="Google Shape;6059;p21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0" name="Google Shape;6060;p21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1" name="Google Shape;6061;p21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2" name="Google Shape;6062;p21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3" name="Google Shape;6063;p21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4" name="Google Shape;6064;p21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5" name="Google Shape;6065;p21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6" name="Google Shape;6066;p21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7" name="Google Shape;6067;p21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8" name="Google Shape;6068;p21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9" name="Google Shape;6069;p21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0" name="Google Shape;6070;p21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1" name="Google Shape;6071;p21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2" name="Google Shape;6072;p21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3" name="Google Shape;6073;p21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4" name="Google Shape;6074;p21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5" name="Google Shape;6075;p21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6" name="Google Shape;6076;p21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7" name="Google Shape;6077;p21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8" name="Google Shape;6078;p21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9" name="Google Shape;6079;p21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0" name="Google Shape;6080;p21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1" name="Google Shape;6081;p21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2" name="Google Shape;6082;p21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3" name="Google Shape;6083;p21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4" name="Google Shape;6084;p21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5" name="Google Shape;6085;p21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6" name="Google Shape;6086;p21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7" name="Google Shape;6087;p21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8" name="Google Shape;6088;p21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9" name="Google Shape;6089;p21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0" name="Google Shape;6090;p21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1" name="Google Shape;6091;p21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2" name="Google Shape;6092;p21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3" name="Google Shape;6093;p21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4" name="Google Shape;6094;p21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5" name="Google Shape;6095;p21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6" name="Google Shape;6096;p21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7" name="Google Shape;6097;p21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8" name="Google Shape;6098;p21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9" name="Google Shape;6099;p21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0" name="Google Shape;6100;p21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1" name="Google Shape;6101;p21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2" name="Google Shape;6102;p21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3" name="Google Shape;6103;p21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4" name="Google Shape;6104;p21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5" name="Google Shape;6105;p21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6" name="Google Shape;6106;p21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7" name="Google Shape;6107;p21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8" name="Google Shape;6108;p21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9" name="Google Shape;6109;p21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0" name="Google Shape;6110;p21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1" name="Google Shape;6111;p21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2" name="Google Shape;6112;p21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3" name="Google Shape;6113;p21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4" name="Google Shape;6114;p21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5" name="Google Shape;6115;p21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6" name="Google Shape;6116;p21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7" name="Google Shape;6117;p21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8" name="Google Shape;6118;p21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9" name="Google Shape;6119;p21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0" name="Google Shape;6120;p21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1" name="Google Shape;6121;p21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2" name="Google Shape;6122;p21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3" name="Google Shape;6123;p21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4" name="Google Shape;6124;p21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5" name="Google Shape;6125;p21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21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21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21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21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21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21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21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21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21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21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21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21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21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21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21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21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21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21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21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21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21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21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21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21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21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21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21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21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21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21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21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21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21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21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21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21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21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21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21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21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21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21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21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21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21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21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21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21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21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21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21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21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21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21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21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21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21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21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21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21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21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21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8" name="Google Shape;6188;p21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9" name="Google Shape;6189;p21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21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21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21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21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21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21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21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21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21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21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21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21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21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21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21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21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21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21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21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21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21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21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21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21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21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21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21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21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21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21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21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21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21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21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21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21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21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21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21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21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21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21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21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21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21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21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21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21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21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21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21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21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21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21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21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21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21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21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21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21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21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21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2" name="Google Shape;6252;p21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3" name="Google Shape;6253;p21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4" name="Google Shape;6254;p21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5" name="Google Shape;6255;p21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6" name="Google Shape;6256;p21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7" name="Google Shape;6257;p21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8" name="Google Shape;6258;p21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9" name="Google Shape;6259;p21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0" name="Google Shape;6260;p21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1" name="Google Shape;6261;p21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2" name="Google Shape;6262;p21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3" name="Google Shape;6263;p21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4" name="Google Shape;6264;p21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5" name="Google Shape;6265;p21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6" name="Google Shape;6266;p21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7" name="Google Shape;6267;p21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8" name="Google Shape;6268;p21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9" name="Google Shape;6269;p21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0" name="Google Shape;6270;p21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1" name="Google Shape;6271;p21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2" name="Google Shape;6272;p21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3" name="Google Shape;6273;p21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4" name="Google Shape;6274;p21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5" name="Google Shape;6275;p21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6" name="Google Shape;6276;p21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7" name="Google Shape;6277;p21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8" name="Google Shape;6278;p21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9" name="Google Shape;6279;p21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0" name="Google Shape;6280;p21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1" name="Google Shape;6281;p21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2" name="Google Shape;6282;p21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3" name="Google Shape;6283;p21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4" name="Google Shape;6284;p21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5" name="Google Shape;6285;p21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6" name="Google Shape;6286;p21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7" name="Google Shape;6287;p21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8" name="Google Shape;6288;p21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9" name="Google Shape;6289;p21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0" name="Google Shape;6290;p21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1" name="Google Shape;6291;p21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2" name="Google Shape;6292;p21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3" name="Google Shape;6293;p21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4" name="Google Shape;6294;p21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5" name="Google Shape;6295;p21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6" name="Google Shape;6296;p21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7" name="Google Shape;6297;p21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8" name="Google Shape;6298;p21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9" name="Google Shape;6299;p21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0" name="Google Shape;6300;p21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1" name="Google Shape;6301;p21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2" name="Google Shape;6302;p21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3" name="Google Shape;6303;p21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4" name="Google Shape;6304;p21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5" name="Google Shape;6305;p21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6" name="Google Shape;6306;p21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7" name="Google Shape;6307;p21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8" name="Google Shape;6308;p21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9" name="Google Shape;6309;p21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0" name="Google Shape;6310;p21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1" name="Google Shape;6311;p21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2" name="Google Shape;6312;p21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3" name="Google Shape;6313;p21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4" name="Google Shape;6314;p21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5" name="Google Shape;6315;p21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6" name="Google Shape;6316;p21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7" name="Google Shape;6317;p21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8" name="Google Shape;6318;p21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9" name="Google Shape;6319;p21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0" name="Google Shape;6320;p21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1" name="Google Shape;6321;p21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2" name="Google Shape;6322;p21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3" name="Google Shape;6323;p21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4" name="Google Shape;6324;p21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5" name="Google Shape;6325;p21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6" name="Google Shape;6326;p21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7" name="Google Shape;6327;p21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8" name="Google Shape;6328;p21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9" name="Google Shape;6329;p21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0" name="Google Shape;6330;p21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1" name="Google Shape;6331;p21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2" name="Google Shape;6332;p21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3" name="Google Shape;6333;p21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4" name="Google Shape;6334;p21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5" name="Google Shape;6335;p21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6" name="Google Shape;6336;p21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7" name="Google Shape;6337;p21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8" name="Google Shape;6338;p21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9" name="Google Shape;6339;p21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0" name="Google Shape;6340;p21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1" name="Google Shape;6341;p21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2" name="Google Shape;6342;p21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3" name="Google Shape;6343;p21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4" name="Google Shape;6344;p21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5" name="Google Shape;6345;p21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6" name="Google Shape;6346;p21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7" name="Google Shape;6347;p21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8" name="Google Shape;6348;p21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9" name="Google Shape;6349;p21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0" name="Google Shape;6350;p21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1" name="Google Shape;6351;p21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2" name="Google Shape;6352;p21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3" name="Google Shape;6353;p21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4" name="Google Shape;6354;p21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5" name="Google Shape;6355;p21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6" name="Google Shape;6356;p21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7" name="Google Shape;6357;p21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8" name="Google Shape;6358;p21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9" name="Google Shape;6359;p21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0" name="Google Shape;6360;p21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1" name="Google Shape;6361;p21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2" name="Google Shape;6362;p21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3" name="Google Shape;6363;p21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4" name="Google Shape;6364;p21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5" name="Google Shape;6365;p21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6" name="Google Shape;6366;p21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7" name="Google Shape;6367;p21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8" name="Google Shape;6368;p21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9" name="Google Shape;6369;p21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0" name="Google Shape;6370;p21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1" name="Google Shape;6371;p21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2" name="Google Shape;6372;p21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73" name="Google Shape;6373;p21"/>
          <p:cNvGrpSpPr/>
          <p:nvPr/>
        </p:nvGrpSpPr>
        <p:grpSpPr>
          <a:xfrm rot="10800000" flipH="1">
            <a:off x="-828243" y="3924827"/>
            <a:ext cx="1517538" cy="1495345"/>
            <a:chOff x="-1517525" y="-541175"/>
            <a:chExt cx="1096725" cy="1080686"/>
          </a:xfrm>
        </p:grpSpPr>
        <p:sp>
          <p:nvSpPr>
            <p:cNvPr id="6374" name="Google Shape;6374;p21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5" name="Google Shape;6375;p21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6" name="Google Shape;6376;p21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7" name="Google Shape;6377;p21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8" name="Google Shape;6378;p21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9" name="Google Shape;6379;p21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0" name="Google Shape;6380;p21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1" name="Google Shape;6381;p21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2" name="Google Shape;6382;p21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3" name="Google Shape;6383;p21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4" name="Google Shape;6384;p21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5" name="Google Shape;6385;p21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6" name="Google Shape;6386;p21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7" name="Google Shape;6387;p21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8" name="Google Shape;6388;p21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9" name="Google Shape;6389;p21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0" name="Google Shape;6390;p21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1" name="Google Shape;6391;p21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2" name="Google Shape;6392;p21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3" name="Google Shape;6393;p21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4" name="Google Shape;6394;p21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5" name="Google Shape;6395;p21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6" name="Google Shape;6396;p21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7" name="Google Shape;6397;p21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8" name="Google Shape;6398;p21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9" name="Google Shape;6399;p21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0" name="Google Shape;6400;p21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1" name="Google Shape;6401;p21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2" name="Google Shape;6402;p21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3" name="Google Shape;6403;p21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4" name="Google Shape;6404;p21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5" name="Google Shape;6405;p21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6" name="Google Shape;6406;p21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7" name="Google Shape;6407;p21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8" name="Google Shape;6408;p21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9" name="Google Shape;6409;p21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0" name="Google Shape;6410;p21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1" name="Google Shape;6411;p21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2" name="Google Shape;6412;p21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3" name="Google Shape;6413;p21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4" name="Google Shape;6414;p21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5" name="Google Shape;6415;p21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6" name="Google Shape;6416;p21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7" name="Google Shape;6417;p21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8" name="Google Shape;6418;p21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9" name="Google Shape;6419;p21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0" name="Google Shape;6420;p21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1" name="Google Shape;6421;p21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2" name="Google Shape;6422;p21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3" name="Google Shape;6423;p21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4" name="Google Shape;6424;p21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5" name="Google Shape;6425;p21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6" name="Google Shape;6426;p21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7" name="Google Shape;6427;p21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8" name="Google Shape;6428;p21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9" name="Google Shape;6429;p21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0" name="Google Shape;6430;p21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1" name="Google Shape;6431;p21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2" name="Google Shape;6432;p21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3" name="Google Shape;6433;p21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4" name="Google Shape;6434;p21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5" name="Google Shape;6435;p21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6" name="Google Shape;6436;p21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7" name="Google Shape;6437;p21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8" name="Google Shape;6438;p21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9" name="Google Shape;6439;p21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0" name="Google Shape;6440;p21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1" name="Google Shape;6441;p21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2" name="Google Shape;6442;p21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3" name="Google Shape;6443;p21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4" name="Google Shape;6444;p21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5" name="Google Shape;6445;p21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6" name="Google Shape;6446;p21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7" name="Google Shape;6447;p21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8" name="Google Shape;6448;p21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9" name="Google Shape;6449;p21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0" name="Google Shape;6450;p21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1" name="Google Shape;6451;p21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2" name="Google Shape;6452;p21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3" name="Google Shape;6453;p21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4" name="Google Shape;6454;p21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5" name="Google Shape;6455;p21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6" name="Google Shape;6456;p21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7" name="Google Shape;6457;p21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8" name="Google Shape;6458;p21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9" name="Google Shape;6459;p21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0" name="Google Shape;6460;p21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1" name="Google Shape;6461;p21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2" name="Google Shape;6462;p21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3" name="Google Shape;6463;p21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4" name="Google Shape;6464;p21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5" name="Google Shape;6465;p21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6" name="Google Shape;6466;p21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7" name="Google Shape;6467;p21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8" name="Google Shape;6468;p21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9" name="Google Shape;6469;p21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0" name="Google Shape;6470;p21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1" name="Google Shape;6471;p21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2" name="Google Shape;6472;p21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3" name="Google Shape;6473;p21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4" name="Google Shape;6474;p21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5" name="Google Shape;6475;p21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6" name="Google Shape;6476;p21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7" name="Google Shape;6477;p21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8" name="Google Shape;6478;p21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9" name="Google Shape;6479;p21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0" name="Google Shape;6480;p21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1" name="Google Shape;6481;p21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2" name="Google Shape;6482;p21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3" name="Google Shape;6483;p21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4" name="Google Shape;6484;p21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5" name="Google Shape;6485;p21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6" name="Google Shape;6486;p21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7" name="Google Shape;6487;p21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8" name="Google Shape;6488;p21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9" name="Google Shape;6489;p21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0" name="Google Shape;6490;p21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1" name="Google Shape;6491;p21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2" name="Google Shape;6492;p21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3" name="Google Shape;6493;p21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4" name="Google Shape;6494;p21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5" name="Google Shape;6495;p21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6" name="Google Shape;6496;p21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7" name="Google Shape;6497;p21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8" name="Google Shape;6498;p21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9" name="Google Shape;6499;p21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0" name="Google Shape;6500;p21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1" name="Google Shape;6501;p21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2" name="Google Shape;6502;p21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3" name="Google Shape;6503;p21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4" name="Google Shape;6504;p21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5" name="Google Shape;6505;p21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6" name="Google Shape;6506;p21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7" name="Google Shape;6507;p21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8" name="Google Shape;6508;p21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9" name="Google Shape;6509;p21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0" name="Google Shape;6510;p21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1" name="Google Shape;6511;p21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2" name="Google Shape;6512;p21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3" name="Google Shape;6513;p21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4" name="Google Shape;6514;p21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5" name="Google Shape;6515;p21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6" name="Google Shape;6516;p21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7" name="Google Shape;6517;p21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8" name="Google Shape;6518;p21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9" name="Google Shape;6519;p21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0" name="Google Shape;6520;p21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1" name="Google Shape;6521;p21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2" name="Google Shape;6522;p21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3" name="Google Shape;6523;p21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4" name="Google Shape;6524;p21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5" name="Google Shape;6525;p21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6" name="Google Shape;6526;p21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7" name="Google Shape;6527;p21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8" name="Google Shape;6528;p21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9" name="Google Shape;6529;p21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0" name="Google Shape;6530;p21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1" name="Google Shape;6531;p21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2" name="Google Shape;6532;p21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3" name="Google Shape;6533;p21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4" name="Google Shape;6534;p21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5" name="Google Shape;6535;p21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6" name="Google Shape;6536;p21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7" name="Google Shape;6537;p21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8" name="Google Shape;6538;p21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9" name="Google Shape;6539;p21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0" name="Google Shape;6540;p21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1" name="Google Shape;6541;p21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2" name="Google Shape;6542;p21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3" name="Google Shape;6543;p21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4" name="Google Shape;6544;p21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5" name="Google Shape;6545;p21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6" name="Google Shape;6546;p21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7" name="Google Shape;6547;p21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8" name="Google Shape;6548;p21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9" name="Google Shape;6549;p21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0" name="Google Shape;6550;p21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1" name="Google Shape;6551;p21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2" name="Google Shape;6552;p21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3" name="Google Shape;6553;p21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4" name="Google Shape;6554;p21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5" name="Google Shape;6555;p21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6" name="Google Shape;6556;p21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7" name="Google Shape;6557;p21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8" name="Google Shape;6558;p21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9" name="Google Shape;6559;p21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0" name="Google Shape;6560;p21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1" name="Google Shape;6561;p21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2" name="Google Shape;6562;p21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3" name="Google Shape;6563;p21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4" name="Google Shape;6564;p21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5" name="Google Shape;6565;p21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6" name="Google Shape;6566;p21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7" name="Google Shape;6567;p21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8" name="Google Shape;6568;p21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9" name="Google Shape;6569;p21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0" name="Google Shape;6570;p21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1" name="Google Shape;6571;p21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2" name="Google Shape;6572;p21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3" name="Google Shape;6573;p21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4" name="Google Shape;6574;p21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5" name="Google Shape;6575;p21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6" name="Google Shape;6576;p21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7" name="Google Shape;6577;p21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8" name="Google Shape;6578;p21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9" name="Google Shape;6579;p21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0" name="Google Shape;6580;p21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1" name="Google Shape;6581;p21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2" name="Google Shape;6582;p21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3" name="Google Shape;6583;p21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4" name="Google Shape;6584;p21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5" name="Google Shape;6585;p21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6" name="Google Shape;6586;p21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7" name="Google Shape;6587;p21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8" name="Google Shape;6588;p21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9" name="Google Shape;6589;p21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0" name="Google Shape;6590;p21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1" name="Google Shape;6591;p21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2" name="Google Shape;6592;p21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3" name="Google Shape;6593;p21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4" name="Google Shape;6594;p21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5" name="Google Shape;6595;p21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6" name="Google Shape;6596;p21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7" name="Google Shape;6597;p21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8" name="Google Shape;6598;p21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9" name="Google Shape;6599;p21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0" name="Google Shape;6600;p21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1" name="Google Shape;6601;p21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2" name="Google Shape;6602;p21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3" name="Google Shape;6603;p21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4" name="Google Shape;6604;p21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5" name="Google Shape;6605;p21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6" name="Google Shape;6606;p21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7" name="Google Shape;6607;p21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8" name="Google Shape;6608;p21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9" name="Google Shape;6609;p21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0" name="Google Shape;6610;p21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1" name="Google Shape;6611;p21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2" name="Google Shape;6612;p21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3" name="Google Shape;6613;p21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4" name="Google Shape;6614;p21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5" name="Google Shape;6615;p21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6" name="Google Shape;6616;p21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7" name="Google Shape;6617;p21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8" name="Google Shape;6618;p21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9" name="Google Shape;6619;p21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0" name="Google Shape;6620;p21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1" name="Google Shape;6621;p21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2" name="Google Shape;6622;p21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3" name="Google Shape;6623;p21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4" name="Google Shape;6624;p21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5" name="Google Shape;6625;p21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6" name="Google Shape;6626;p21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7" name="Google Shape;6627;p21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8" name="Google Shape;6628;p21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9" name="Google Shape;6629;p21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0" name="Google Shape;6630;p21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1" name="Google Shape;6631;p21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2" name="Google Shape;6632;p21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3" name="Google Shape;6633;p21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4" name="Google Shape;6634;p21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5" name="Google Shape;6635;p21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6" name="Google Shape;6636;p21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7" name="Google Shape;6637;p21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8" name="Google Shape;6638;p21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9" name="Google Shape;6639;p21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0" name="Google Shape;6640;p21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1" name="Google Shape;6641;p21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2" name="Google Shape;6642;p21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3" name="Google Shape;6643;p21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4" name="Google Shape;6644;p21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5" name="Google Shape;6645;p21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6" name="Google Shape;6646;p21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7" name="Google Shape;6647;p21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8" name="Google Shape;6648;p21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9" name="Google Shape;6649;p21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0" name="Google Shape;6650;p21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1" name="Google Shape;6651;p21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2" name="Google Shape;6652;p21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3" name="Google Shape;6653;p21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4" name="Google Shape;6654;p21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5" name="Google Shape;6655;p21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6" name="Google Shape;6656;p21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7" name="Google Shape;6657;p21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8" name="Google Shape;6658;p21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9" name="Google Shape;6659;p21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0" name="Google Shape;6660;p21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1" name="Google Shape;6661;p21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2" name="Google Shape;6662;p21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3" name="Google Shape;6663;p21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4" name="Google Shape;6664;p21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5" name="Google Shape;6665;p21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6" name="Google Shape;6666;p21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7" name="Google Shape;6667;p21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8" name="Google Shape;6668;p21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9" name="Google Shape;6669;p21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0" name="Google Shape;6670;p21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1" name="Google Shape;6671;p21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2" name="Google Shape;6672;p21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3" name="Google Shape;6673;p21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4" name="Google Shape;6674;p21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5" name="Google Shape;6675;p21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6" name="Google Shape;6676;p21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7" name="Google Shape;6677;p21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8" name="Google Shape;6678;p21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9" name="Google Shape;6679;p21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0" name="Google Shape;6680;p21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1" name="Google Shape;6681;p21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2" name="Google Shape;6682;p21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3" name="Google Shape;6683;p21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4" name="Google Shape;6684;p21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5" name="Google Shape;6685;p21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6" name="Google Shape;6686;p21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7" name="Google Shape;6687;p21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8" name="Google Shape;6688;p21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9" name="Google Shape;6689;p21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0" name="Google Shape;6690;p21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1" name="Google Shape;6691;p21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2" name="Google Shape;6692;p21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3" name="Google Shape;6693;p21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4" name="Google Shape;6694;p21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5" name="Google Shape;6695;p21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6" name="Google Shape;6696;p21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7" name="Google Shape;6697;p21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8" name="Google Shape;6698;p21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9" name="Google Shape;6699;p21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0" name="Google Shape;6700;p21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1" name="Google Shape;6701;p21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2" name="Google Shape;6702;p21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3" name="Google Shape;6703;p21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4" name="Google Shape;6704;p21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5" name="Google Shape;6705;p21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6" name="Google Shape;6706;p21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7" name="Google Shape;6707;p21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8" name="Google Shape;6708;p21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9" name="Google Shape;6709;p21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10" name="Google Shape;6710;p21"/>
          <p:cNvSpPr/>
          <p:nvPr/>
        </p:nvSpPr>
        <p:spPr>
          <a:xfrm rot="10800000" flipH="1">
            <a:off x="0" y="4672501"/>
            <a:ext cx="9220167" cy="539499"/>
          </a:xfrm>
          <a:custGeom>
            <a:avLst/>
            <a:gdLst/>
            <a:ahLst/>
            <a:cxnLst/>
            <a:rect l="l" t="t" r="r" b="b"/>
            <a:pathLst>
              <a:path w="43869" h="8659" extrusionOk="0">
                <a:moveTo>
                  <a:pt x="0" y="1"/>
                </a:moveTo>
                <a:lnTo>
                  <a:pt x="0" y="3076"/>
                </a:lnTo>
                <a:cubicBezTo>
                  <a:pt x="572" y="2811"/>
                  <a:pt x="1185" y="2637"/>
                  <a:pt x="1808" y="2504"/>
                </a:cubicBezTo>
                <a:cubicBezTo>
                  <a:pt x="2757" y="2309"/>
                  <a:pt x="3718" y="2221"/>
                  <a:pt x="4682" y="2221"/>
                </a:cubicBezTo>
                <a:cubicBezTo>
                  <a:pt x="7038" y="2221"/>
                  <a:pt x="9409" y="2743"/>
                  <a:pt x="11656" y="3475"/>
                </a:cubicBezTo>
                <a:cubicBezTo>
                  <a:pt x="14834" y="4507"/>
                  <a:pt x="17858" y="5967"/>
                  <a:pt x="21014" y="7040"/>
                </a:cubicBezTo>
                <a:cubicBezTo>
                  <a:pt x="23870" y="8002"/>
                  <a:pt x="26864" y="8658"/>
                  <a:pt x="29877" y="8658"/>
                </a:cubicBezTo>
                <a:cubicBezTo>
                  <a:pt x="30130" y="8658"/>
                  <a:pt x="30384" y="8653"/>
                  <a:pt x="30638" y="8644"/>
                </a:cubicBezTo>
                <a:cubicBezTo>
                  <a:pt x="33898" y="8532"/>
                  <a:pt x="37187" y="7572"/>
                  <a:pt x="39792" y="5590"/>
                </a:cubicBezTo>
                <a:cubicBezTo>
                  <a:pt x="41651" y="4169"/>
                  <a:pt x="43123" y="2198"/>
                  <a:pt x="4386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1" name="Google Shape;6711;p21"/>
          <p:cNvSpPr/>
          <p:nvPr/>
        </p:nvSpPr>
        <p:spPr>
          <a:xfrm rot="10800000" flipH="1">
            <a:off x="200501" y="1189889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2" name="Google Shape;6712;p21"/>
          <p:cNvSpPr/>
          <p:nvPr/>
        </p:nvSpPr>
        <p:spPr>
          <a:xfrm rot="10800000" flipH="1">
            <a:off x="8502150" y="3654815"/>
            <a:ext cx="2053902" cy="2035379"/>
          </a:xfrm>
          <a:custGeom>
            <a:avLst/>
            <a:gdLst/>
            <a:ahLst/>
            <a:cxnLst/>
            <a:rect l="l" t="t" r="r" b="b"/>
            <a:pathLst>
              <a:path w="13466" h="13345" extrusionOk="0">
                <a:moveTo>
                  <a:pt x="6730" y="1257"/>
                </a:moveTo>
                <a:cubicBezTo>
                  <a:pt x="6762" y="1257"/>
                  <a:pt x="6793" y="1258"/>
                  <a:pt x="6825" y="1258"/>
                </a:cubicBezTo>
                <a:cubicBezTo>
                  <a:pt x="9818" y="1309"/>
                  <a:pt x="12199" y="3771"/>
                  <a:pt x="12147" y="6775"/>
                </a:cubicBezTo>
                <a:cubicBezTo>
                  <a:pt x="12097" y="9736"/>
                  <a:pt x="9686" y="12098"/>
                  <a:pt x="6737" y="12098"/>
                </a:cubicBezTo>
                <a:cubicBezTo>
                  <a:pt x="6705" y="12098"/>
                  <a:pt x="6673" y="12098"/>
                  <a:pt x="6641" y="12097"/>
                </a:cubicBezTo>
                <a:cubicBezTo>
                  <a:pt x="3647" y="12047"/>
                  <a:pt x="1257" y="9574"/>
                  <a:pt x="1308" y="6580"/>
                </a:cubicBezTo>
                <a:cubicBezTo>
                  <a:pt x="1359" y="3619"/>
                  <a:pt x="3779" y="1257"/>
                  <a:pt x="6730" y="1257"/>
                </a:cubicBezTo>
                <a:close/>
                <a:moveTo>
                  <a:pt x="6732" y="0"/>
                </a:moveTo>
                <a:cubicBezTo>
                  <a:pt x="3095" y="0"/>
                  <a:pt x="123" y="2920"/>
                  <a:pt x="62" y="6560"/>
                </a:cubicBezTo>
                <a:cubicBezTo>
                  <a:pt x="1" y="10248"/>
                  <a:pt x="2932" y="13282"/>
                  <a:pt x="6621" y="13344"/>
                </a:cubicBezTo>
                <a:cubicBezTo>
                  <a:pt x="6665" y="13344"/>
                  <a:pt x="6709" y="13345"/>
                  <a:pt x="6753" y="13345"/>
                </a:cubicBezTo>
                <a:cubicBezTo>
                  <a:pt x="10371" y="13345"/>
                  <a:pt x="13333" y="10429"/>
                  <a:pt x="13404" y="6795"/>
                </a:cubicBezTo>
                <a:cubicBezTo>
                  <a:pt x="13466" y="3107"/>
                  <a:pt x="10533" y="73"/>
                  <a:pt x="6846" y="1"/>
                </a:cubicBezTo>
                <a:cubicBezTo>
                  <a:pt x="6808" y="0"/>
                  <a:pt x="6770" y="0"/>
                  <a:pt x="67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3" name="Google Shape;6713;p21"/>
          <p:cNvSpPr/>
          <p:nvPr/>
        </p:nvSpPr>
        <p:spPr>
          <a:xfrm rot="10800000" flipH="1">
            <a:off x="5992451" y="4818739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9" name="Google Shape;7419;p24"/>
          <p:cNvSpPr/>
          <p:nvPr/>
        </p:nvSpPr>
        <p:spPr>
          <a:xfrm>
            <a:off x="5791269" y="2102249"/>
            <a:ext cx="3352726" cy="3041317"/>
          </a:xfrm>
          <a:custGeom>
            <a:avLst/>
            <a:gdLst/>
            <a:ahLst/>
            <a:cxnLst/>
            <a:rect l="l" t="t" r="r" b="b"/>
            <a:pathLst>
              <a:path w="18268" h="16571" extrusionOk="0">
                <a:moveTo>
                  <a:pt x="18267" y="0"/>
                </a:moveTo>
                <a:cubicBezTo>
                  <a:pt x="17011" y="685"/>
                  <a:pt x="15979" y="1778"/>
                  <a:pt x="15438" y="3106"/>
                </a:cubicBezTo>
                <a:cubicBezTo>
                  <a:pt x="14743" y="4812"/>
                  <a:pt x="14896" y="6733"/>
                  <a:pt x="14937" y="8572"/>
                </a:cubicBezTo>
                <a:cubicBezTo>
                  <a:pt x="14937" y="9083"/>
                  <a:pt x="14937" y="9603"/>
                  <a:pt x="14773" y="10084"/>
                </a:cubicBezTo>
                <a:cubicBezTo>
                  <a:pt x="14318" y="11360"/>
                  <a:pt x="12827" y="11974"/>
                  <a:pt x="11468" y="11974"/>
                </a:cubicBezTo>
                <a:cubicBezTo>
                  <a:pt x="11456" y="11974"/>
                  <a:pt x="11444" y="11974"/>
                  <a:pt x="11433" y="11974"/>
                </a:cubicBezTo>
                <a:cubicBezTo>
                  <a:pt x="10074" y="11974"/>
                  <a:pt x="8746" y="11524"/>
                  <a:pt x="7387" y="11412"/>
                </a:cubicBezTo>
                <a:cubicBezTo>
                  <a:pt x="7166" y="11393"/>
                  <a:pt x="6944" y="11383"/>
                  <a:pt x="6721" y="11383"/>
                </a:cubicBezTo>
                <a:cubicBezTo>
                  <a:pt x="4806" y="11383"/>
                  <a:pt x="2877" y="12088"/>
                  <a:pt x="1512" y="13424"/>
                </a:cubicBezTo>
                <a:cubicBezTo>
                  <a:pt x="849" y="14078"/>
                  <a:pt x="327" y="14875"/>
                  <a:pt x="0" y="15733"/>
                </a:cubicBezTo>
                <a:lnTo>
                  <a:pt x="0" y="16571"/>
                </a:lnTo>
                <a:lnTo>
                  <a:pt x="18267" y="16571"/>
                </a:lnTo>
                <a:lnTo>
                  <a:pt x="1826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0" name="Google Shape;7420;p24"/>
          <p:cNvSpPr/>
          <p:nvPr/>
        </p:nvSpPr>
        <p:spPr>
          <a:xfrm rot="5400000" flipH="1">
            <a:off x="-190497" y="2732533"/>
            <a:ext cx="2628891" cy="2425217"/>
          </a:xfrm>
          <a:custGeom>
            <a:avLst/>
            <a:gdLst/>
            <a:ahLst/>
            <a:cxnLst/>
            <a:rect l="l" t="t" r="r" b="b"/>
            <a:pathLst>
              <a:path w="16857" h="15551" extrusionOk="0">
                <a:moveTo>
                  <a:pt x="0" y="1"/>
                </a:moveTo>
                <a:lnTo>
                  <a:pt x="0" y="15550"/>
                </a:lnTo>
                <a:lnTo>
                  <a:pt x="14845" y="15550"/>
                </a:lnTo>
                <a:cubicBezTo>
                  <a:pt x="15324" y="14334"/>
                  <a:pt x="15856" y="12679"/>
                  <a:pt x="15958" y="12372"/>
                </a:cubicBezTo>
                <a:cubicBezTo>
                  <a:pt x="16489" y="10758"/>
                  <a:pt x="16857" y="9032"/>
                  <a:pt x="16469" y="7336"/>
                </a:cubicBezTo>
                <a:cubicBezTo>
                  <a:pt x="15274" y="2187"/>
                  <a:pt x="9614" y="2544"/>
                  <a:pt x="5507" y="2238"/>
                </a:cubicBezTo>
                <a:cubicBezTo>
                  <a:pt x="3402" y="2085"/>
                  <a:pt x="1349" y="1329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1" name="Google Shape;7421;p24"/>
          <p:cNvSpPr/>
          <p:nvPr/>
        </p:nvSpPr>
        <p:spPr>
          <a:xfrm flipH="1">
            <a:off x="-610726" y="2564030"/>
            <a:ext cx="1281912" cy="1162406"/>
          </a:xfrm>
          <a:custGeom>
            <a:avLst/>
            <a:gdLst/>
            <a:ahLst/>
            <a:cxnLst/>
            <a:rect l="l" t="t" r="r" b="b"/>
            <a:pathLst>
              <a:path w="10452" h="9478" extrusionOk="0">
                <a:moveTo>
                  <a:pt x="5225" y="0"/>
                </a:moveTo>
                <a:cubicBezTo>
                  <a:pt x="4038" y="0"/>
                  <a:pt x="2851" y="443"/>
                  <a:pt x="1932" y="1332"/>
                </a:cubicBezTo>
                <a:cubicBezTo>
                  <a:pt x="52" y="3150"/>
                  <a:pt x="0" y="6154"/>
                  <a:pt x="1819" y="8034"/>
                </a:cubicBezTo>
                <a:cubicBezTo>
                  <a:pt x="2748" y="8994"/>
                  <a:pt x="3985" y="9477"/>
                  <a:pt x="5224" y="9477"/>
                </a:cubicBezTo>
                <a:cubicBezTo>
                  <a:pt x="6409" y="9477"/>
                  <a:pt x="7597" y="9035"/>
                  <a:pt x="8521" y="8146"/>
                </a:cubicBezTo>
                <a:cubicBezTo>
                  <a:pt x="10400" y="6328"/>
                  <a:pt x="10452" y="3324"/>
                  <a:pt x="8633" y="1444"/>
                </a:cubicBezTo>
                <a:cubicBezTo>
                  <a:pt x="7704" y="484"/>
                  <a:pt x="6465" y="0"/>
                  <a:pt x="522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2" name="Google Shape;7422;p24"/>
          <p:cNvSpPr/>
          <p:nvPr/>
        </p:nvSpPr>
        <p:spPr>
          <a:xfrm flipH="1">
            <a:off x="253145" y="1994675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23" name="Google Shape;7423;p24"/>
          <p:cNvGrpSpPr/>
          <p:nvPr/>
        </p:nvGrpSpPr>
        <p:grpSpPr>
          <a:xfrm rot="-5400000" flipH="1">
            <a:off x="8085567" y="-38934"/>
            <a:ext cx="81758" cy="608663"/>
            <a:chOff x="-1154155" y="1061718"/>
            <a:chExt cx="36015" cy="268015"/>
          </a:xfrm>
        </p:grpSpPr>
        <p:sp>
          <p:nvSpPr>
            <p:cNvPr id="7424" name="Google Shape;7424;p24"/>
            <p:cNvSpPr/>
            <p:nvPr/>
          </p:nvSpPr>
          <p:spPr>
            <a:xfrm>
              <a:off x="-1154155" y="1061718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195" y="0"/>
                  </a:moveTo>
                  <a:cubicBezTo>
                    <a:pt x="175" y="0"/>
                    <a:pt x="164" y="11"/>
                    <a:pt x="144" y="11"/>
                  </a:cubicBezTo>
                  <a:cubicBezTo>
                    <a:pt x="134" y="21"/>
                    <a:pt x="123" y="31"/>
                    <a:pt x="103" y="31"/>
                  </a:cubicBezTo>
                  <a:lnTo>
                    <a:pt x="73" y="62"/>
                  </a:lnTo>
                  <a:cubicBezTo>
                    <a:pt x="62" y="72"/>
                    <a:pt x="52" y="82"/>
                    <a:pt x="42" y="103"/>
                  </a:cubicBezTo>
                  <a:cubicBezTo>
                    <a:pt x="32" y="113"/>
                    <a:pt x="32" y="123"/>
                    <a:pt x="21" y="143"/>
                  </a:cubicBezTo>
                  <a:cubicBezTo>
                    <a:pt x="21" y="154"/>
                    <a:pt x="11" y="164"/>
                    <a:pt x="11" y="184"/>
                  </a:cubicBezTo>
                  <a:cubicBezTo>
                    <a:pt x="1" y="195"/>
                    <a:pt x="1" y="215"/>
                    <a:pt x="1" y="225"/>
                  </a:cubicBezTo>
                  <a:cubicBezTo>
                    <a:pt x="1" y="286"/>
                    <a:pt x="32" y="348"/>
                    <a:pt x="73" y="389"/>
                  </a:cubicBezTo>
                  <a:cubicBezTo>
                    <a:pt x="114" y="440"/>
                    <a:pt x="175" y="461"/>
                    <a:pt x="236" y="461"/>
                  </a:cubicBezTo>
                  <a:cubicBezTo>
                    <a:pt x="297" y="461"/>
                    <a:pt x="359" y="440"/>
                    <a:pt x="400" y="389"/>
                  </a:cubicBezTo>
                  <a:lnTo>
                    <a:pt x="430" y="358"/>
                  </a:lnTo>
                  <a:cubicBezTo>
                    <a:pt x="440" y="348"/>
                    <a:pt x="440" y="327"/>
                    <a:pt x="450" y="318"/>
                  </a:cubicBezTo>
                  <a:cubicBezTo>
                    <a:pt x="461" y="307"/>
                    <a:pt x="461" y="286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59" y="21"/>
                    <a:pt x="297" y="0"/>
                    <a:pt x="2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5" name="Google Shape;7425;p24"/>
            <p:cNvSpPr/>
            <p:nvPr/>
          </p:nvSpPr>
          <p:spPr>
            <a:xfrm>
              <a:off x="-1154155" y="1139575"/>
              <a:ext cx="35193" cy="112300"/>
            </a:xfrm>
            <a:custGeom>
              <a:avLst/>
              <a:gdLst/>
              <a:ahLst/>
              <a:cxnLst/>
              <a:rect l="l" t="t" r="r" b="b"/>
              <a:pathLst>
                <a:path w="471" h="1503" extrusionOk="0">
                  <a:moveTo>
                    <a:pt x="236" y="1"/>
                  </a:moveTo>
                  <a:cubicBezTo>
                    <a:pt x="114" y="1"/>
                    <a:pt x="1" y="103"/>
                    <a:pt x="1" y="225"/>
                  </a:cubicBezTo>
                  <a:cubicBezTo>
                    <a:pt x="1" y="358"/>
                    <a:pt x="114" y="461"/>
                    <a:pt x="236" y="461"/>
                  </a:cubicBezTo>
                  <a:cubicBezTo>
                    <a:pt x="369" y="461"/>
                    <a:pt x="471" y="358"/>
                    <a:pt x="471" y="225"/>
                  </a:cubicBezTo>
                  <a:cubicBezTo>
                    <a:pt x="471" y="103"/>
                    <a:pt x="369" y="1"/>
                    <a:pt x="236" y="1"/>
                  </a:cubicBezTo>
                  <a:close/>
                  <a:moveTo>
                    <a:pt x="236" y="1043"/>
                  </a:moveTo>
                  <a:cubicBezTo>
                    <a:pt x="114" y="1043"/>
                    <a:pt x="1" y="1145"/>
                    <a:pt x="1" y="1267"/>
                  </a:cubicBezTo>
                  <a:cubicBezTo>
                    <a:pt x="1" y="1401"/>
                    <a:pt x="114" y="1503"/>
                    <a:pt x="236" y="1503"/>
                  </a:cubicBezTo>
                  <a:cubicBezTo>
                    <a:pt x="369" y="1503"/>
                    <a:pt x="471" y="1401"/>
                    <a:pt x="471" y="1267"/>
                  </a:cubicBezTo>
                  <a:cubicBezTo>
                    <a:pt x="471" y="1145"/>
                    <a:pt x="369" y="1043"/>
                    <a:pt x="236" y="10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6" name="Google Shape;7426;p24"/>
            <p:cNvSpPr/>
            <p:nvPr/>
          </p:nvSpPr>
          <p:spPr>
            <a:xfrm>
              <a:off x="-1154155" y="1295289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236" y="1"/>
                  </a:moveTo>
                  <a:cubicBezTo>
                    <a:pt x="175" y="1"/>
                    <a:pt x="114" y="21"/>
                    <a:pt x="73" y="62"/>
                  </a:cubicBezTo>
                  <a:cubicBezTo>
                    <a:pt x="32" y="113"/>
                    <a:pt x="1" y="175"/>
                    <a:pt x="1" y="225"/>
                  </a:cubicBezTo>
                  <a:cubicBezTo>
                    <a:pt x="1" y="246"/>
                    <a:pt x="1" y="256"/>
                    <a:pt x="11" y="277"/>
                  </a:cubicBezTo>
                  <a:cubicBezTo>
                    <a:pt x="11" y="287"/>
                    <a:pt x="21" y="307"/>
                    <a:pt x="21" y="318"/>
                  </a:cubicBezTo>
                  <a:cubicBezTo>
                    <a:pt x="32" y="328"/>
                    <a:pt x="32" y="348"/>
                    <a:pt x="42" y="359"/>
                  </a:cubicBezTo>
                  <a:lnTo>
                    <a:pt x="73" y="389"/>
                  </a:lnTo>
                  <a:cubicBezTo>
                    <a:pt x="114" y="440"/>
                    <a:pt x="175" y="461"/>
                    <a:pt x="236" y="461"/>
                  </a:cubicBezTo>
                  <a:lnTo>
                    <a:pt x="277" y="461"/>
                  </a:lnTo>
                  <a:cubicBezTo>
                    <a:pt x="297" y="450"/>
                    <a:pt x="307" y="450"/>
                    <a:pt x="328" y="440"/>
                  </a:cubicBezTo>
                  <a:cubicBezTo>
                    <a:pt x="338" y="440"/>
                    <a:pt x="348" y="430"/>
                    <a:pt x="369" y="420"/>
                  </a:cubicBezTo>
                  <a:lnTo>
                    <a:pt x="400" y="389"/>
                  </a:lnTo>
                  <a:lnTo>
                    <a:pt x="430" y="359"/>
                  </a:lnTo>
                  <a:cubicBezTo>
                    <a:pt x="440" y="348"/>
                    <a:pt x="440" y="328"/>
                    <a:pt x="450" y="318"/>
                  </a:cubicBezTo>
                  <a:cubicBezTo>
                    <a:pt x="461" y="307"/>
                    <a:pt x="461" y="287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89" y="52"/>
                    <a:pt x="379" y="41"/>
                    <a:pt x="369" y="41"/>
                  </a:cubicBezTo>
                  <a:cubicBezTo>
                    <a:pt x="348" y="32"/>
                    <a:pt x="338" y="21"/>
                    <a:pt x="328" y="11"/>
                  </a:cubicBezTo>
                  <a:cubicBezTo>
                    <a:pt x="307" y="11"/>
                    <a:pt x="297" y="1"/>
                    <a:pt x="2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27" name="Google Shape;7427;p24"/>
          <p:cNvGrpSpPr/>
          <p:nvPr/>
        </p:nvGrpSpPr>
        <p:grpSpPr>
          <a:xfrm>
            <a:off x="8731082" y="2630702"/>
            <a:ext cx="1517538" cy="1495345"/>
            <a:chOff x="-1517525" y="-541175"/>
            <a:chExt cx="1096725" cy="1080686"/>
          </a:xfrm>
        </p:grpSpPr>
        <p:sp>
          <p:nvSpPr>
            <p:cNvPr id="7428" name="Google Shape;7428;p24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9" name="Google Shape;7429;p24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0" name="Google Shape;7430;p24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1" name="Google Shape;7431;p24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2" name="Google Shape;7432;p24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3" name="Google Shape;7433;p24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4" name="Google Shape;7434;p24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5" name="Google Shape;7435;p24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6" name="Google Shape;7436;p24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7" name="Google Shape;7437;p24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8" name="Google Shape;7438;p24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9" name="Google Shape;7439;p24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0" name="Google Shape;7440;p24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1" name="Google Shape;7441;p24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2" name="Google Shape;7442;p24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3" name="Google Shape;7443;p24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4" name="Google Shape;7444;p24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5" name="Google Shape;7445;p24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6" name="Google Shape;7446;p24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7" name="Google Shape;7447;p24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8" name="Google Shape;7448;p24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9" name="Google Shape;7449;p24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0" name="Google Shape;7450;p24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1" name="Google Shape;7451;p24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2" name="Google Shape;7452;p24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3" name="Google Shape;7453;p24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4" name="Google Shape;7454;p24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5" name="Google Shape;7455;p24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6" name="Google Shape;7456;p24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7" name="Google Shape;7457;p24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8" name="Google Shape;7458;p24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9" name="Google Shape;7459;p24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0" name="Google Shape;7460;p24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1" name="Google Shape;7461;p24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2" name="Google Shape;7462;p24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3" name="Google Shape;7463;p24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4" name="Google Shape;7464;p24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5" name="Google Shape;7465;p24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6" name="Google Shape;7466;p24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7" name="Google Shape;7467;p24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8" name="Google Shape;7468;p24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9" name="Google Shape;7469;p24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0" name="Google Shape;7470;p24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1" name="Google Shape;7471;p24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2" name="Google Shape;7472;p24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3" name="Google Shape;7473;p24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4" name="Google Shape;7474;p24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5" name="Google Shape;7475;p24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6" name="Google Shape;7476;p24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7" name="Google Shape;7477;p24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8" name="Google Shape;7478;p24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9" name="Google Shape;7479;p24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0" name="Google Shape;7480;p24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1" name="Google Shape;7481;p24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2" name="Google Shape;7482;p24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3" name="Google Shape;7483;p24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4" name="Google Shape;7484;p24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5" name="Google Shape;7485;p24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6" name="Google Shape;7486;p24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7" name="Google Shape;7487;p24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8" name="Google Shape;7488;p24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9" name="Google Shape;7489;p24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0" name="Google Shape;7490;p24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1" name="Google Shape;7491;p24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2" name="Google Shape;7492;p24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3" name="Google Shape;7493;p24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4" name="Google Shape;7494;p24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5" name="Google Shape;7495;p24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6" name="Google Shape;7496;p24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7" name="Google Shape;7497;p24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8" name="Google Shape;7498;p24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9" name="Google Shape;7499;p24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0" name="Google Shape;7500;p24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1" name="Google Shape;7501;p24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2" name="Google Shape;7502;p24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3" name="Google Shape;7503;p24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4" name="Google Shape;7504;p24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5" name="Google Shape;7505;p24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6" name="Google Shape;7506;p24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7" name="Google Shape;7507;p24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8" name="Google Shape;7508;p24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9" name="Google Shape;7509;p24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0" name="Google Shape;7510;p24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1" name="Google Shape;7511;p24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2" name="Google Shape;7512;p24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3" name="Google Shape;7513;p24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4" name="Google Shape;7514;p24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5" name="Google Shape;7515;p24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6" name="Google Shape;7516;p24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7" name="Google Shape;7517;p24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8" name="Google Shape;7518;p24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9" name="Google Shape;7519;p24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0" name="Google Shape;7520;p24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1" name="Google Shape;7521;p24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2" name="Google Shape;7522;p24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3" name="Google Shape;7523;p24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4" name="Google Shape;7524;p24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5" name="Google Shape;7525;p24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6" name="Google Shape;7526;p24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7" name="Google Shape;7527;p24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8" name="Google Shape;7528;p24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9" name="Google Shape;7529;p24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0" name="Google Shape;7530;p24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1" name="Google Shape;7531;p24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2" name="Google Shape;7532;p24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3" name="Google Shape;7533;p24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4" name="Google Shape;7534;p24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5" name="Google Shape;7535;p24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6" name="Google Shape;7536;p24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7" name="Google Shape;7537;p24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8" name="Google Shape;7538;p24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9" name="Google Shape;7539;p24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0" name="Google Shape;7540;p24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1" name="Google Shape;7541;p24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2" name="Google Shape;7542;p24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3" name="Google Shape;7543;p24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4" name="Google Shape;7544;p24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5" name="Google Shape;7545;p24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6" name="Google Shape;7546;p24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7" name="Google Shape;7547;p24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8" name="Google Shape;7548;p24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9" name="Google Shape;7549;p24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0" name="Google Shape;7550;p24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1" name="Google Shape;7551;p24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2" name="Google Shape;7552;p24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3" name="Google Shape;7553;p24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4" name="Google Shape;7554;p24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5" name="Google Shape;7555;p24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6" name="Google Shape;7556;p24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7" name="Google Shape;7557;p24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8" name="Google Shape;7558;p24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9" name="Google Shape;7559;p24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0" name="Google Shape;7560;p24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1" name="Google Shape;7561;p24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2" name="Google Shape;7562;p24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3" name="Google Shape;7563;p24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4" name="Google Shape;7564;p24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5" name="Google Shape;7565;p24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6" name="Google Shape;7566;p24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7" name="Google Shape;7567;p24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8" name="Google Shape;7568;p24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9" name="Google Shape;7569;p24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0" name="Google Shape;7570;p24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1" name="Google Shape;7571;p24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2" name="Google Shape;7572;p24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3" name="Google Shape;7573;p24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4" name="Google Shape;7574;p24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5" name="Google Shape;7575;p24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6" name="Google Shape;7576;p24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7" name="Google Shape;7577;p24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8" name="Google Shape;7578;p24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9" name="Google Shape;7579;p24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0" name="Google Shape;7580;p24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1" name="Google Shape;7581;p24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2" name="Google Shape;7582;p24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3" name="Google Shape;7583;p24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4" name="Google Shape;7584;p24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5" name="Google Shape;7585;p24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6" name="Google Shape;7586;p24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7" name="Google Shape;7587;p24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8" name="Google Shape;7588;p24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9" name="Google Shape;7589;p24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0" name="Google Shape;7590;p24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1" name="Google Shape;7591;p24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2" name="Google Shape;7592;p24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3" name="Google Shape;7593;p24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4" name="Google Shape;7594;p24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5" name="Google Shape;7595;p24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6" name="Google Shape;7596;p24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7" name="Google Shape;7597;p24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8" name="Google Shape;7598;p24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9" name="Google Shape;7599;p24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0" name="Google Shape;7600;p24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1" name="Google Shape;7601;p24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2" name="Google Shape;7602;p24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3" name="Google Shape;7603;p24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4" name="Google Shape;7604;p24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5" name="Google Shape;7605;p24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6" name="Google Shape;7606;p24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7" name="Google Shape;7607;p24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8" name="Google Shape;7608;p24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9" name="Google Shape;7609;p24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0" name="Google Shape;7610;p24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1" name="Google Shape;7611;p24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2" name="Google Shape;7612;p24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3" name="Google Shape;7613;p24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4" name="Google Shape;7614;p24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5" name="Google Shape;7615;p24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6" name="Google Shape;7616;p24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7" name="Google Shape;7617;p24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8" name="Google Shape;7618;p24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9" name="Google Shape;7619;p24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0" name="Google Shape;7620;p24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1" name="Google Shape;7621;p24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2" name="Google Shape;7622;p24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3" name="Google Shape;7623;p24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4" name="Google Shape;7624;p24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5" name="Google Shape;7625;p24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6" name="Google Shape;7626;p24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7" name="Google Shape;7627;p24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8" name="Google Shape;7628;p24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9" name="Google Shape;7629;p24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0" name="Google Shape;7630;p24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1" name="Google Shape;7631;p24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2" name="Google Shape;7632;p24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3" name="Google Shape;7633;p24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4" name="Google Shape;7634;p24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5" name="Google Shape;7635;p24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6" name="Google Shape;7636;p24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7" name="Google Shape;7637;p24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8" name="Google Shape;7638;p24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9" name="Google Shape;7639;p24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0" name="Google Shape;7640;p24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1" name="Google Shape;7641;p24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2" name="Google Shape;7642;p24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3" name="Google Shape;7643;p24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4" name="Google Shape;7644;p24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5" name="Google Shape;7645;p24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6" name="Google Shape;7646;p24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7" name="Google Shape;7647;p24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8" name="Google Shape;7648;p24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9" name="Google Shape;7649;p24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0" name="Google Shape;7650;p24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1" name="Google Shape;7651;p24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2" name="Google Shape;7652;p24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3" name="Google Shape;7653;p24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4" name="Google Shape;7654;p24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5" name="Google Shape;7655;p24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6" name="Google Shape;7656;p24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7" name="Google Shape;7657;p24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8" name="Google Shape;7658;p24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9" name="Google Shape;7659;p24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0" name="Google Shape;7660;p24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1" name="Google Shape;7661;p24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2" name="Google Shape;7662;p24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3" name="Google Shape;7663;p24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4" name="Google Shape;7664;p24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5" name="Google Shape;7665;p24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6" name="Google Shape;7666;p24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7" name="Google Shape;7667;p24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8" name="Google Shape;7668;p24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9" name="Google Shape;7669;p24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0" name="Google Shape;7670;p24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1" name="Google Shape;7671;p24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2" name="Google Shape;7672;p24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3" name="Google Shape;7673;p24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4" name="Google Shape;7674;p24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5" name="Google Shape;7675;p24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6" name="Google Shape;7676;p24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7" name="Google Shape;7677;p24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8" name="Google Shape;7678;p24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9" name="Google Shape;7679;p24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0" name="Google Shape;7680;p24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1" name="Google Shape;7681;p24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2" name="Google Shape;7682;p24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3" name="Google Shape;7683;p24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4" name="Google Shape;7684;p24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5" name="Google Shape;7685;p24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6" name="Google Shape;7686;p24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7" name="Google Shape;7687;p24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8" name="Google Shape;7688;p24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9" name="Google Shape;7689;p24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0" name="Google Shape;7690;p24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1" name="Google Shape;7691;p24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2" name="Google Shape;7692;p24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3" name="Google Shape;7693;p24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4" name="Google Shape;7694;p24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5" name="Google Shape;7695;p24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6" name="Google Shape;7696;p24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7" name="Google Shape;7697;p24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8" name="Google Shape;7698;p24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9" name="Google Shape;7699;p24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0" name="Google Shape;7700;p24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1" name="Google Shape;7701;p24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2" name="Google Shape;7702;p24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3" name="Google Shape;7703;p24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4" name="Google Shape;7704;p24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5" name="Google Shape;7705;p24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6" name="Google Shape;7706;p24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7" name="Google Shape;7707;p24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8" name="Google Shape;7708;p24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9" name="Google Shape;7709;p24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0" name="Google Shape;7710;p24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1" name="Google Shape;7711;p24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2" name="Google Shape;7712;p24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3" name="Google Shape;7713;p24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4" name="Google Shape;7714;p24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5" name="Google Shape;7715;p24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6" name="Google Shape;7716;p24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7" name="Google Shape;7717;p24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8" name="Google Shape;7718;p24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9" name="Google Shape;7719;p24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0" name="Google Shape;7720;p24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1" name="Google Shape;7721;p24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2" name="Google Shape;7722;p24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3" name="Google Shape;7723;p24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4" name="Google Shape;7724;p24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5" name="Google Shape;7725;p24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6" name="Google Shape;7726;p24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7" name="Google Shape;7727;p24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8" name="Google Shape;7728;p24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9" name="Google Shape;7729;p24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0" name="Google Shape;7730;p24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1" name="Google Shape;7731;p24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2" name="Google Shape;7732;p24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3" name="Google Shape;7733;p24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4" name="Google Shape;7734;p24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5" name="Google Shape;7735;p24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6" name="Google Shape;7736;p24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7" name="Google Shape;7737;p24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8" name="Google Shape;7738;p24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9" name="Google Shape;7739;p24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0" name="Google Shape;7740;p24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1" name="Google Shape;7741;p24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2" name="Google Shape;7742;p24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3" name="Google Shape;7743;p24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4" name="Google Shape;7744;p24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5" name="Google Shape;7745;p24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6" name="Google Shape;7746;p24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7" name="Google Shape;7747;p24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8" name="Google Shape;7748;p24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9" name="Google Shape;7749;p24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0" name="Google Shape;7750;p24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1" name="Google Shape;7751;p24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2" name="Google Shape;7752;p24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3" name="Google Shape;7753;p24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4" name="Google Shape;7754;p24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5" name="Google Shape;7755;p24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6" name="Google Shape;7756;p24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7" name="Google Shape;7757;p24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8" name="Google Shape;7758;p24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9" name="Google Shape;7759;p24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0" name="Google Shape;7760;p24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1" name="Google Shape;7761;p24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2" name="Google Shape;7762;p24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3" name="Google Shape;7763;p24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64" name="Google Shape;7764;p24"/>
          <p:cNvSpPr/>
          <p:nvPr/>
        </p:nvSpPr>
        <p:spPr>
          <a:xfrm flipH="1">
            <a:off x="8687945" y="4480487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65" name="Google Shape;7765;p24"/>
          <p:cNvGrpSpPr/>
          <p:nvPr/>
        </p:nvGrpSpPr>
        <p:grpSpPr>
          <a:xfrm rot="4264295" flipH="1">
            <a:off x="18467" y="3986027"/>
            <a:ext cx="1389528" cy="1145536"/>
            <a:chOff x="1794050" y="1659850"/>
            <a:chExt cx="464350" cy="382825"/>
          </a:xfrm>
        </p:grpSpPr>
        <p:sp>
          <p:nvSpPr>
            <p:cNvPr id="7766" name="Google Shape;7766;p24"/>
            <p:cNvSpPr/>
            <p:nvPr/>
          </p:nvSpPr>
          <p:spPr>
            <a:xfrm>
              <a:off x="1794050" y="1750250"/>
              <a:ext cx="464350" cy="292425"/>
            </a:xfrm>
            <a:custGeom>
              <a:avLst/>
              <a:gdLst/>
              <a:ahLst/>
              <a:cxnLst/>
              <a:rect l="l" t="t" r="r" b="b"/>
              <a:pathLst>
                <a:path w="18574" h="11697" extrusionOk="0">
                  <a:moveTo>
                    <a:pt x="2034" y="2023"/>
                  </a:moveTo>
                  <a:cubicBezTo>
                    <a:pt x="2075" y="2023"/>
                    <a:pt x="2117" y="2027"/>
                    <a:pt x="2157" y="2034"/>
                  </a:cubicBezTo>
                  <a:cubicBezTo>
                    <a:pt x="2341" y="2065"/>
                    <a:pt x="2494" y="2147"/>
                    <a:pt x="2657" y="2238"/>
                  </a:cubicBezTo>
                  <a:cubicBezTo>
                    <a:pt x="3301" y="2617"/>
                    <a:pt x="3883" y="3096"/>
                    <a:pt x="4445" y="3587"/>
                  </a:cubicBezTo>
                  <a:cubicBezTo>
                    <a:pt x="4650" y="3761"/>
                    <a:pt x="4854" y="3945"/>
                    <a:pt x="4956" y="4190"/>
                  </a:cubicBezTo>
                  <a:cubicBezTo>
                    <a:pt x="5058" y="4435"/>
                    <a:pt x="5017" y="4752"/>
                    <a:pt x="4793" y="4895"/>
                  </a:cubicBezTo>
                  <a:cubicBezTo>
                    <a:pt x="4715" y="4944"/>
                    <a:pt x="4631" y="4964"/>
                    <a:pt x="4544" y="4964"/>
                  </a:cubicBezTo>
                  <a:cubicBezTo>
                    <a:pt x="4322" y="4964"/>
                    <a:pt x="4084" y="4830"/>
                    <a:pt x="3894" y="4690"/>
                  </a:cubicBezTo>
                  <a:cubicBezTo>
                    <a:pt x="3188" y="4200"/>
                    <a:pt x="2525" y="3648"/>
                    <a:pt x="1901" y="3066"/>
                  </a:cubicBezTo>
                  <a:cubicBezTo>
                    <a:pt x="1605" y="2790"/>
                    <a:pt x="1411" y="2402"/>
                    <a:pt x="1656" y="2167"/>
                  </a:cubicBezTo>
                  <a:cubicBezTo>
                    <a:pt x="1758" y="2065"/>
                    <a:pt x="1896" y="2023"/>
                    <a:pt x="2034" y="2023"/>
                  </a:cubicBezTo>
                  <a:close/>
                  <a:moveTo>
                    <a:pt x="1527" y="1"/>
                  </a:moveTo>
                  <a:cubicBezTo>
                    <a:pt x="1408" y="1"/>
                    <a:pt x="1287" y="23"/>
                    <a:pt x="1165" y="72"/>
                  </a:cubicBezTo>
                  <a:lnTo>
                    <a:pt x="1145" y="72"/>
                  </a:lnTo>
                  <a:cubicBezTo>
                    <a:pt x="420" y="369"/>
                    <a:pt x="1" y="1217"/>
                    <a:pt x="42" y="1993"/>
                  </a:cubicBezTo>
                  <a:cubicBezTo>
                    <a:pt x="82" y="2790"/>
                    <a:pt x="532" y="3516"/>
                    <a:pt x="1104" y="4067"/>
                  </a:cubicBezTo>
                  <a:cubicBezTo>
                    <a:pt x="1676" y="4609"/>
                    <a:pt x="2371" y="5007"/>
                    <a:pt x="3066" y="5396"/>
                  </a:cubicBezTo>
                  <a:cubicBezTo>
                    <a:pt x="5783" y="6938"/>
                    <a:pt x="8511" y="8470"/>
                    <a:pt x="11229" y="10003"/>
                  </a:cubicBezTo>
                  <a:cubicBezTo>
                    <a:pt x="12702" y="10837"/>
                    <a:pt x="14293" y="11696"/>
                    <a:pt x="15956" y="11696"/>
                  </a:cubicBezTo>
                  <a:cubicBezTo>
                    <a:pt x="16127" y="11696"/>
                    <a:pt x="16298" y="11687"/>
                    <a:pt x="16469" y="11668"/>
                  </a:cubicBezTo>
                  <a:cubicBezTo>
                    <a:pt x="17144" y="11596"/>
                    <a:pt x="17838" y="11351"/>
                    <a:pt x="18288" y="10851"/>
                  </a:cubicBezTo>
                  <a:cubicBezTo>
                    <a:pt x="18442" y="10657"/>
                    <a:pt x="18574" y="10371"/>
                    <a:pt x="18410" y="10187"/>
                  </a:cubicBezTo>
                  <a:cubicBezTo>
                    <a:pt x="18380" y="10146"/>
                    <a:pt x="18339" y="10125"/>
                    <a:pt x="18299" y="10105"/>
                  </a:cubicBezTo>
                  <a:cubicBezTo>
                    <a:pt x="18240" y="10083"/>
                    <a:pt x="18177" y="10074"/>
                    <a:pt x="18111" y="10074"/>
                  </a:cubicBezTo>
                  <a:cubicBezTo>
                    <a:pt x="17994" y="10074"/>
                    <a:pt x="17872" y="10103"/>
                    <a:pt x="17767" y="10136"/>
                  </a:cubicBezTo>
                  <a:cubicBezTo>
                    <a:pt x="17314" y="10258"/>
                    <a:pt x="16851" y="10314"/>
                    <a:pt x="16387" y="10314"/>
                  </a:cubicBezTo>
                  <a:cubicBezTo>
                    <a:pt x="15178" y="10314"/>
                    <a:pt x="13962" y="9935"/>
                    <a:pt x="12884" y="9360"/>
                  </a:cubicBezTo>
                  <a:cubicBezTo>
                    <a:pt x="11402" y="8563"/>
                    <a:pt x="10146" y="7418"/>
                    <a:pt x="8900" y="6274"/>
                  </a:cubicBezTo>
                  <a:lnTo>
                    <a:pt x="5467" y="3117"/>
                  </a:lnTo>
                  <a:cubicBezTo>
                    <a:pt x="5385" y="3046"/>
                    <a:pt x="5303" y="2974"/>
                    <a:pt x="5222" y="2892"/>
                  </a:cubicBezTo>
                  <a:cubicBezTo>
                    <a:pt x="4445" y="2177"/>
                    <a:pt x="3669" y="1462"/>
                    <a:pt x="2882" y="747"/>
                  </a:cubicBezTo>
                  <a:cubicBezTo>
                    <a:pt x="2487" y="377"/>
                    <a:pt x="2020" y="1"/>
                    <a:pt x="15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7" name="Google Shape;7767;p24"/>
            <p:cNvSpPr/>
            <p:nvPr/>
          </p:nvSpPr>
          <p:spPr>
            <a:xfrm>
              <a:off x="1930700" y="1784725"/>
              <a:ext cx="320825" cy="223375"/>
            </a:xfrm>
            <a:custGeom>
              <a:avLst/>
              <a:gdLst/>
              <a:ahLst/>
              <a:cxnLst/>
              <a:rect l="l" t="t" r="r" b="b"/>
              <a:pathLst>
                <a:path w="12833" h="8935" extrusionOk="0">
                  <a:moveTo>
                    <a:pt x="3969" y="0"/>
                  </a:moveTo>
                  <a:cubicBezTo>
                    <a:pt x="3788" y="0"/>
                    <a:pt x="3616" y="67"/>
                    <a:pt x="3443" y="134"/>
                  </a:cubicBezTo>
                  <a:cubicBezTo>
                    <a:pt x="2269" y="594"/>
                    <a:pt x="1114" y="1125"/>
                    <a:pt x="11" y="1728"/>
                  </a:cubicBezTo>
                  <a:lnTo>
                    <a:pt x="1" y="1738"/>
                  </a:lnTo>
                  <a:lnTo>
                    <a:pt x="3434" y="4895"/>
                  </a:lnTo>
                  <a:cubicBezTo>
                    <a:pt x="4680" y="6039"/>
                    <a:pt x="5936" y="7184"/>
                    <a:pt x="7418" y="7981"/>
                  </a:cubicBezTo>
                  <a:cubicBezTo>
                    <a:pt x="8496" y="8556"/>
                    <a:pt x="9712" y="8935"/>
                    <a:pt x="10921" y="8935"/>
                  </a:cubicBezTo>
                  <a:cubicBezTo>
                    <a:pt x="11385" y="8935"/>
                    <a:pt x="11848" y="8879"/>
                    <a:pt x="12301" y="8757"/>
                  </a:cubicBezTo>
                  <a:cubicBezTo>
                    <a:pt x="12406" y="8724"/>
                    <a:pt x="12528" y="8695"/>
                    <a:pt x="12645" y="8695"/>
                  </a:cubicBezTo>
                  <a:cubicBezTo>
                    <a:pt x="12711" y="8695"/>
                    <a:pt x="12774" y="8704"/>
                    <a:pt x="12833" y="8726"/>
                  </a:cubicBezTo>
                  <a:lnTo>
                    <a:pt x="12833" y="8716"/>
                  </a:lnTo>
                  <a:cubicBezTo>
                    <a:pt x="12301" y="8246"/>
                    <a:pt x="11800" y="7745"/>
                    <a:pt x="11320" y="7225"/>
                  </a:cubicBezTo>
                  <a:lnTo>
                    <a:pt x="11310" y="7234"/>
                  </a:lnTo>
                  <a:cubicBezTo>
                    <a:pt x="11202" y="7243"/>
                    <a:pt x="11093" y="7248"/>
                    <a:pt x="10985" y="7248"/>
                  </a:cubicBezTo>
                  <a:cubicBezTo>
                    <a:pt x="10099" y="7248"/>
                    <a:pt x="9213" y="6953"/>
                    <a:pt x="8521" y="6407"/>
                  </a:cubicBezTo>
                  <a:cubicBezTo>
                    <a:pt x="8113" y="6090"/>
                    <a:pt x="7765" y="5681"/>
                    <a:pt x="7509" y="5232"/>
                  </a:cubicBezTo>
                  <a:cubicBezTo>
                    <a:pt x="7275" y="4823"/>
                    <a:pt x="7111" y="4364"/>
                    <a:pt x="7039" y="3894"/>
                  </a:cubicBezTo>
                  <a:cubicBezTo>
                    <a:pt x="7019" y="3761"/>
                    <a:pt x="6999" y="3628"/>
                    <a:pt x="6968" y="3495"/>
                  </a:cubicBezTo>
                  <a:cubicBezTo>
                    <a:pt x="6927" y="3342"/>
                    <a:pt x="6866" y="3199"/>
                    <a:pt x="6753" y="3097"/>
                  </a:cubicBezTo>
                  <a:cubicBezTo>
                    <a:pt x="6633" y="2982"/>
                    <a:pt x="6466" y="2932"/>
                    <a:pt x="6297" y="2932"/>
                  </a:cubicBezTo>
                  <a:cubicBezTo>
                    <a:pt x="6165" y="2932"/>
                    <a:pt x="6032" y="2962"/>
                    <a:pt x="5916" y="3015"/>
                  </a:cubicBezTo>
                  <a:cubicBezTo>
                    <a:pt x="5650" y="3148"/>
                    <a:pt x="5436" y="3363"/>
                    <a:pt x="5232" y="3577"/>
                  </a:cubicBezTo>
                  <a:cubicBezTo>
                    <a:pt x="5027" y="3792"/>
                    <a:pt x="4803" y="4006"/>
                    <a:pt x="4516" y="4119"/>
                  </a:cubicBezTo>
                  <a:cubicBezTo>
                    <a:pt x="4447" y="4144"/>
                    <a:pt x="4369" y="4158"/>
                    <a:pt x="4291" y="4158"/>
                  </a:cubicBezTo>
                  <a:cubicBezTo>
                    <a:pt x="4119" y="4158"/>
                    <a:pt x="3953" y="4090"/>
                    <a:pt x="3903" y="3935"/>
                  </a:cubicBezTo>
                  <a:cubicBezTo>
                    <a:pt x="3822" y="3690"/>
                    <a:pt x="4077" y="3475"/>
                    <a:pt x="4281" y="3332"/>
                  </a:cubicBezTo>
                  <a:cubicBezTo>
                    <a:pt x="4721" y="3036"/>
                    <a:pt x="5129" y="2688"/>
                    <a:pt x="5507" y="2310"/>
                  </a:cubicBezTo>
                  <a:cubicBezTo>
                    <a:pt x="5640" y="2187"/>
                    <a:pt x="5773" y="2035"/>
                    <a:pt x="5783" y="1851"/>
                  </a:cubicBezTo>
                  <a:cubicBezTo>
                    <a:pt x="5793" y="1779"/>
                    <a:pt x="5783" y="1717"/>
                    <a:pt x="5763" y="1646"/>
                  </a:cubicBezTo>
                  <a:cubicBezTo>
                    <a:pt x="5742" y="1585"/>
                    <a:pt x="5722" y="1534"/>
                    <a:pt x="5702" y="1472"/>
                  </a:cubicBezTo>
                  <a:cubicBezTo>
                    <a:pt x="5559" y="1166"/>
                    <a:pt x="5364" y="890"/>
                    <a:pt x="5129" y="655"/>
                  </a:cubicBezTo>
                  <a:cubicBezTo>
                    <a:pt x="4955" y="482"/>
                    <a:pt x="4771" y="328"/>
                    <a:pt x="4557" y="205"/>
                  </a:cubicBezTo>
                  <a:cubicBezTo>
                    <a:pt x="4394" y="94"/>
                    <a:pt x="4199" y="12"/>
                    <a:pt x="4006" y="1"/>
                  </a:cubicBezTo>
                  <a:cubicBezTo>
                    <a:pt x="3993" y="1"/>
                    <a:pt x="3981" y="0"/>
                    <a:pt x="39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8" name="Google Shape;7768;p24"/>
            <p:cNvSpPr/>
            <p:nvPr/>
          </p:nvSpPr>
          <p:spPr>
            <a:xfrm>
              <a:off x="2118425" y="1907850"/>
              <a:ext cx="95300" cy="58075"/>
            </a:xfrm>
            <a:custGeom>
              <a:avLst/>
              <a:gdLst/>
              <a:ahLst/>
              <a:cxnLst/>
              <a:rect l="l" t="t" r="r" b="b"/>
              <a:pathLst>
                <a:path w="3812" h="2323" extrusionOk="0">
                  <a:moveTo>
                    <a:pt x="1952" y="0"/>
                  </a:moveTo>
                  <a:cubicBezTo>
                    <a:pt x="1288" y="31"/>
                    <a:pt x="634" y="134"/>
                    <a:pt x="0" y="307"/>
                  </a:cubicBezTo>
                  <a:cubicBezTo>
                    <a:pt x="256" y="756"/>
                    <a:pt x="604" y="1165"/>
                    <a:pt x="1012" y="1482"/>
                  </a:cubicBezTo>
                  <a:cubicBezTo>
                    <a:pt x="1704" y="2028"/>
                    <a:pt x="2590" y="2323"/>
                    <a:pt x="3476" y="2323"/>
                  </a:cubicBezTo>
                  <a:cubicBezTo>
                    <a:pt x="3584" y="2323"/>
                    <a:pt x="3693" y="2318"/>
                    <a:pt x="3801" y="2309"/>
                  </a:cubicBezTo>
                  <a:lnTo>
                    <a:pt x="3811" y="2300"/>
                  </a:lnTo>
                  <a:cubicBezTo>
                    <a:pt x="3137" y="1574"/>
                    <a:pt x="2524" y="808"/>
                    <a:pt x="19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9" name="Google Shape;7769;p24"/>
            <p:cNvSpPr/>
            <p:nvPr/>
          </p:nvSpPr>
          <p:spPr>
            <a:xfrm>
              <a:off x="2104900" y="1868225"/>
              <a:ext cx="62350" cy="47300"/>
            </a:xfrm>
            <a:custGeom>
              <a:avLst/>
              <a:gdLst/>
              <a:ahLst/>
              <a:cxnLst/>
              <a:rect l="l" t="t" r="r" b="b"/>
              <a:pathLst>
                <a:path w="2494" h="1892" extrusionOk="0">
                  <a:moveTo>
                    <a:pt x="1325" y="1"/>
                  </a:moveTo>
                  <a:cubicBezTo>
                    <a:pt x="877" y="1"/>
                    <a:pt x="430" y="53"/>
                    <a:pt x="0" y="155"/>
                  </a:cubicBezTo>
                  <a:cubicBezTo>
                    <a:pt x="31" y="288"/>
                    <a:pt x="51" y="421"/>
                    <a:pt x="71" y="554"/>
                  </a:cubicBezTo>
                  <a:cubicBezTo>
                    <a:pt x="143" y="1024"/>
                    <a:pt x="307" y="1483"/>
                    <a:pt x="541" y="1892"/>
                  </a:cubicBezTo>
                  <a:cubicBezTo>
                    <a:pt x="1175" y="1719"/>
                    <a:pt x="1829" y="1616"/>
                    <a:pt x="2493" y="1585"/>
                  </a:cubicBezTo>
                  <a:cubicBezTo>
                    <a:pt x="2125" y="1075"/>
                    <a:pt x="1778" y="543"/>
                    <a:pt x="1451" y="2"/>
                  </a:cubicBezTo>
                  <a:cubicBezTo>
                    <a:pt x="1409" y="1"/>
                    <a:pt x="1367" y="1"/>
                    <a:pt x="13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0" name="Google Shape;7770;p24"/>
            <p:cNvSpPr/>
            <p:nvPr/>
          </p:nvSpPr>
          <p:spPr>
            <a:xfrm>
              <a:off x="2026225" y="1822950"/>
              <a:ext cx="114975" cy="65725"/>
            </a:xfrm>
            <a:custGeom>
              <a:avLst/>
              <a:gdLst/>
              <a:ahLst/>
              <a:cxnLst/>
              <a:rect l="l" t="t" r="r" b="b"/>
              <a:pathLst>
                <a:path w="4599" h="2629" extrusionOk="0">
                  <a:moveTo>
                    <a:pt x="3174" y="1"/>
                  </a:moveTo>
                  <a:cubicBezTo>
                    <a:pt x="2766" y="1"/>
                    <a:pt x="2354" y="47"/>
                    <a:pt x="1942" y="117"/>
                  </a:cubicBezTo>
                  <a:cubicBezTo>
                    <a:pt x="1962" y="188"/>
                    <a:pt x="1972" y="250"/>
                    <a:pt x="1962" y="322"/>
                  </a:cubicBezTo>
                  <a:cubicBezTo>
                    <a:pt x="1952" y="506"/>
                    <a:pt x="1819" y="658"/>
                    <a:pt x="1686" y="781"/>
                  </a:cubicBezTo>
                  <a:cubicBezTo>
                    <a:pt x="1308" y="1159"/>
                    <a:pt x="900" y="1507"/>
                    <a:pt x="460" y="1803"/>
                  </a:cubicBezTo>
                  <a:cubicBezTo>
                    <a:pt x="256" y="1946"/>
                    <a:pt x="1" y="2161"/>
                    <a:pt x="82" y="2406"/>
                  </a:cubicBezTo>
                  <a:cubicBezTo>
                    <a:pt x="132" y="2561"/>
                    <a:pt x="298" y="2629"/>
                    <a:pt x="470" y="2629"/>
                  </a:cubicBezTo>
                  <a:cubicBezTo>
                    <a:pt x="548" y="2629"/>
                    <a:pt x="626" y="2615"/>
                    <a:pt x="695" y="2590"/>
                  </a:cubicBezTo>
                  <a:cubicBezTo>
                    <a:pt x="982" y="2477"/>
                    <a:pt x="1206" y="2263"/>
                    <a:pt x="1411" y="2048"/>
                  </a:cubicBezTo>
                  <a:cubicBezTo>
                    <a:pt x="1615" y="1834"/>
                    <a:pt x="1829" y="1619"/>
                    <a:pt x="2095" y="1486"/>
                  </a:cubicBezTo>
                  <a:cubicBezTo>
                    <a:pt x="2211" y="1433"/>
                    <a:pt x="2344" y="1403"/>
                    <a:pt x="2476" y="1403"/>
                  </a:cubicBezTo>
                  <a:cubicBezTo>
                    <a:pt x="2645" y="1403"/>
                    <a:pt x="2812" y="1453"/>
                    <a:pt x="2932" y="1568"/>
                  </a:cubicBezTo>
                  <a:cubicBezTo>
                    <a:pt x="3045" y="1670"/>
                    <a:pt x="3106" y="1813"/>
                    <a:pt x="3147" y="1966"/>
                  </a:cubicBezTo>
                  <a:cubicBezTo>
                    <a:pt x="3577" y="1864"/>
                    <a:pt x="4024" y="1812"/>
                    <a:pt x="4472" y="1812"/>
                  </a:cubicBezTo>
                  <a:cubicBezTo>
                    <a:pt x="4514" y="1812"/>
                    <a:pt x="4556" y="1812"/>
                    <a:pt x="4598" y="1813"/>
                  </a:cubicBezTo>
                  <a:cubicBezTo>
                    <a:pt x="4230" y="1231"/>
                    <a:pt x="3883" y="628"/>
                    <a:pt x="3556" y="15"/>
                  </a:cubicBezTo>
                  <a:cubicBezTo>
                    <a:pt x="3429" y="5"/>
                    <a:pt x="3302" y="1"/>
                    <a:pt x="31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1" name="Google Shape;7771;p24"/>
            <p:cNvSpPr/>
            <p:nvPr/>
          </p:nvSpPr>
          <p:spPr>
            <a:xfrm>
              <a:off x="2058925" y="1798750"/>
              <a:ext cx="56200" cy="27150"/>
            </a:xfrm>
            <a:custGeom>
              <a:avLst/>
              <a:gdLst/>
              <a:ahLst/>
              <a:cxnLst/>
              <a:rect l="l" t="t" r="r" b="b"/>
              <a:pathLst>
                <a:path w="2248" h="1086" extrusionOk="0">
                  <a:moveTo>
                    <a:pt x="1060" y="1"/>
                  </a:moveTo>
                  <a:cubicBezTo>
                    <a:pt x="704" y="1"/>
                    <a:pt x="350" y="33"/>
                    <a:pt x="0" y="94"/>
                  </a:cubicBezTo>
                  <a:cubicBezTo>
                    <a:pt x="235" y="329"/>
                    <a:pt x="430" y="605"/>
                    <a:pt x="573" y="911"/>
                  </a:cubicBezTo>
                  <a:cubicBezTo>
                    <a:pt x="593" y="973"/>
                    <a:pt x="613" y="1024"/>
                    <a:pt x="634" y="1085"/>
                  </a:cubicBezTo>
                  <a:cubicBezTo>
                    <a:pt x="1046" y="1015"/>
                    <a:pt x="1458" y="969"/>
                    <a:pt x="1866" y="969"/>
                  </a:cubicBezTo>
                  <a:cubicBezTo>
                    <a:pt x="1994" y="969"/>
                    <a:pt x="2121" y="973"/>
                    <a:pt x="2248" y="983"/>
                  </a:cubicBezTo>
                  <a:cubicBezTo>
                    <a:pt x="2085" y="677"/>
                    <a:pt x="1921" y="360"/>
                    <a:pt x="1767" y="43"/>
                  </a:cubicBezTo>
                  <a:cubicBezTo>
                    <a:pt x="1531" y="15"/>
                    <a:pt x="1295" y="1"/>
                    <a:pt x="10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2" name="Google Shape;7772;p24"/>
            <p:cNvSpPr/>
            <p:nvPr/>
          </p:nvSpPr>
          <p:spPr>
            <a:xfrm>
              <a:off x="1890875" y="1665200"/>
              <a:ext cx="212250" cy="162975"/>
            </a:xfrm>
            <a:custGeom>
              <a:avLst/>
              <a:gdLst/>
              <a:ahLst/>
              <a:cxnLst/>
              <a:rect l="l" t="t" r="r" b="b"/>
              <a:pathLst>
                <a:path w="8490" h="6519" extrusionOk="0">
                  <a:moveTo>
                    <a:pt x="1072" y="1"/>
                  </a:moveTo>
                  <a:cubicBezTo>
                    <a:pt x="695" y="216"/>
                    <a:pt x="337" y="481"/>
                    <a:pt x="10" y="788"/>
                  </a:cubicBezTo>
                  <a:lnTo>
                    <a:pt x="0" y="829"/>
                  </a:lnTo>
                  <a:cubicBezTo>
                    <a:pt x="316" y="870"/>
                    <a:pt x="582" y="1084"/>
                    <a:pt x="766" y="1340"/>
                  </a:cubicBezTo>
                  <a:cubicBezTo>
                    <a:pt x="950" y="1615"/>
                    <a:pt x="1042" y="1922"/>
                    <a:pt x="1124" y="2239"/>
                  </a:cubicBezTo>
                  <a:cubicBezTo>
                    <a:pt x="1461" y="3556"/>
                    <a:pt x="1533" y="4946"/>
                    <a:pt x="1349" y="6294"/>
                  </a:cubicBezTo>
                  <a:cubicBezTo>
                    <a:pt x="1430" y="6376"/>
                    <a:pt x="1512" y="6448"/>
                    <a:pt x="1594" y="6519"/>
                  </a:cubicBezTo>
                  <a:lnTo>
                    <a:pt x="1604" y="6509"/>
                  </a:lnTo>
                  <a:cubicBezTo>
                    <a:pt x="2707" y="5906"/>
                    <a:pt x="3862" y="5375"/>
                    <a:pt x="5036" y="4915"/>
                  </a:cubicBezTo>
                  <a:cubicBezTo>
                    <a:pt x="5209" y="4848"/>
                    <a:pt x="5381" y="4781"/>
                    <a:pt x="5562" y="4781"/>
                  </a:cubicBezTo>
                  <a:cubicBezTo>
                    <a:pt x="5574" y="4781"/>
                    <a:pt x="5586" y="4782"/>
                    <a:pt x="5599" y="4782"/>
                  </a:cubicBezTo>
                  <a:cubicBezTo>
                    <a:pt x="5792" y="4793"/>
                    <a:pt x="5987" y="4875"/>
                    <a:pt x="6150" y="4986"/>
                  </a:cubicBezTo>
                  <a:cubicBezTo>
                    <a:pt x="6364" y="5109"/>
                    <a:pt x="6548" y="5263"/>
                    <a:pt x="6722" y="5436"/>
                  </a:cubicBezTo>
                  <a:cubicBezTo>
                    <a:pt x="7072" y="5375"/>
                    <a:pt x="7426" y="5343"/>
                    <a:pt x="7782" y="5343"/>
                  </a:cubicBezTo>
                  <a:cubicBezTo>
                    <a:pt x="8017" y="5343"/>
                    <a:pt x="8253" y="5357"/>
                    <a:pt x="8489" y="5385"/>
                  </a:cubicBezTo>
                  <a:cubicBezTo>
                    <a:pt x="8010" y="4435"/>
                    <a:pt x="7581" y="3474"/>
                    <a:pt x="7172" y="2494"/>
                  </a:cubicBezTo>
                  <a:cubicBezTo>
                    <a:pt x="7059" y="2228"/>
                    <a:pt x="6947" y="1953"/>
                    <a:pt x="6722" y="1769"/>
                  </a:cubicBezTo>
                  <a:cubicBezTo>
                    <a:pt x="6607" y="1674"/>
                    <a:pt x="6451" y="1620"/>
                    <a:pt x="6302" y="1620"/>
                  </a:cubicBezTo>
                  <a:cubicBezTo>
                    <a:pt x="6161" y="1620"/>
                    <a:pt x="6025" y="1669"/>
                    <a:pt x="5935" y="1779"/>
                  </a:cubicBezTo>
                  <a:cubicBezTo>
                    <a:pt x="5833" y="1901"/>
                    <a:pt x="5813" y="2085"/>
                    <a:pt x="5803" y="2249"/>
                  </a:cubicBezTo>
                  <a:cubicBezTo>
                    <a:pt x="5792" y="2371"/>
                    <a:pt x="5792" y="2504"/>
                    <a:pt x="5803" y="2627"/>
                  </a:cubicBezTo>
                  <a:cubicBezTo>
                    <a:pt x="5803" y="2821"/>
                    <a:pt x="5823" y="3025"/>
                    <a:pt x="5854" y="3219"/>
                  </a:cubicBezTo>
                  <a:cubicBezTo>
                    <a:pt x="5497" y="3771"/>
                    <a:pt x="4824" y="4065"/>
                    <a:pt x="4157" y="4065"/>
                  </a:cubicBezTo>
                  <a:cubicBezTo>
                    <a:pt x="3985" y="4065"/>
                    <a:pt x="3813" y="4046"/>
                    <a:pt x="3647" y="4006"/>
                  </a:cubicBezTo>
                  <a:cubicBezTo>
                    <a:pt x="2830" y="3801"/>
                    <a:pt x="2166" y="3179"/>
                    <a:pt x="1767" y="2443"/>
                  </a:cubicBezTo>
                  <a:cubicBezTo>
                    <a:pt x="1358" y="1707"/>
                    <a:pt x="1185" y="870"/>
                    <a:pt x="1103" y="42"/>
                  </a:cubicBezTo>
                  <a:lnTo>
                    <a:pt x="10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3" name="Google Shape;7773;p24"/>
            <p:cNvSpPr/>
            <p:nvPr/>
          </p:nvSpPr>
          <p:spPr>
            <a:xfrm>
              <a:off x="1917675" y="1659850"/>
              <a:ext cx="119550" cy="107000"/>
            </a:xfrm>
            <a:custGeom>
              <a:avLst/>
              <a:gdLst/>
              <a:ahLst/>
              <a:cxnLst/>
              <a:rect l="l" t="t" r="r" b="b"/>
              <a:pathLst>
                <a:path w="4782" h="4280" extrusionOk="0">
                  <a:moveTo>
                    <a:pt x="613" y="1"/>
                  </a:moveTo>
                  <a:cubicBezTo>
                    <a:pt x="420" y="1"/>
                    <a:pt x="225" y="92"/>
                    <a:pt x="52" y="185"/>
                  </a:cubicBezTo>
                  <a:cubicBezTo>
                    <a:pt x="31" y="194"/>
                    <a:pt x="21" y="205"/>
                    <a:pt x="0" y="215"/>
                  </a:cubicBezTo>
                  <a:lnTo>
                    <a:pt x="31" y="256"/>
                  </a:lnTo>
                  <a:cubicBezTo>
                    <a:pt x="113" y="1084"/>
                    <a:pt x="286" y="1921"/>
                    <a:pt x="695" y="2657"/>
                  </a:cubicBezTo>
                  <a:cubicBezTo>
                    <a:pt x="1094" y="3393"/>
                    <a:pt x="1758" y="4015"/>
                    <a:pt x="2575" y="4220"/>
                  </a:cubicBezTo>
                  <a:cubicBezTo>
                    <a:pt x="2741" y="4260"/>
                    <a:pt x="2913" y="4279"/>
                    <a:pt x="3085" y="4279"/>
                  </a:cubicBezTo>
                  <a:cubicBezTo>
                    <a:pt x="3752" y="4279"/>
                    <a:pt x="4425" y="3985"/>
                    <a:pt x="4782" y="3433"/>
                  </a:cubicBezTo>
                  <a:cubicBezTo>
                    <a:pt x="4751" y="3239"/>
                    <a:pt x="4731" y="3035"/>
                    <a:pt x="4731" y="2841"/>
                  </a:cubicBezTo>
                  <a:cubicBezTo>
                    <a:pt x="4417" y="3154"/>
                    <a:pt x="3973" y="3317"/>
                    <a:pt x="3532" y="3317"/>
                  </a:cubicBezTo>
                  <a:cubicBezTo>
                    <a:pt x="3212" y="3317"/>
                    <a:pt x="2893" y="3231"/>
                    <a:pt x="2626" y="3055"/>
                  </a:cubicBezTo>
                  <a:cubicBezTo>
                    <a:pt x="2054" y="2677"/>
                    <a:pt x="1778" y="1993"/>
                    <a:pt x="1615" y="1339"/>
                  </a:cubicBezTo>
                  <a:cubicBezTo>
                    <a:pt x="1543" y="1043"/>
                    <a:pt x="1482" y="746"/>
                    <a:pt x="1329" y="481"/>
                  </a:cubicBezTo>
                  <a:cubicBezTo>
                    <a:pt x="1176" y="226"/>
                    <a:pt x="910" y="1"/>
                    <a:pt x="6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4" name="Google Shape;7774;p24"/>
            <p:cNvSpPr/>
            <p:nvPr/>
          </p:nvSpPr>
          <p:spPr>
            <a:xfrm>
              <a:off x="1822650" y="1685775"/>
              <a:ext cx="106550" cy="136800"/>
            </a:xfrm>
            <a:custGeom>
              <a:avLst/>
              <a:gdLst/>
              <a:ahLst/>
              <a:cxnLst/>
              <a:rect l="l" t="t" r="r" b="b"/>
              <a:pathLst>
                <a:path w="4262" h="5472" extrusionOk="0">
                  <a:moveTo>
                    <a:pt x="2613" y="1"/>
                  </a:moveTo>
                  <a:cubicBezTo>
                    <a:pt x="2172" y="1"/>
                    <a:pt x="1786" y="324"/>
                    <a:pt x="1462" y="639"/>
                  </a:cubicBezTo>
                  <a:cubicBezTo>
                    <a:pt x="870" y="1221"/>
                    <a:pt x="277" y="1865"/>
                    <a:pt x="1" y="2651"/>
                  </a:cubicBezTo>
                  <a:lnTo>
                    <a:pt x="21" y="2651"/>
                  </a:lnTo>
                  <a:cubicBezTo>
                    <a:pt x="143" y="2602"/>
                    <a:pt x="264" y="2580"/>
                    <a:pt x="383" y="2580"/>
                  </a:cubicBezTo>
                  <a:cubicBezTo>
                    <a:pt x="876" y="2580"/>
                    <a:pt x="1343" y="2956"/>
                    <a:pt x="1738" y="3326"/>
                  </a:cubicBezTo>
                  <a:cubicBezTo>
                    <a:pt x="2525" y="4041"/>
                    <a:pt x="3301" y="4756"/>
                    <a:pt x="4078" y="5471"/>
                  </a:cubicBezTo>
                  <a:cubicBezTo>
                    <a:pt x="4262" y="4123"/>
                    <a:pt x="4190" y="2733"/>
                    <a:pt x="3853" y="1416"/>
                  </a:cubicBezTo>
                  <a:cubicBezTo>
                    <a:pt x="3771" y="1099"/>
                    <a:pt x="3679" y="792"/>
                    <a:pt x="3495" y="517"/>
                  </a:cubicBezTo>
                  <a:cubicBezTo>
                    <a:pt x="3311" y="261"/>
                    <a:pt x="3045" y="47"/>
                    <a:pt x="2729" y="6"/>
                  </a:cubicBezTo>
                  <a:lnTo>
                    <a:pt x="2709" y="6"/>
                  </a:lnTo>
                  <a:cubicBezTo>
                    <a:pt x="2677" y="2"/>
                    <a:pt x="2645" y="1"/>
                    <a:pt x="26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5" name="Google Shape;7775;p24"/>
            <p:cNvSpPr/>
            <p:nvPr/>
          </p:nvSpPr>
          <p:spPr>
            <a:xfrm>
              <a:off x="1829300" y="1800825"/>
              <a:ext cx="91225" cy="73550"/>
            </a:xfrm>
            <a:custGeom>
              <a:avLst/>
              <a:gdLst/>
              <a:ahLst/>
              <a:cxnLst/>
              <a:rect l="l" t="t" r="r" b="b"/>
              <a:pathLst>
                <a:path w="3649" h="2942" extrusionOk="0">
                  <a:moveTo>
                    <a:pt x="624" y="0"/>
                  </a:moveTo>
                  <a:cubicBezTo>
                    <a:pt x="486" y="0"/>
                    <a:pt x="348" y="42"/>
                    <a:pt x="246" y="144"/>
                  </a:cubicBezTo>
                  <a:cubicBezTo>
                    <a:pt x="1" y="379"/>
                    <a:pt x="195" y="767"/>
                    <a:pt x="491" y="1043"/>
                  </a:cubicBezTo>
                  <a:cubicBezTo>
                    <a:pt x="1115" y="1625"/>
                    <a:pt x="1778" y="2177"/>
                    <a:pt x="2484" y="2667"/>
                  </a:cubicBezTo>
                  <a:cubicBezTo>
                    <a:pt x="2674" y="2807"/>
                    <a:pt x="2912" y="2941"/>
                    <a:pt x="3134" y="2941"/>
                  </a:cubicBezTo>
                  <a:cubicBezTo>
                    <a:pt x="3221" y="2941"/>
                    <a:pt x="3305" y="2921"/>
                    <a:pt x="3383" y="2872"/>
                  </a:cubicBezTo>
                  <a:cubicBezTo>
                    <a:pt x="3607" y="2729"/>
                    <a:pt x="3648" y="2412"/>
                    <a:pt x="3546" y="2167"/>
                  </a:cubicBezTo>
                  <a:cubicBezTo>
                    <a:pt x="3444" y="1922"/>
                    <a:pt x="3240" y="1738"/>
                    <a:pt x="3035" y="1564"/>
                  </a:cubicBezTo>
                  <a:cubicBezTo>
                    <a:pt x="2473" y="1073"/>
                    <a:pt x="1891" y="594"/>
                    <a:pt x="1247" y="215"/>
                  </a:cubicBezTo>
                  <a:cubicBezTo>
                    <a:pt x="1084" y="124"/>
                    <a:pt x="931" y="42"/>
                    <a:pt x="747" y="11"/>
                  </a:cubicBezTo>
                  <a:cubicBezTo>
                    <a:pt x="707" y="4"/>
                    <a:pt x="665" y="0"/>
                    <a:pt x="6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6" name="Google Shape;7776;p24"/>
            <p:cNvSpPr/>
            <p:nvPr/>
          </p:nvSpPr>
          <p:spPr>
            <a:xfrm>
              <a:off x="1866075" y="1768900"/>
              <a:ext cx="372175" cy="240050"/>
            </a:xfrm>
            <a:custGeom>
              <a:avLst/>
              <a:gdLst/>
              <a:ahLst/>
              <a:cxnLst/>
              <a:rect l="l" t="t" r="r" b="b"/>
              <a:pathLst>
                <a:path w="14887" h="9602" extrusionOk="0">
                  <a:moveTo>
                    <a:pt x="1" y="1"/>
                  </a:moveTo>
                  <a:cubicBezTo>
                    <a:pt x="1094" y="1063"/>
                    <a:pt x="2198" y="2116"/>
                    <a:pt x="3311" y="3158"/>
                  </a:cubicBezTo>
                  <a:cubicBezTo>
                    <a:pt x="4414" y="4200"/>
                    <a:pt x="5538" y="5232"/>
                    <a:pt x="6662" y="6264"/>
                  </a:cubicBezTo>
                  <a:cubicBezTo>
                    <a:pt x="7796" y="7275"/>
                    <a:pt x="8991" y="8276"/>
                    <a:pt x="10401" y="8909"/>
                  </a:cubicBezTo>
                  <a:cubicBezTo>
                    <a:pt x="11106" y="9226"/>
                    <a:pt x="11842" y="9461"/>
                    <a:pt x="12608" y="9553"/>
                  </a:cubicBezTo>
                  <a:cubicBezTo>
                    <a:pt x="12865" y="9585"/>
                    <a:pt x="13127" y="9602"/>
                    <a:pt x="13389" y="9602"/>
                  </a:cubicBezTo>
                  <a:cubicBezTo>
                    <a:pt x="13895" y="9602"/>
                    <a:pt x="14402" y="9538"/>
                    <a:pt x="14886" y="9390"/>
                  </a:cubicBezTo>
                  <a:lnTo>
                    <a:pt x="14886" y="9390"/>
                  </a:lnTo>
                  <a:cubicBezTo>
                    <a:pt x="14474" y="9480"/>
                    <a:pt x="14052" y="9524"/>
                    <a:pt x="13632" y="9524"/>
                  </a:cubicBezTo>
                  <a:cubicBezTo>
                    <a:pt x="13294" y="9524"/>
                    <a:pt x="12957" y="9495"/>
                    <a:pt x="12628" y="9441"/>
                  </a:cubicBezTo>
                  <a:cubicBezTo>
                    <a:pt x="11872" y="9329"/>
                    <a:pt x="11157" y="9073"/>
                    <a:pt x="10483" y="8746"/>
                  </a:cubicBezTo>
                  <a:cubicBezTo>
                    <a:pt x="9114" y="8082"/>
                    <a:pt x="7939" y="7111"/>
                    <a:pt x="6815" y="6090"/>
                  </a:cubicBezTo>
                  <a:lnTo>
                    <a:pt x="3433" y="3025"/>
                  </a:lnTo>
                  <a:lnTo>
                    <a:pt x="1728" y="1503"/>
                  </a:lnTo>
                  <a:cubicBezTo>
                    <a:pt x="1156" y="1002"/>
                    <a:pt x="583" y="49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7" name="Google Shape;7777;p24"/>
            <p:cNvSpPr/>
            <p:nvPr/>
          </p:nvSpPr>
          <p:spPr>
            <a:xfrm>
              <a:off x="2033900" y="1702975"/>
              <a:ext cx="63350" cy="85125"/>
            </a:xfrm>
            <a:custGeom>
              <a:avLst/>
              <a:gdLst/>
              <a:ahLst/>
              <a:cxnLst/>
              <a:rect l="l" t="t" r="r" b="b"/>
              <a:pathLst>
                <a:path w="2534" h="3405" extrusionOk="0">
                  <a:moveTo>
                    <a:pt x="598" y="1"/>
                  </a:moveTo>
                  <a:cubicBezTo>
                    <a:pt x="586" y="1"/>
                    <a:pt x="574" y="1"/>
                    <a:pt x="562" y="2"/>
                  </a:cubicBezTo>
                  <a:cubicBezTo>
                    <a:pt x="388" y="2"/>
                    <a:pt x="194" y="94"/>
                    <a:pt x="102" y="258"/>
                  </a:cubicBezTo>
                  <a:cubicBezTo>
                    <a:pt x="10" y="411"/>
                    <a:pt x="0" y="574"/>
                    <a:pt x="0" y="728"/>
                  </a:cubicBezTo>
                  <a:cubicBezTo>
                    <a:pt x="0" y="881"/>
                    <a:pt x="10" y="1034"/>
                    <a:pt x="21" y="1177"/>
                  </a:cubicBezTo>
                  <a:cubicBezTo>
                    <a:pt x="92" y="1780"/>
                    <a:pt x="266" y="2342"/>
                    <a:pt x="388" y="2914"/>
                  </a:cubicBezTo>
                  <a:lnTo>
                    <a:pt x="225" y="2045"/>
                  </a:lnTo>
                  <a:cubicBezTo>
                    <a:pt x="205" y="1902"/>
                    <a:pt x="164" y="1759"/>
                    <a:pt x="153" y="1616"/>
                  </a:cubicBezTo>
                  <a:cubicBezTo>
                    <a:pt x="143" y="1463"/>
                    <a:pt x="143" y="1320"/>
                    <a:pt x="143" y="1177"/>
                  </a:cubicBezTo>
                  <a:cubicBezTo>
                    <a:pt x="143" y="1024"/>
                    <a:pt x="143" y="881"/>
                    <a:pt x="164" y="738"/>
                  </a:cubicBezTo>
                  <a:cubicBezTo>
                    <a:pt x="174" y="594"/>
                    <a:pt x="194" y="451"/>
                    <a:pt x="266" y="360"/>
                  </a:cubicBezTo>
                  <a:cubicBezTo>
                    <a:pt x="331" y="264"/>
                    <a:pt x="441" y="223"/>
                    <a:pt x="559" y="223"/>
                  </a:cubicBezTo>
                  <a:cubicBezTo>
                    <a:pt x="681" y="223"/>
                    <a:pt x="811" y="267"/>
                    <a:pt x="909" y="339"/>
                  </a:cubicBezTo>
                  <a:cubicBezTo>
                    <a:pt x="1113" y="492"/>
                    <a:pt x="1226" y="758"/>
                    <a:pt x="1338" y="1024"/>
                  </a:cubicBezTo>
                  <a:cubicBezTo>
                    <a:pt x="1461" y="1300"/>
                    <a:pt x="1583" y="1565"/>
                    <a:pt x="1706" y="1841"/>
                  </a:cubicBezTo>
                  <a:cubicBezTo>
                    <a:pt x="1962" y="2372"/>
                    <a:pt x="2227" y="2894"/>
                    <a:pt x="2534" y="3404"/>
                  </a:cubicBezTo>
                  <a:cubicBezTo>
                    <a:pt x="2330" y="2853"/>
                    <a:pt x="2105" y="2301"/>
                    <a:pt x="1890" y="1759"/>
                  </a:cubicBezTo>
                  <a:lnTo>
                    <a:pt x="1553" y="932"/>
                  </a:lnTo>
                  <a:cubicBezTo>
                    <a:pt x="1451" y="666"/>
                    <a:pt x="1318" y="360"/>
                    <a:pt x="1042" y="156"/>
                  </a:cubicBezTo>
                  <a:cubicBezTo>
                    <a:pt x="918" y="61"/>
                    <a:pt x="760" y="1"/>
                    <a:pt x="5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8" name="Google Shape;7778;p24"/>
            <p:cNvSpPr/>
            <p:nvPr/>
          </p:nvSpPr>
          <p:spPr>
            <a:xfrm>
              <a:off x="2034150" y="1796450"/>
              <a:ext cx="82250" cy="12600"/>
            </a:xfrm>
            <a:custGeom>
              <a:avLst/>
              <a:gdLst/>
              <a:ahLst/>
              <a:cxnLst/>
              <a:rect l="l" t="t" r="r" b="b"/>
              <a:pathLst>
                <a:path w="3290" h="504" extrusionOk="0">
                  <a:moveTo>
                    <a:pt x="2059" y="1"/>
                  </a:moveTo>
                  <a:cubicBezTo>
                    <a:pt x="1698" y="1"/>
                    <a:pt x="1334" y="33"/>
                    <a:pt x="971" y="94"/>
                  </a:cubicBezTo>
                  <a:cubicBezTo>
                    <a:pt x="665" y="156"/>
                    <a:pt x="358" y="237"/>
                    <a:pt x="72" y="329"/>
                  </a:cubicBezTo>
                  <a:cubicBezTo>
                    <a:pt x="31" y="349"/>
                    <a:pt x="0" y="401"/>
                    <a:pt x="20" y="452"/>
                  </a:cubicBezTo>
                  <a:cubicBezTo>
                    <a:pt x="31" y="483"/>
                    <a:pt x="72" y="503"/>
                    <a:pt x="102" y="503"/>
                  </a:cubicBezTo>
                  <a:lnTo>
                    <a:pt x="133" y="503"/>
                  </a:lnTo>
                  <a:cubicBezTo>
                    <a:pt x="409" y="411"/>
                    <a:pt x="705" y="329"/>
                    <a:pt x="1001" y="278"/>
                  </a:cubicBezTo>
                  <a:cubicBezTo>
                    <a:pt x="1342" y="212"/>
                    <a:pt x="1682" y="182"/>
                    <a:pt x="2022" y="182"/>
                  </a:cubicBezTo>
                  <a:cubicBezTo>
                    <a:pt x="2264" y="182"/>
                    <a:pt x="2506" y="197"/>
                    <a:pt x="2749" y="227"/>
                  </a:cubicBezTo>
                  <a:cubicBezTo>
                    <a:pt x="2881" y="237"/>
                    <a:pt x="3024" y="258"/>
                    <a:pt x="3178" y="288"/>
                  </a:cubicBezTo>
                  <a:cubicBezTo>
                    <a:pt x="3184" y="290"/>
                    <a:pt x="3191" y="290"/>
                    <a:pt x="3198" y="290"/>
                  </a:cubicBezTo>
                  <a:cubicBezTo>
                    <a:pt x="3241" y="290"/>
                    <a:pt x="3281" y="261"/>
                    <a:pt x="3290" y="217"/>
                  </a:cubicBezTo>
                  <a:cubicBezTo>
                    <a:pt x="3290" y="166"/>
                    <a:pt x="3259" y="125"/>
                    <a:pt x="3219" y="115"/>
                  </a:cubicBezTo>
                  <a:cubicBezTo>
                    <a:pt x="3055" y="84"/>
                    <a:pt x="2901" y="54"/>
                    <a:pt x="2769" y="43"/>
                  </a:cubicBezTo>
                  <a:cubicBezTo>
                    <a:pt x="2534" y="15"/>
                    <a:pt x="2297" y="1"/>
                    <a:pt x="2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9" name="Google Shape;7779;p24"/>
            <p:cNvSpPr/>
            <p:nvPr/>
          </p:nvSpPr>
          <p:spPr>
            <a:xfrm>
              <a:off x="2044625" y="1820825"/>
              <a:ext cx="88900" cy="12725"/>
            </a:xfrm>
            <a:custGeom>
              <a:avLst/>
              <a:gdLst/>
              <a:ahLst/>
              <a:cxnLst/>
              <a:rect l="l" t="t" r="r" b="b"/>
              <a:pathLst>
                <a:path w="3556" h="509" extrusionOk="0">
                  <a:moveTo>
                    <a:pt x="2405" y="1"/>
                  </a:moveTo>
                  <a:cubicBezTo>
                    <a:pt x="2042" y="1"/>
                    <a:pt x="1647" y="37"/>
                    <a:pt x="1195" y="110"/>
                  </a:cubicBezTo>
                  <a:cubicBezTo>
                    <a:pt x="807" y="171"/>
                    <a:pt x="419" y="253"/>
                    <a:pt x="82" y="325"/>
                  </a:cubicBezTo>
                  <a:cubicBezTo>
                    <a:pt x="31" y="335"/>
                    <a:pt x="0" y="386"/>
                    <a:pt x="10" y="437"/>
                  </a:cubicBezTo>
                  <a:cubicBezTo>
                    <a:pt x="21" y="478"/>
                    <a:pt x="62" y="509"/>
                    <a:pt x="102" y="509"/>
                  </a:cubicBezTo>
                  <a:lnTo>
                    <a:pt x="123" y="509"/>
                  </a:lnTo>
                  <a:cubicBezTo>
                    <a:pt x="460" y="427"/>
                    <a:pt x="838" y="345"/>
                    <a:pt x="1216" y="284"/>
                  </a:cubicBezTo>
                  <a:cubicBezTo>
                    <a:pt x="1662" y="211"/>
                    <a:pt x="2050" y="174"/>
                    <a:pt x="2407" y="174"/>
                  </a:cubicBezTo>
                  <a:cubicBezTo>
                    <a:pt x="2549" y="174"/>
                    <a:pt x="2686" y="180"/>
                    <a:pt x="2820" y="192"/>
                  </a:cubicBezTo>
                  <a:cubicBezTo>
                    <a:pt x="3034" y="212"/>
                    <a:pt x="3238" y="243"/>
                    <a:pt x="3443" y="284"/>
                  </a:cubicBezTo>
                  <a:cubicBezTo>
                    <a:pt x="3451" y="288"/>
                    <a:pt x="3461" y="290"/>
                    <a:pt x="3470" y="290"/>
                  </a:cubicBezTo>
                  <a:cubicBezTo>
                    <a:pt x="3504" y="290"/>
                    <a:pt x="3537" y="263"/>
                    <a:pt x="3545" y="223"/>
                  </a:cubicBezTo>
                  <a:cubicBezTo>
                    <a:pt x="3556" y="171"/>
                    <a:pt x="3525" y="130"/>
                    <a:pt x="3484" y="110"/>
                  </a:cubicBezTo>
                  <a:cubicBezTo>
                    <a:pt x="3279" y="69"/>
                    <a:pt x="3055" y="28"/>
                    <a:pt x="2830" y="18"/>
                  </a:cubicBezTo>
                  <a:cubicBezTo>
                    <a:pt x="2692" y="7"/>
                    <a:pt x="2551" y="1"/>
                    <a:pt x="24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0" name="Google Shape;7780;p24"/>
            <p:cNvSpPr/>
            <p:nvPr/>
          </p:nvSpPr>
          <p:spPr>
            <a:xfrm>
              <a:off x="2082425" y="1866175"/>
              <a:ext cx="78675" cy="14375"/>
            </a:xfrm>
            <a:custGeom>
              <a:avLst/>
              <a:gdLst/>
              <a:ahLst/>
              <a:cxnLst/>
              <a:rect l="l" t="t" r="r" b="b"/>
              <a:pathLst>
                <a:path w="3147" h="575" extrusionOk="0">
                  <a:moveTo>
                    <a:pt x="2201" y="1"/>
                  </a:moveTo>
                  <a:cubicBezTo>
                    <a:pt x="1759" y="1"/>
                    <a:pt x="1310" y="44"/>
                    <a:pt x="879" y="146"/>
                  </a:cubicBezTo>
                  <a:cubicBezTo>
                    <a:pt x="593" y="217"/>
                    <a:pt x="317" y="298"/>
                    <a:pt x="71" y="401"/>
                  </a:cubicBezTo>
                  <a:cubicBezTo>
                    <a:pt x="21" y="421"/>
                    <a:pt x="0" y="473"/>
                    <a:pt x="21" y="523"/>
                  </a:cubicBezTo>
                  <a:cubicBezTo>
                    <a:pt x="31" y="554"/>
                    <a:pt x="62" y="575"/>
                    <a:pt x="102" y="575"/>
                  </a:cubicBezTo>
                  <a:cubicBezTo>
                    <a:pt x="112" y="575"/>
                    <a:pt x="123" y="575"/>
                    <a:pt x="133" y="564"/>
                  </a:cubicBezTo>
                  <a:cubicBezTo>
                    <a:pt x="378" y="473"/>
                    <a:pt x="634" y="391"/>
                    <a:pt x="920" y="319"/>
                  </a:cubicBezTo>
                  <a:cubicBezTo>
                    <a:pt x="1351" y="225"/>
                    <a:pt x="1791" y="175"/>
                    <a:pt x="2224" y="175"/>
                  </a:cubicBezTo>
                  <a:cubicBezTo>
                    <a:pt x="2263" y="175"/>
                    <a:pt x="2301" y="175"/>
                    <a:pt x="2339" y="176"/>
                  </a:cubicBezTo>
                  <a:cubicBezTo>
                    <a:pt x="2575" y="186"/>
                    <a:pt x="2800" y="207"/>
                    <a:pt x="3034" y="237"/>
                  </a:cubicBezTo>
                  <a:cubicBezTo>
                    <a:pt x="3041" y="239"/>
                    <a:pt x="3048" y="239"/>
                    <a:pt x="3054" y="239"/>
                  </a:cubicBezTo>
                  <a:cubicBezTo>
                    <a:pt x="3096" y="239"/>
                    <a:pt x="3128" y="210"/>
                    <a:pt x="3136" y="166"/>
                  </a:cubicBezTo>
                  <a:cubicBezTo>
                    <a:pt x="3147" y="115"/>
                    <a:pt x="3106" y="74"/>
                    <a:pt x="3065" y="64"/>
                  </a:cubicBezTo>
                  <a:cubicBezTo>
                    <a:pt x="2820" y="23"/>
                    <a:pt x="2585" y="3"/>
                    <a:pt x="2350" y="3"/>
                  </a:cubicBezTo>
                  <a:cubicBezTo>
                    <a:pt x="2300" y="1"/>
                    <a:pt x="2251" y="1"/>
                    <a:pt x="2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1" name="Google Shape;7781;p24"/>
            <p:cNvSpPr/>
            <p:nvPr/>
          </p:nvSpPr>
          <p:spPr>
            <a:xfrm>
              <a:off x="2099000" y="1905125"/>
              <a:ext cx="88675" cy="18350"/>
            </a:xfrm>
            <a:custGeom>
              <a:avLst/>
              <a:gdLst/>
              <a:ahLst/>
              <a:cxnLst/>
              <a:rect l="l" t="t" r="r" b="b"/>
              <a:pathLst>
                <a:path w="3547" h="734" extrusionOk="0">
                  <a:moveTo>
                    <a:pt x="3160" y="1"/>
                  </a:moveTo>
                  <a:cubicBezTo>
                    <a:pt x="3012" y="1"/>
                    <a:pt x="2863" y="6"/>
                    <a:pt x="2719" y="18"/>
                  </a:cubicBezTo>
                  <a:cubicBezTo>
                    <a:pt x="2055" y="48"/>
                    <a:pt x="1390" y="150"/>
                    <a:pt x="757" y="334"/>
                  </a:cubicBezTo>
                  <a:cubicBezTo>
                    <a:pt x="512" y="406"/>
                    <a:pt x="287" y="477"/>
                    <a:pt x="73" y="559"/>
                  </a:cubicBezTo>
                  <a:cubicBezTo>
                    <a:pt x="21" y="579"/>
                    <a:pt x="1" y="631"/>
                    <a:pt x="21" y="672"/>
                  </a:cubicBezTo>
                  <a:cubicBezTo>
                    <a:pt x="32" y="713"/>
                    <a:pt x="62" y="733"/>
                    <a:pt x="103" y="733"/>
                  </a:cubicBezTo>
                  <a:lnTo>
                    <a:pt x="134" y="733"/>
                  </a:lnTo>
                  <a:cubicBezTo>
                    <a:pt x="348" y="651"/>
                    <a:pt x="573" y="579"/>
                    <a:pt x="808" y="508"/>
                  </a:cubicBezTo>
                  <a:cubicBezTo>
                    <a:pt x="1431" y="334"/>
                    <a:pt x="2075" y="222"/>
                    <a:pt x="2729" y="191"/>
                  </a:cubicBezTo>
                  <a:cubicBezTo>
                    <a:pt x="2852" y="186"/>
                    <a:pt x="2972" y="184"/>
                    <a:pt x="3092" y="184"/>
                  </a:cubicBezTo>
                  <a:cubicBezTo>
                    <a:pt x="3212" y="184"/>
                    <a:pt x="3331" y="186"/>
                    <a:pt x="3454" y="191"/>
                  </a:cubicBezTo>
                  <a:cubicBezTo>
                    <a:pt x="3506" y="191"/>
                    <a:pt x="3546" y="150"/>
                    <a:pt x="3546" y="100"/>
                  </a:cubicBezTo>
                  <a:cubicBezTo>
                    <a:pt x="3546" y="48"/>
                    <a:pt x="3515" y="7"/>
                    <a:pt x="3465" y="7"/>
                  </a:cubicBezTo>
                  <a:cubicBezTo>
                    <a:pt x="3364" y="3"/>
                    <a:pt x="3262" y="1"/>
                    <a:pt x="3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" name="Google Shape;7783;p25"/>
          <p:cNvSpPr/>
          <p:nvPr/>
        </p:nvSpPr>
        <p:spPr>
          <a:xfrm flipH="1">
            <a:off x="-63981" y="1949817"/>
            <a:ext cx="3615283" cy="3279401"/>
          </a:xfrm>
          <a:custGeom>
            <a:avLst/>
            <a:gdLst/>
            <a:ahLst/>
            <a:cxnLst/>
            <a:rect l="l" t="t" r="r" b="b"/>
            <a:pathLst>
              <a:path w="18268" h="16571" extrusionOk="0">
                <a:moveTo>
                  <a:pt x="18267" y="0"/>
                </a:moveTo>
                <a:cubicBezTo>
                  <a:pt x="17011" y="685"/>
                  <a:pt x="15979" y="1778"/>
                  <a:pt x="15438" y="3106"/>
                </a:cubicBezTo>
                <a:cubicBezTo>
                  <a:pt x="14743" y="4812"/>
                  <a:pt x="14896" y="6733"/>
                  <a:pt x="14937" y="8572"/>
                </a:cubicBezTo>
                <a:cubicBezTo>
                  <a:pt x="14937" y="9083"/>
                  <a:pt x="14937" y="9603"/>
                  <a:pt x="14773" y="10084"/>
                </a:cubicBezTo>
                <a:cubicBezTo>
                  <a:pt x="14318" y="11360"/>
                  <a:pt x="12827" y="11974"/>
                  <a:pt x="11468" y="11974"/>
                </a:cubicBezTo>
                <a:cubicBezTo>
                  <a:pt x="11456" y="11974"/>
                  <a:pt x="11444" y="11974"/>
                  <a:pt x="11433" y="11974"/>
                </a:cubicBezTo>
                <a:cubicBezTo>
                  <a:pt x="10074" y="11974"/>
                  <a:pt x="8746" y="11524"/>
                  <a:pt x="7387" y="11412"/>
                </a:cubicBezTo>
                <a:cubicBezTo>
                  <a:pt x="7166" y="11393"/>
                  <a:pt x="6944" y="11383"/>
                  <a:pt x="6721" y="11383"/>
                </a:cubicBezTo>
                <a:cubicBezTo>
                  <a:pt x="4806" y="11383"/>
                  <a:pt x="2877" y="12088"/>
                  <a:pt x="1512" y="13424"/>
                </a:cubicBezTo>
                <a:cubicBezTo>
                  <a:pt x="849" y="14078"/>
                  <a:pt x="327" y="14875"/>
                  <a:pt x="0" y="15733"/>
                </a:cubicBezTo>
                <a:lnTo>
                  <a:pt x="0" y="16571"/>
                </a:lnTo>
                <a:lnTo>
                  <a:pt x="18267" y="16571"/>
                </a:lnTo>
                <a:lnTo>
                  <a:pt x="1826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4" name="Google Shape;7784;p25"/>
          <p:cNvSpPr/>
          <p:nvPr/>
        </p:nvSpPr>
        <p:spPr>
          <a:xfrm>
            <a:off x="-63975" y="-57150"/>
            <a:ext cx="1699735" cy="2112278"/>
          </a:xfrm>
          <a:custGeom>
            <a:avLst/>
            <a:gdLst/>
            <a:ahLst/>
            <a:cxnLst/>
            <a:rect l="l" t="t" r="r" b="b"/>
            <a:pathLst>
              <a:path w="12384" h="15390" extrusionOk="0">
                <a:moveTo>
                  <a:pt x="1" y="0"/>
                </a:moveTo>
                <a:lnTo>
                  <a:pt x="1" y="9307"/>
                </a:lnTo>
                <a:cubicBezTo>
                  <a:pt x="471" y="9440"/>
                  <a:pt x="869" y="9593"/>
                  <a:pt x="951" y="9634"/>
                </a:cubicBezTo>
                <a:cubicBezTo>
                  <a:pt x="3195" y="10921"/>
                  <a:pt x="5082" y="15390"/>
                  <a:pt x="7943" y="15390"/>
                </a:cubicBezTo>
                <a:cubicBezTo>
                  <a:pt x="8533" y="15390"/>
                  <a:pt x="9165" y="15200"/>
                  <a:pt x="9849" y="14753"/>
                </a:cubicBezTo>
                <a:cubicBezTo>
                  <a:pt x="12036" y="13322"/>
                  <a:pt x="12383" y="9787"/>
                  <a:pt x="11484" y="7540"/>
                </a:cubicBezTo>
                <a:cubicBezTo>
                  <a:pt x="10615" y="5394"/>
                  <a:pt x="8388" y="3351"/>
                  <a:pt x="8848" y="858"/>
                </a:cubicBezTo>
                <a:cubicBezTo>
                  <a:pt x="8910" y="562"/>
                  <a:pt x="8991" y="276"/>
                  <a:pt x="910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85" name="Google Shape;7785;p25"/>
          <p:cNvGrpSpPr/>
          <p:nvPr/>
        </p:nvGrpSpPr>
        <p:grpSpPr>
          <a:xfrm rot="-5400000" flipH="1">
            <a:off x="3547013" y="-65786"/>
            <a:ext cx="81758" cy="608663"/>
            <a:chOff x="-1154155" y="1061718"/>
            <a:chExt cx="36015" cy="268015"/>
          </a:xfrm>
        </p:grpSpPr>
        <p:sp>
          <p:nvSpPr>
            <p:cNvPr id="7786" name="Google Shape;7786;p25"/>
            <p:cNvSpPr/>
            <p:nvPr/>
          </p:nvSpPr>
          <p:spPr>
            <a:xfrm>
              <a:off x="-1154155" y="1061718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195" y="0"/>
                  </a:moveTo>
                  <a:cubicBezTo>
                    <a:pt x="175" y="0"/>
                    <a:pt x="164" y="11"/>
                    <a:pt x="144" y="11"/>
                  </a:cubicBezTo>
                  <a:cubicBezTo>
                    <a:pt x="134" y="21"/>
                    <a:pt x="123" y="31"/>
                    <a:pt x="103" y="31"/>
                  </a:cubicBezTo>
                  <a:lnTo>
                    <a:pt x="73" y="62"/>
                  </a:lnTo>
                  <a:cubicBezTo>
                    <a:pt x="62" y="72"/>
                    <a:pt x="52" y="82"/>
                    <a:pt x="42" y="103"/>
                  </a:cubicBezTo>
                  <a:cubicBezTo>
                    <a:pt x="32" y="113"/>
                    <a:pt x="32" y="123"/>
                    <a:pt x="21" y="143"/>
                  </a:cubicBezTo>
                  <a:cubicBezTo>
                    <a:pt x="21" y="154"/>
                    <a:pt x="11" y="164"/>
                    <a:pt x="11" y="184"/>
                  </a:cubicBezTo>
                  <a:cubicBezTo>
                    <a:pt x="1" y="195"/>
                    <a:pt x="1" y="215"/>
                    <a:pt x="1" y="225"/>
                  </a:cubicBezTo>
                  <a:cubicBezTo>
                    <a:pt x="1" y="286"/>
                    <a:pt x="32" y="348"/>
                    <a:pt x="73" y="389"/>
                  </a:cubicBezTo>
                  <a:cubicBezTo>
                    <a:pt x="114" y="440"/>
                    <a:pt x="175" y="461"/>
                    <a:pt x="236" y="461"/>
                  </a:cubicBezTo>
                  <a:cubicBezTo>
                    <a:pt x="297" y="461"/>
                    <a:pt x="359" y="440"/>
                    <a:pt x="400" y="389"/>
                  </a:cubicBezTo>
                  <a:lnTo>
                    <a:pt x="430" y="358"/>
                  </a:lnTo>
                  <a:cubicBezTo>
                    <a:pt x="440" y="348"/>
                    <a:pt x="440" y="327"/>
                    <a:pt x="450" y="318"/>
                  </a:cubicBezTo>
                  <a:cubicBezTo>
                    <a:pt x="461" y="307"/>
                    <a:pt x="461" y="286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59" y="21"/>
                    <a:pt x="297" y="0"/>
                    <a:pt x="2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7" name="Google Shape;7787;p25"/>
            <p:cNvSpPr/>
            <p:nvPr/>
          </p:nvSpPr>
          <p:spPr>
            <a:xfrm>
              <a:off x="-1154155" y="1139575"/>
              <a:ext cx="35193" cy="112300"/>
            </a:xfrm>
            <a:custGeom>
              <a:avLst/>
              <a:gdLst/>
              <a:ahLst/>
              <a:cxnLst/>
              <a:rect l="l" t="t" r="r" b="b"/>
              <a:pathLst>
                <a:path w="471" h="1503" extrusionOk="0">
                  <a:moveTo>
                    <a:pt x="236" y="1"/>
                  </a:moveTo>
                  <a:cubicBezTo>
                    <a:pt x="114" y="1"/>
                    <a:pt x="1" y="103"/>
                    <a:pt x="1" y="225"/>
                  </a:cubicBezTo>
                  <a:cubicBezTo>
                    <a:pt x="1" y="358"/>
                    <a:pt x="114" y="461"/>
                    <a:pt x="236" y="461"/>
                  </a:cubicBezTo>
                  <a:cubicBezTo>
                    <a:pt x="369" y="461"/>
                    <a:pt x="471" y="358"/>
                    <a:pt x="471" y="225"/>
                  </a:cubicBezTo>
                  <a:cubicBezTo>
                    <a:pt x="471" y="103"/>
                    <a:pt x="369" y="1"/>
                    <a:pt x="236" y="1"/>
                  </a:cubicBezTo>
                  <a:close/>
                  <a:moveTo>
                    <a:pt x="236" y="1043"/>
                  </a:moveTo>
                  <a:cubicBezTo>
                    <a:pt x="114" y="1043"/>
                    <a:pt x="1" y="1145"/>
                    <a:pt x="1" y="1267"/>
                  </a:cubicBezTo>
                  <a:cubicBezTo>
                    <a:pt x="1" y="1401"/>
                    <a:pt x="114" y="1503"/>
                    <a:pt x="236" y="1503"/>
                  </a:cubicBezTo>
                  <a:cubicBezTo>
                    <a:pt x="369" y="1503"/>
                    <a:pt x="471" y="1401"/>
                    <a:pt x="471" y="1267"/>
                  </a:cubicBezTo>
                  <a:cubicBezTo>
                    <a:pt x="471" y="1145"/>
                    <a:pt x="369" y="1043"/>
                    <a:pt x="236" y="10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8" name="Google Shape;7788;p25"/>
            <p:cNvSpPr/>
            <p:nvPr/>
          </p:nvSpPr>
          <p:spPr>
            <a:xfrm>
              <a:off x="-1154155" y="1295289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236" y="1"/>
                  </a:moveTo>
                  <a:cubicBezTo>
                    <a:pt x="175" y="1"/>
                    <a:pt x="114" y="21"/>
                    <a:pt x="73" y="62"/>
                  </a:cubicBezTo>
                  <a:cubicBezTo>
                    <a:pt x="32" y="113"/>
                    <a:pt x="1" y="175"/>
                    <a:pt x="1" y="225"/>
                  </a:cubicBezTo>
                  <a:cubicBezTo>
                    <a:pt x="1" y="246"/>
                    <a:pt x="1" y="256"/>
                    <a:pt x="11" y="277"/>
                  </a:cubicBezTo>
                  <a:cubicBezTo>
                    <a:pt x="11" y="287"/>
                    <a:pt x="21" y="307"/>
                    <a:pt x="21" y="318"/>
                  </a:cubicBezTo>
                  <a:cubicBezTo>
                    <a:pt x="32" y="328"/>
                    <a:pt x="32" y="348"/>
                    <a:pt x="42" y="359"/>
                  </a:cubicBezTo>
                  <a:lnTo>
                    <a:pt x="73" y="389"/>
                  </a:lnTo>
                  <a:cubicBezTo>
                    <a:pt x="114" y="440"/>
                    <a:pt x="175" y="461"/>
                    <a:pt x="236" y="461"/>
                  </a:cubicBezTo>
                  <a:lnTo>
                    <a:pt x="277" y="461"/>
                  </a:lnTo>
                  <a:cubicBezTo>
                    <a:pt x="297" y="450"/>
                    <a:pt x="307" y="450"/>
                    <a:pt x="328" y="440"/>
                  </a:cubicBezTo>
                  <a:cubicBezTo>
                    <a:pt x="338" y="440"/>
                    <a:pt x="348" y="430"/>
                    <a:pt x="369" y="420"/>
                  </a:cubicBezTo>
                  <a:lnTo>
                    <a:pt x="400" y="389"/>
                  </a:lnTo>
                  <a:lnTo>
                    <a:pt x="430" y="359"/>
                  </a:lnTo>
                  <a:cubicBezTo>
                    <a:pt x="440" y="348"/>
                    <a:pt x="440" y="328"/>
                    <a:pt x="450" y="318"/>
                  </a:cubicBezTo>
                  <a:cubicBezTo>
                    <a:pt x="461" y="307"/>
                    <a:pt x="461" y="287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89" y="52"/>
                    <a:pt x="379" y="41"/>
                    <a:pt x="369" y="41"/>
                  </a:cubicBezTo>
                  <a:cubicBezTo>
                    <a:pt x="348" y="32"/>
                    <a:pt x="338" y="21"/>
                    <a:pt x="328" y="11"/>
                  </a:cubicBezTo>
                  <a:cubicBezTo>
                    <a:pt x="307" y="11"/>
                    <a:pt x="297" y="1"/>
                    <a:pt x="2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89" name="Google Shape;7789;p25"/>
          <p:cNvSpPr/>
          <p:nvPr/>
        </p:nvSpPr>
        <p:spPr>
          <a:xfrm rot="10800000" flipH="1">
            <a:off x="535545" y="4480482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0" name="Google Shape;7790;p25"/>
          <p:cNvSpPr/>
          <p:nvPr/>
        </p:nvSpPr>
        <p:spPr>
          <a:xfrm rot="10800000" flipH="1">
            <a:off x="1587202" y="4604006"/>
            <a:ext cx="1281912" cy="1162406"/>
          </a:xfrm>
          <a:custGeom>
            <a:avLst/>
            <a:gdLst/>
            <a:ahLst/>
            <a:cxnLst/>
            <a:rect l="l" t="t" r="r" b="b"/>
            <a:pathLst>
              <a:path w="10452" h="9478" extrusionOk="0">
                <a:moveTo>
                  <a:pt x="5225" y="0"/>
                </a:moveTo>
                <a:cubicBezTo>
                  <a:pt x="4038" y="0"/>
                  <a:pt x="2851" y="443"/>
                  <a:pt x="1932" y="1332"/>
                </a:cubicBezTo>
                <a:cubicBezTo>
                  <a:pt x="52" y="3150"/>
                  <a:pt x="0" y="6154"/>
                  <a:pt x="1819" y="8034"/>
                </a:cubicBezTo>
                <a:cubicBezTo>
                  <a:pt x="2748" y="8994"/>
                  <a:pt x="3985" y="9477"/>
                  <a:pt x="5224" y="9477"/>
                </a:cubicBezTo>
                <a:cubicBezTo>
                  <a:pt x="6409" y="9477"/>
                  <a:pt x="7597" y="9035"/>
                  <a:pt x="8521" y="8146"/>
                </a:cubicBezTo>
                <a:cubicBezTo>
                  <a:pt x="10400" y="6328"/>
                  <a:pt x="10452" y="3324"/>
                  <a:pt x="8633" y="1444"/>
                </a:cubicBezTo>
                <a:cubicBezTo>
                  <a:pt x="7704" y="484"/>
                  <a:pt x="6465" y="0"/>
                  <a:pt x="522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1" name="Google Shape;7791;p25"/>
          <p:cNvSpPr/>
          <p:nvPr/>
        </p:nvSpPr>
        <p:spPr>
          <a:xfrm flipH="1">
            <a:off x="3892213" y="4772650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2" name="Google Shape;7792;p25"/>
          <p:cNvSpPr/>
          <p:nvPr/>
        </p:nvSpPr>
        <p:spPr>
          <a:xfrm flipH="1">
            <a:off x="-994539" y="1139555"/>
            <a:ext cx="2053902" cy="2035379"/>
          </a:xfrm>
          <a:custGeom>
            <a:avLst/>
            <a:gdLst/>
            <a:ahLst/>
            <a:cxnLst/>
            <a:rect l="l" t="t" r="r" b="b"/>
            <a:pathLst>
              <a:path w="13466" h="13345" extrusionOk="0">
                <a:moveTo>
                  <a:pt x="6730" y="1257"/>
                </a:moveTo>
                <a:cubicBezTo>
                  <a:pt x="6762" y="1257"/>
                  <a:pt x="6793" y="1258"/>
                  <a:pt x="6825" y="1258"/>
                </a:cubicBezTo>
                <a:cubicBezTo>
                  <a:pt x="9818" y="1309"/>
                  <a:pt x="12199" y="3771"/>
                  <a:pt x="12147" y="6775"/>
                </a:cubicBezTo>
                <a:cubicBezTo>
                  <a:pt x="12097" y="9736"/>
                  <a:pt x="9686" y="12098"/>
                  <a:pt x="6737" y="12098"/>
                </a:cubicBezTo>
                <a:cubicBezTo>
                  <a:pt x="6705" y="12098"/>
                  <a:pt x="6673" y="12098"/>
                  <a:pt x="6641" y="12097"/>
                </a:cubicBezTo>
                <a:cubicBezTo>
                  <a:pt x="3647" y="12047"/>
                  <a:pt x="1257" y="9574"/>
                  <a:pt x="1308" y="6580"/>
                </a:cubicBezTo>
                <a:cubicBezTo>
                  <a:pt x="1359" y="3619"/>
                  <a:pt x="3779" y="1257"/>
                  <a:pt x="6730" y="1257"/>
                </a:cubicBezTo>
                <a:close/>
                <a:moveTo>
                  <a:pt x="6732" y="0"/>
                </a:moveTo>
                <a:cubicBezTo>
                  <a:pt x="3095" y="0"/>
                  <a:pt x="123" y="2920"/>
                  <a:pt x="62" y="6560"/>
                </a:cubicBezTo>
                <a:cubicBezTo>
                  <a:pt x="1" y="10248"/>
                  <a:pt x="2932" y="13282"/>
                  <a:pt x="6621" y="13344"/>
                </a:cubicBezTo>
                <a:cubicBezTo>
                  <a:pt x="6665" y="13344"/>
                  <a:pt x="6709" y="13345"/>
                  <a:pt x="6753" y="13345"/>
                </a:cubicBezTo>
                <a:cubicBezTo>
                  <a:pt x="10371" y="13345"/>
                  <a:pt x="13333" y="10429"/>
                  <a:pt x="13404" y="6795"/>
                </a:cubicBezTo>
                <a:cubicBezTo>
                  <a:pt x="13466" y="3107"/>
                  <a:pt x="10533" y="73"/>
                  <a:pt x="6846" y="1"/>
                </a:cubicBezTo>
                <a:cubicBezTo>
                  <a:pt x="6808" y="0"/>
                  <a:pt x="6770" y="0"/>
                  <a:pt x="67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93" name="Google Shape;7793;p25"/>
          <p:cNvGrpSpPr/>
          <p:nvPr/>
        </p:nvGrpSpPr>
        <p:grpSpPr>
          <a:xfrm flipH="1">
            <a:off x="1429142" y="-1031273"/>
            <a:ext cx="1517538" cy="1495345"/>
            <a:chOff x="-1517525" y="-541175"/>
            <a:chExt cx="1096725" cy="1080686"/>
          </a:xfrm>
        </p:grpSpPr>
        <p:sp>
          <p:nvSpPr>
            <p:cNvPr id="7794" name="Google Shape;7794;p25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5" name="Google Shape;7795;p25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6" name="Google Shape;7796;p25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7" name="Google Shape;7797;p25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8" name="Google Shape;7798;p25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9" name="Google Shape;7799;p25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0" name="Google Shape;7800;p25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1" name="Google Shape;7801;p25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2" name="Google Shape;7802;p25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3" name="Google Shape;7803;p25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4" name="Google Shape;7804;p25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5" name="Google Shape;7805;p25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6" name="Google Shape;7806;p25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7" name="Google Shape;7807;p25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8" name="Google Shape;7808;p25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9" name="Google Shape;7809;p25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0" name="Google Shape;7810;p25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1" name="Google Shape;7811;p25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2" name="Google Shape;7812;p25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3" name="Google Shape;7813;p25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4" name="Google Shape;7814;p25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5" name="Google Shape;7815;p25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6" name="Google Shape;7816;p25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7" name="Google Shape;7817;p25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8" name="Google Shape;7818;p25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9" name="Google Shape;7819;p25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0" name="Google Shape;7820;p25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1" name="Google Shape;7821;p25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2" name="Google Shape;7822;p25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3" name="Google Shape;7823;p25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4" name="Google Shape;7824;p25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5" name="Google Shape;7825;p25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6" name="Google Shape;7826;p25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7" name="Google Shape;7827;p25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8" name="Google Shape;7828;p25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9" name="Google Shape;7829;p25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0" name="Google Shape;7830;p25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1" name="Google Shape;7831;p25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2" name="Google Shape;7832;p25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3" name="Google Shape;7833;p25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4" name="Google Shape;7834;p25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5" name="Google Shape;7835;p25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6" name="Google Shape;7836;p25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7" name="Google Shape;7837;p25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8" name="Google Shape;7838;p25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9" name="Google Shape;7839;p25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0" name="Google Shape;7840;p25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1" name="Google Shape;7841;p25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2" name="Google Shape;7842;p25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3" name="Google Shape;7843;p25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4" name="Google Shape;7844;p25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5" name="Google Shape;7845;p25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6" name="Google Shape;7846;p25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7" name="Google Shape;7847;p25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8" name="Google Shape;7848;p25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9" name="Google Shape;7849;p25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0" name="Google Shape;7850;p25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1" name="Google Shape;7851;p25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2" name="Google Shape;7852;p25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3" name="Google Shape;7853;p25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4" name="Google Shape;7854;p25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5" name="Google Shape;7855;p25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6" name="Google Shape;7856;p25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7" name="Google Shape;7857;p25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8" name="Google Shape;7858;p25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9" name="Google Shape;7859;p25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0" name="Google Shape;7860;p25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1" name="Google Shape;7861;p25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2" name="Google Shape;7862;p25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3" name="Google Shape;7863;p25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4" name="Google Shape;7864;p25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5" name="Google Shape;7865;p25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6" name="Google Shape;7866;p25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7" name="Google Shape;7867;p25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8" name="Google Shape;7868;p25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9" name="Google Shape;7869;p25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0" name="Google Shape;7870;p25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1" name="Google Shape;7871;p25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2" name="Google Shape;7872;p25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3" name="Google Shape;7873;p25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4" name="Google Shape;7874;p25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5" name="Google Shape;7875;p25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6" name="Google Shape;7876;p25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7" name="Google Shape;7877;p25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8" name="Google Shape;7878;p25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9" name="Google Shape;7879;p25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0" name="Google Shape;7880;p25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1" name="Google Shape;7881;p25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2" name="Google Shape;7882;p25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3" name="Google Shape;7883;p25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4" name="Google Shape;7884;p25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5" name="Google Shape;7885;p25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6" name="Google Shape;7886;p25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7" name="Google Shape;7887;p25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8" name="Google Shape;7888;p25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9" name="Google Shape;7889;p25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0" name="Google Shape;7890;p25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1" name="Google Shape;7891;p25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2" name="Google Shape;7892;p25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3" name="Google Shape;7893;p25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4" name="Google Shape;7894;p25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5" name="Google Shape;7895;p25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6" name="Google Shape;7896;p25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7" name="Google Shape;7897;p25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8" name="Google Shape;7898;p25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9" name="Google Shape;7899;p25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0" name="Google Shape;7900;p25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1" name="Google Shape;7901;p25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2" name="Google Shape;7902;p25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3" name="Google Shape;7903;p25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4" name="Google Shape;7904;p25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5" name="Google Shape;7905;p25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6" name="Google Shape;7906;p25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7" name="Google Shape;7907;p25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8" name="Google Shape;7908;p25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9" name="Google Shape;7909;p25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0" name="Google Shape;7910;p25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1" name="Google Shape;7911;p25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2" name="Google Shape;7912;p25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3" name="Google Shape;7913;p25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4" name="Google Shape;7914;p25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5" name="Google Shape;7915;p25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6" name="Google Shape;7916;p25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7" name="Google Shape;7917;p25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8" name="Google Shape;7918;p25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9" name="Google Shape;7919;p25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0" name="Google Shape;7920;p25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1" name="Google Shape;7921;p25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2" name="Google Shape;7922;p25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3" name="Google Shape;7923;p25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4" name="Google Shape;7924;p25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5" name="Google Shape;7925;p25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6" name="Google Shape;7926;p25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7" name="Google Shape;7927;p25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8" name="Google Shape;7928;p25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9" name="Google Shape;7929;p25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0" name="Google Shape;7930;p25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1" name="Google Shape;7931;p25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2" name="Google Shape;7932;p25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3" name="Google Shape;7933;p25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4" name="Google Shape;7934;p25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5" name="Google Shape;7935;p25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6" name="Google Shape;7936;p25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7" name="Google Shape;7937;p25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8" name="Google Shape;7938;p25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9" name="Google Shape;7939;p25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0" name="Google Shape;7940;p25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1" name="Google Shape;7941;p25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2" name="Google Shape;7942;p25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3" name="Google Shape;7943;p25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4" name="Google Shape;7944;p25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5" name="Google Shape;7945;p25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6" name="Google Shape;7946;p25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7" name="Google Shape;7947;p25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8" name="Google Shape;7948;p25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9" name="Google Shape;7949;p25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0" name="Google Shape;7950;p25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1" name="Google Shape;7951;p25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2" name="Google Shape;7952;p25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3" name="Google Shape;7953;p25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4" name="Google Shape;7954;p25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5" name="Google Shape;7955;p25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6" name="Google Shape;7956;p25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7" name="Google Shape;7957;p25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8" name="Google Shape;7958;p25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9" name="Google Shape;7959;p25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0" name="Google Shape;7960;p25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1" name="Google Shape;7961;p25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2" name="Google Shape;7962;p25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3" name="Google Shape;7963;p25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4" name="Google Shape;7964;p25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5" name="Google Shape;7965;p25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6" name="Google Shape;7966;p25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7" name="Google Shape;7967;p25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8" name="Google Shape;7968;p25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9" name="Google Shape;7969;p25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0" name="Google Shape;7970;p25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1" name="Google Shape;7971;p25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2" name="Google Shape;7972;p25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3" name="Google Shape;7973;p25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4" name="Google Shape;7974;p25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5" name="Google Shape;7975;p25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6" name="Google Shape;7976;p25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7" name="Google Shape;7977;p25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8" name="Google Shape;7978;p25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9" name="Google Shape;7979;p25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0" name="Google Shape;7980;p25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1" name="Google Shape;7981;p25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2" name="Google Shape;7982;p25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3" name="Google Shape;7983;p25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4" name="Google Shape;7984;p25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5" name="Google Shape;7985;p25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6" name="Google Shape;7986;p25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7" name="Google Shape;7987;p25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8" name="Google Shape;7988;p25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9" name="Google Shape;7989;p25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0" name="Google Shape;7990;p25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1" name="Google Shape;7991;p25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2" name="Google Shape;7992;p25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3" name="Google Shape;7993;p25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4" name="Google Shape;7994;p25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5" name="Google Shape;7995;p25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6" name="Google Shape;7996;p25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7" name="Google Shape;7997;p25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8" name="Google Shape;7998;p25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9" name="Google Shape;7999;p25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0" name="Google Shape;8000;p25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1" name="Google Shape;8001;p25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2" name="Google Shape;8002;p25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3" name="Google Shape;8003;p25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4" name="Google Shape;8004;p25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5" name="Google Shape;8005;p25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6" name="Google Shape;8006;p25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7" name="Google Shape;8007;p25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8" name="Google Shape;8008;p25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9" name="Google Shape;8009;p25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0" name="Google Shape;8010;p25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1" name="Google Shape;8011;p25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2" name="Google Shape;8012;p25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3" name="Google Shape;8013;p25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4" name="Google Shape;8014;p25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5" name="Google Shape;8015;p25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6" name="Google Shape;8016;p25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7" name="Google Shape;8017;p25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8" name="Google Shape;8018;p25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9" name="Google Shape;8019;p25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0" name="Google Shape;8020;p25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1" name="Google Shape;8021;p25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2" name="Google Shape;8022;p25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3" name="Google Shape;8023;p25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4" name="Google Shape;8024;p25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5" name="Google Shape;8025;p25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6" name="Google Shape;8026;p25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7" name="Google Shape;8027;p25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8" name="Google Shape;8028;p25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9" name="Google Shape;8029;p25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0" name="Google Shape;8030;p25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1" name="Google Shape;8031;p25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2" name="Google Shape;8032;p25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3" name="Google Shape;8033;p25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4" name="Google Shape;8034;p25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5" name="Google Shape;8035;p25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6" name="Google Shape;8036;p25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7" name="Google Shape;8037;p25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8" name="Google Shape;8038;p25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9" name="Google Shape;8039;p25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0" name="Google Shape;8040;p25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1" name="Google Shape;8041;p25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2" name="Google Shape;8042;p25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3" name="Google Shape;8043;p25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4" name="Google Shape;8044;p25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5" name="Google Shape;8045;p25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6" name="Google Shape;8046;p25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7" name="Google Shape;8047;p25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8" name="Google Shape;8048;p25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9" name="Google Shape;8049;p25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0" name="Google Shape;8050;p25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1" name="Google Shape;8051;p25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2" name="Google Shape;8052;p25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3" name="Google Shape;8053;p25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4" name="Google Shape;8054;p25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5" name="Google Shape;8055;p25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6" name="Google Shape;8056;p25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7" name="Google Shape;8057;p25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8" name="Google Shape;8058;p25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9" name="Google Shape;8059;p25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0" name="Google Shape;8060;p25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1" name="Google Shape;8061;p25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2" name="Google Shape;8062;p25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3" name="Google Shape;8063;p25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4" name="Google Shape;8064;p25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5" name="Google Shape;8065;p25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6" name="Google Shape;8066;p25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7" name="Google Shape;8067;p25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8" name="Google Shape;8068;p25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9" name="Google Shape;8069;p25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0" name="Google Shape;8070;p25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1" name="Google Shape;8071;p25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2" name="Google Shape;8072;p25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3" name="Google Shape;8073;p25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4" name="Google Shape;8074;p25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5" name="Google Shape;8075;p25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6" name="Google Shape;8076;p25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7" name="Google Shape;8077;p25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8" name="Google Shape;8078;p25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9" name="Google Shape;8079;p25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0" name="Google Shape;8080;p25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1" name="Google Shape;8081;p25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2" name="Google Shape;8082;p25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3" name="Google Shape;8083;p25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4" name="Google Shape;8084;p25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5" name="Google Shape;8085;p25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6" name="Google Shape;8086;p25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7" name="Google Shape;8087;p25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8" name="Google Shape;8088;p25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9" name="Google Shape;8089;p25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0" name="Google Shape;8090;p25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1" name="Google Shape;8091;p25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2" name="Google Shape;8092;p25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3" name="Google Shape;8093;p25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4" name="Google Shape;8094;p25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5" name="Google Shape;8095;p25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6" name="Google Shape;8096;p25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7" name="Google Shape;8097;p25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8" name="Google Shape;8098;p25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9" name="Google Shape;8099;p25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0" name="Google Shape;8100;p25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1" name="Google Shape;8101;p25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2" name="Google Shape;8102;p25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3" name="Google Shape;8103;p25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4" name="Google Shape;8104;p25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5" name="Google Shape;8105;p25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6" name="Google Shape;8106;p25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7" name="Google Shape;8107;p25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8" name="Google Shape;8108;p25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9" name="Google Shape;8109;p25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0" name="Google Shape;8110;p25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1" name="Google Shape;8111;p25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2" name="Google Shape;8112;p25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3" name="Google Shape;8113;p25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4" name="Google Shape;8114;p25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5" name="Google Shape;8115;p25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6" name="Google Shape;8116;p25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7" name="Google Shape;8117;p25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8" name="Google Shape;8118;p25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9" name="Google Shape;8119;p25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0" name="Google Shape;8120;p25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1" name="Google Shape;8121;p25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2" name="Google Shape;8122;p25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3" name="Google Shape;8123;p25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4" name="Google Shape;8124;p25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5" name="Google Shape;8125;p25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6" name="Google Shape;8126;p25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7" name="Google Shape;8127;p25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8" name="Google Shape;8128;p25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9" name="Google Shape;8129;p25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30" name="Google Shape;8130;p25"/>
          <p:cNvGrpSpPr/>
          <p:nvPr/>
        </p:nvGrpSpPr>
        <p:grpSpPr>
          <a:xfrm rot="5844232">
            <a:off x="-185020" y="-254413"/>
            <a:ext cx="1461716" cy="1185582"/>
            <a:chOff x="2065850" y="1921413"/>
            <a:chExt cx="489375" cy="396925"/>
          </a:xfrm>
        </p:grpSpPr>
        <p:sp>
          <p:nvSpPr>
            <p:cNvPr id="8131" name="Google Shape;8131;p25"/>
            <p:cNvSpPr/>
            <p:nvPr/>
          </p:nvSpPr>
          <p:spPr>
            <a:xfrm>
              <a:off x="2065850" y="1921413"/>
              <a:ext cx="276100" cy="234000"/>
            </a:xfrm>
            <a:custGeom>
              <a:avLst/>
              <a:gdLst/>
              <a:ahLst/>
              <a:cxnLst/>
              <a:rect l="l" t="t" r="r" b="b"/>
              <a:pathLst>
                <a:path w="11044" h="9360" extrusionOk="0">
                  <a:moveTo>
                    <a:pt x="3529" y="836"/>
                  </a:moveTo>
                  <a:cubicBezTo>
                    <a:pt x="3689" y="836"/>
                    <a:pt x="3842" y="853"/>
                    <a:pt x="3974" y="874"/>
                  </a:cubicBezTo>
                  <a:cubicBezTo>
                    <a:pt x="5333" y="1089"/>
                    <a:pt x="6539" y="2182"/>
                    <a:pt x="6927" y="3510"/>
                  </a:cubicBezTo>
                  <a:cubicBezTo>
                    <a:pt x="6426" y="3244"/>
                    <a:pt x="5926" y="2979"/>
                    <a:pt x="5435" y="2733"/>
                  </a:cubicBezTo>
                  <a:cubicBezTo>
                    <a:pt x="5057" y="2540"/>
                    <a:pt x="4618" y="2325"/>
                    <a:pt x="4158" y="2192"/>
                  </a:cubicBezTo>
                  <a:cubicBezTo>
                    <a:pt x="3783" y="2079"/>
                    <a:pt x="3409" y="2022"/>
                    <a:pt x="3046" y="2022"/>
                  </a:cubicBezTo>
                  <a:cubicBezTo>
                    <a:pt x="2757" y="2022"/>
                    <a:pt x="2475" y="2058"/>
                    <a:pt x="2207" y="2131"/>
                  </a:cubicBezTo>
                  <a:cubicBezTo>
                    <a:pt x="2166" y="2141"/>
                    <a:pt x="2135" y="2152"/>
                    <a:pt x="2094" y="2161"/>
                  </a:cubicBezTo>
                  <a:cubicBezTo>
                    <a:pt x="2135" y="1702"/>
                    <a:pt x="2330" y="1303"/>
                    <a:pt x="2646" y="1078"/>
                  </a:cubicBezTo>
                  <a:cubicBezTo>
                    <a:pt x="2911" y="893"/>
                    <a:pt x="3233" y="836"/>
                    <a:pt x="3529" y="836"/>
                  </a:cubicBezTo>
                  <a:close/>
                  <a:moveTo>
                    <a:pt x="3711" y="232"/>
                  </a:moveTo>
                  <a:cubicBezTo>
                    <a:pt x="3980" y="232"/>
                    <a:pt x="4269" y="265"/>
                    <a:pt x="4577" y="333"/>
                  </a:cubicBezTo>
                  <a:cubicBezTo>
                    <a:pt x="5721" y="599"/>
                    <a:pt x="6753" y="1262"/>
                    <a:pt x="7417" y="2161"/>
                  </a:cubicBezTo>
                  <a:cubicBezTo>
                    <a:pt x="7867" y="2765"/>
                    <a:pt x="8153" y="3500"/>
                    <a:pt x="8224" y="4236"/>
                  </a:cubicBezTo>
                  <a:cubicBezTo>
                    <a:pt x="7877" y="4031"/>
                    <a:pt x="7540" y="3847"/>
                    <a:pt x="7202" y="3664"/>
                  </a:cubicBezTo>
                  <a:cubicBezTo>
                    <a:pt x="6855" y="2131"/>
                    <a:pt x="5547" y="895"/>
                    <a:pt x="4005" y="649"/>
                  </a:cubicBezTo>
                  <a:cubicBezTo>
                    <a:pt x="3865" y="626"/>
                    <a:pt x="3705" y="609"/>
                    <a:pt x="3536" y="609"/>
                  </a:cubicBezTo>
                  <a:cubicBezTo>
                    <a:pt x="3199" y="609"/>
                    <a:pt x="2827" y="677"/>
                    <a:pt x="2513" y="895"/>
                  </a:cubicBezTo>
                  <a:cubicBezTo>
                    <a:pt x="2115" y="1171"/>
                    <a:pt x="1880" y="1671"/>
                    <a:pt x="1869" y="2243"/>
                  </a:cubicBezTo>
                  <a:cubicBezTo>
                    <a:pt x="1563" y="2366"/>
                    <a:pt x="1287" y="2529"/>
                    <a:pt x="1042" y="2733"/>
                  </a:cubicBezTo>
                  <a:cubicBezTo>
                    <a:pt x="1236" y="1712"/>
                    <a:pt x="1880" y="629"/>
                    <a:pt x="2993" y="322"/>
                  </a:cubicBezTo>
                  <a:cubicBezTo>
                    <a:pt x="3213" y="262"/>
                    <a:pt x="3453" y="232"/>
                    <a:pt x="3711" y="232"/>
                  </a:cubicBezTo>
                  <a:close/>
                  <a:moveTo>
                    <a:pt x="3056" y="2253"/>
                  </a:moveTo>
                  <a:cubicBezTo>
                    <a:pt x="3395" y="2253"/>
                    <a:pt x="3742" y="2305"/>
                    <a:pt x="4087" y="2407"/>
                  </a:cubicBezTo>
                  <a:cubicBezTo>
                    <a:pt x="4536" y="2540"/>
                    <a:pt x="4965" y="2754"/>
                    <a:pt x="5333" y="2938"/>
                  </a:cubicBezTo>
                  <a:cubicBezTo>
                    <a:pt x="5885" y="3214"/>
                    <a:pt x="6446" y="3510"/>
                    <a:pt x="6998" y="3816"/>
                  </a:cubicBezTo>
                  <a:cubicBezTo>
                    <a:pt x="7009" y="3827"/>
                    <a:pt x="7009" y="3847"/>
                    <a:pt x="7009" y="3857"/>
                  </a:cubicBezTo>
                  <a:cubicBezTo>
                    <a:pt x="7080" y="4266"/>
                    <a:pt x="7070" y="4603"/>
                    <a:pt x="6978" y="4899"/>
                  </a:cubicBezTo>
                  <a:cubicBezTo>
                    <a:pt x="6855" y="5308"/>
                    <a:pt x="6548" y="5655"/>
                    <a:pt x="6273" y="5932"/>
                  </a:cubicBezTo>
                  <a:cubicBezTo>
                    <a:pt x="6089" y="6115"/>
                    <a:pt x="5854" y="6340"/>
                    <a:pt x="5588" y="6504"/>
                  </a:cubicBezTo>
                  <a:cubicBezTo>
                    <a:pt x="5476" y="6575"/>
                    <a:pt x="5363" y="6636"/>
                    <a:pt x="5251" y="6688"/>
                  </a:cubicBezTo>
                  <a:cubicBezTo>
                    <a:pt x="4332" y="5932"/>
                    <a:pt x="3535" y="5083"/>
                    <a:pt x="2871" y="4174"/>
                  </a:cubicBezTo>
                  <a:cubicBezTo>
                    <a:pt x="2554" y="3725"/>
                    <a:pt x="2207" y="3194"/>
                    <a:pt x="2115" y="2590"/>
                  </a:cubicBezTo>
                  <a:cubicBezTo>
                    <a:pt x="2105" y="2529"/>
                    <a:pt x="2094" y="2468"/>
                    <a:pt x="2094" y="2407"/>
                  </a:cubicBezTo>
                  <a:cubicBezTo>
                    <a:pt x="2146" y="2386"/>
                    <a:pt x="2207" y="2366"/>
                    <a:pt x="2258" y="2356"/>
                  </a:cubicBezTo>
                  <a:cubicBezTo>
                    <a:pt x="2514" y="2287"/>
                    <a:pt x="2782" y="2253"/>
                    <a:pt x="3056" y="2253"/>
                  </a:cubicBezTo>
                  <a:close/>
                  <a:moveTo>
                    <a:pt x="1869" y="2488"/>
                  </a:moveTo>
                  <a:cubicBezTo>
                    <a:pt x="1880" y="2540"/>
                    <a:pt x="1880" y="2581"/>
                    <a:pt x="1890" y="2631"/>
                  </a:cubicBezTo>
                  <a:cubicBezTo>
                    <a:pt x="1992" y="3275"/>
                    <a:pt x="2350" y="3837"/>
                    <a:pt x="2687" y="4307"/>
                  </a:cubicBezTo>
                  <a:cubicBezTo>
                    <a:pt x="3341" y="5196"/>
                    <a:pt x="4117" y="6034"/>
                    <a:pt x="5006" y="6779"/>
                  </a:cubicBezTo>
                  <a:cubicBezTo>
                    <a:pt x="4738" y="6863"/>
                    <a:pt x="4455" y="6904"/>
                    <a:pt x="4169" y="6904"/>
                  </a:cubicBezTo>
                  <a:cubicBezTo>
                    <a:pt x="3476" y="6904"/>
                    <a:pt x="2770" y="6663"/>
                    <a:pt x="2227" y="6207"/>
                  </a:cubicBezTo>
                  <a:cubicBezTo>
                    <a:pt x="1369" y="5502"/>
                    <a:pt x="909" y="4307"/>
                    <a:pt x="1001" y="3091"/>
                  </a:cubicBezTo>
                  <a:cubicBezTo>
                    <a:pt x="1236" y="2836"/>
                    <a:pt x="1533" y="2631"/>
                    <a:pt x="1869" y="2488"/>
                  </a:cubicBezTo>
                  <a:close/>
                  <a:moveTo>
                    <a:pt x="7254" y="3950"/>
                  </a:moveTo>
                  <a:cubicBezTo>
                    <a:pt x="7581" y="4134"/>
                    <a:pt x="7908" y="4317"/>
                    <a:pt x="8244" y="4511"/>
                  </a:cubicBezTo>
                  <a:cubicBezTo>
                    <a:pt x="8265" y="4808"/>
                    <a:pt x="8235" y="5114"/>
                    <a:pt x="8183" y="5410"/>
                  </a:cubicBezTo>
                  <a:cubicBezTo>
                    <a:pt x="7999" y="6340"/>
                    <a:pt x="7427" y="7188"/>
                    <a:pt x="6661" y="7709"/>
                  </a:cubicBezTo>
                  <a:cubicBezTo>
                    <a:pt x="6242" y="7444"/>
                    <a:pt x="5833" y="7147"/>
                    <a:pt x="5445" y="6840"/>
                  </a:cubicBezTo>
                  <a:cubicBezTo>
                    <a:pt x="5537" y="6800"/>
                    <a:pt x="5619" y="6749"/>
                    <a:pt x="5711" y="6697"/>
                  </a:cubicBezTo>
                  <a:cubicBezTo>
                    <a:pt x="5997" y="6513"/>
                    <a:pt x="6242" y="6279"/>
                    <a:pt x="6436" y="6095"/>
                  </a:cubicBezTo>
                  <a:cubicBezTo>
                    <a:pt x="6732" y="5789"/>
                    <a:pt x="7059" y="5421"/>
                    <a:pt x="7202" y="4971"/>
                  </a:cubicBezTo>
                  <a:cubicBezTo>
                    <a:pt x="7295" y="4675"/>
                    <a:pt x="7315" y="4338"/>
                    <a:pt x="7254" y="3950"/>
                  </a:cubicBezTo>
                  <a:close/>
                  <a:moveTo>
                    <a:pt x="756" y="3398"/>
                  </a:moveTo>
                  <a:cubicBezTo>
                    <a:pt x="756" y="4572"/>
                    <a:pt x="1247" y="5686"/>
                    <a:pt x="2084" y="6391"/>
                  </a:cubicBezTo>
                  <a:cubicBezTo>
                    <a:pt x="2668" y="6872"/>
                    <a:pt x="3423" y="7127"/>
                    <a:pt x="4163" y="7127"/>
                  </a:cubicBezTo>
                  <a:cubicBezTo>
                    <a:pt x="4523" y="7127"/>
                    <a:pt x="4879" y="7066"/>
                    <a:pt x="5211" y="6943"/>
                  </a:cubicBezTo>
                  <a:cubicBezTo>
                    <a:pt x="5599" y="7260"/>
                    <a:pt x="6017" y="7566"/>
                    <a:pt x="6446" y="7842"/>
                  </a:cubicBezTo>
                  <a:cubicBezTo>
                    <a:pt x="6355" y="7903"/>
                    <a:pt x="6253" y="7954"/>
                    <a:pt x="6140" y="7995"/>
                  </a:cubicBezTo>
                  <a:cubicBezTo>
                    <a:pt x="5686" y="8197"/>
                    <a:pt x="5172" y="8299"/>
                    <a:pt x="4634" y="8299"/>
                  </a:cubicBezTo>
                  <a:cubicBezTo>
                    <a:pt x="4082" y="8299"/>
                    <a:pt x="3506" y="8192"/>
                    <a:pt x="2942" y="7975"/>
                  </a:cubicBezTo>
                  <a:cubicBezTo>
                    <a:pt x="1941" y="7587"/>
                    <a:pt x="1144" y="6933"/>
                    <a:pt x="715" y="6136"/>
                  </a:cubicBezTo>
                  <a:cubicBezTo>
                    <a:pt x="388" y="5523"/>
                    <a:pt x="296" y="4808"/>
                    <a:pt x="439" y="4174"/>
                  </a:cubicBezTo>
                  <a:cubicBezTo>
                    <a:pt x="500" y="3898"/>
                    <a:pt x="603" y="3632"/>
                    <a:pt x="756" y="3398"/>
                  </a:cubicBezTo>
                  <a:close/>
                  <a:moveTo>
                    <a:pt x="3692" y="1"/>
                  </a:moveTo>
                  <a:cubicBezTo>
                    <a:pt x="3421" y="1"/>
                    <a:pt x="3168" y="34"/>
                    <a:pt x="2932" y="98"/>
                  </a:cubicBezTo>
                  <a:cubicBezTo>
                    <a:pt x="1635" y="465"/>
                    <a:pt x="920" y="1784"/>
                    <a:pt x="786" y="2928"/>
                  </a:cubicBezTo>
                  <a:lnTo>
                    <a:pt x="786" y="2958"/>
                  </a:lnTo>
                  <a:cubicBezTo>
                    <a:pt x="777" y="2969"/>
                    <a:pt x="777" y="2979"/>
                    <a:pt x="777" y="2989"/>
                  </a:cubicBezTo>
                  <a:cubicBezTo>
                    <a:pt x="705" y="3081"/>
                    <a:pt x="643" y="3163"/>
                    <a:pt x="593" y="3244"/>
                  </a:cubicBezTo>
                  <a:cubicBezTo>
                    <a:pt x="30" y="4062"/>
                    <a:pt x="0" y="5267"/>
                    <a:pt x="521" y="6238"/>
                  </a:cubicBezTo>
                  <a:cubicBezTo>
                    <a:pt x="970" y="7096"/>
                    <a:pt x="1798" y="7780"/>
                    <a:pt x="2861" y="8189"/>
                  </a:cubicBezTo>
                  <a:cubicBezTo>
                    <a:pt x="3450" y="8416"/>
                    <a:pt x="4057" y="8529"/>
                    <a:pt x="4639" y="8529"/>
                  </a:cubicBezTo>
                  <a:cubicBezTo>
                    <a:pt x="5208" y="8529"/>
                    <a:pt x="5752" y="8421"/>
                    <a:pt x="6232" y="8209"/>
                  </a:cubicBezTo>
                  <a:cubicBezTo>
                    <a:pt x="6385" y="8148"/>
                    <a:pt x="6528" y="8066"/>
                    <a:pt x="6661" y="7985"/>
                  </a:cubicBezTo>
                  <a:cubicBezTo>
                    <a:pt x="7479" y="8506"/>
                    <a:pt x="8367" y="8965"/>
                    <a:pt x="9307" y="9354"/>
                  </a:cubicBezTo>
                  <a:cubicBezTo>
                    <a:pt x="9318" y="9358"/>
                    <a:pt x="9329" y="9360"/>
                    <a:pt x="9341" y="9360"/>
                  </a:cubicBezTo>
                  <a:cubicBezTo>
                    <a:pt x="9386" y="9360"/>
                    <a:pt x="9434" y="9331"/>
                    <a:pt x="9450" y="9283"/>
                  </a:cubicBezTo>
                  <a:cubicBezTo>
                    <a:pt x="9481" y="9231"/>
                    <a:pt x="9450" y="9160"/>
                    <a:pt x="9389" y="9140"/>
                  </a:cubicBezTo>
                  <a:cubicBezTo>
                    <a:pt x="8500" y="8772"/>
                    <a:pt x="7652" y="8332"/>
                    <a:pt x="6866" y="7842"/>
                  </a:cubicBezTo>
                  <a:cubicBezTo>
                    <a:pt x="7642" y="7290"/>
                    <a:pt x="8203" y="6402"/>
                    <a:pt x="8408" y="5451"/>
                  </a:cubicBezTo>
                  <a:cubicBezTo>
                    <a:pt x="8459" y="5185"/>
                    <a:pt x="8480" y="4920"/>
                    <a:pt x="8480" y="4654"/>
                  </a:cubicBezTo>
                  <a:cubicBezTo>
                    <a:pt x="9256" y="5104"/>
                    <a:pt x="10053" y="5594"/>
                    <a:pt x="10860" y="6125"/>
                  </a:cubicBezTo>
                  <a:cubicBezTo>
                    <a:pt x="10879" y="6140"/>
                    <a:pt x="10900" y="6147"/>
                    <a:pt x="10922" y="6147"/>
                  </a:cubicBezTo>
                  <a:cubicBezTo>
                    <a:pt x="10959" y="6147"/>
                    <a:pt x="10997" y="6127"/>
                    <a:pt x="11023" y="6095"/>
                  </a:cubicBezTo>
                  <a:cubicBezTo>
                    <a:pt x="11023" y="6084"/>
                    <a:pt x="11034" y="6075"/>
                    <a:pt x="11034" y="6054"/>
                  </a:cubicBezTo>
                  <a:cubicBezTo>
                    <a:pt x="11044" y="6013"/>
                    <a:pt x="11034" y="5962"/>
                    <a:pt x="10993" y="5941"/>
                  </a:cubicBezTo>
                  <a:cubicBezTo>
                    <a:pt x="10135" y="5380"/>
                    <a:pt x="9286" y="4849"/>
                    <a:pt x="8469" y="4379"/>
                  </a:cubicBezTo>
                  <a:cubicBezTo>
                    <a:pt x="8418" y="3541"/>
                    <a:pt x="8112" y="2713"/>
                    <a:pt x="7601" y="2018"/>
                  </a:cubicBezTo>
                  <a:cubicBezTo>
                    <a:pt x="6906" y="1078"/>
                    <a:pt x="5823" y="384"/>
                    <a:pt x="4628" y="118"/>
                  </a:cubicBezTo>
                  <a:cubicBezTo>
                    <a:pt x="4295" y="39"/>
                    <a:pt x="3983" y="1"/>
                    <a:pt x="36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2" name="Google Shape;8132;p25"/>
            <p:cNvSpPr/>
            <p:nvPr/>
          </p:nvSpPr>
          <p:spPr>
            <a:xfrm>
              <a:off x="2336075" y="2061788"/>
              <a:ext cx="46500" cy="49300"/>
            </a:xfrm>
            <a:custGeom>
              <a:avLst/>
              <a:gdLst/>
              <a:ahLst/>
              <a:cxnLst/>
              <a:rect l="l" t="t" r="r" b="b"/>
              <a:pathLst>
                <a:path w="1860" h="1972" extrusionOk="0">
                  <a:moveTo>
                    <a:pt x="795" y="1"/>
                  </a:moveTo>
                  <a:cubicBezTo>
                    <a:pt x="700" y="1"/>
                    <a:pt x="607" y="19"/>
                    <a:pt x="521" y="61"/>
                  </a:cubicBezTo>
                  <a:cubicBezTo>
                    <a:pt x="337" y="133"/>
                    <a:pt x="204" y="296"/>
                    <a:pt x="123" y="480"/>
                  </a:cubicBezTo>
                  <a:cubicBezTo>
                    <a:pt x="41" y="633"/>
                    <a:pt x="0" y="817"/>
                    <a:pt x="10" y="991"/>
                  </a:cubicBezTo>
                  <a:cubicBezTo>
                    <a:pt x="20" y="1256"/>
                    <a:pt x="153" y="1502"/>
                    <a:pt x="357" y="1675"/>
                  </a:cubicBezTo>
                  <a:cubicBezTo>
                    <a:pt x="562" y="1849"/>
                    <a:pt x="817" y="1941"/>
                    <a:pt x="1083" y="1961"/>
                  </a:cubicBezTo>
                  <a:lnTo>
                    <a:pt x="1093" y="1972"/>
                  </a:lnTo>
                  <a:cubicBezTo>
                    <a:pt x="1349" y="1543"/>
                    <a:pt x="1604" y="1103"/>
                    <a:pt x="1859" y="674"/>
                  </a:cubicBezTo>
                  <a:cubicBezTo>
                    <a:pt x="1757" y="510"/>
                    <a:pt x="1614" y="367"/>
                    <a:pt x="1451" y="245"/>
                  </a:cubicBezTo>
                  <a:cubicBezTo>
                    <a:pt x="1263" y="108"/>
                    <a:pt x="1024" y="1"/>
                    <a:pt x="7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3" name="Google Shape;8133;p25"/>
            <p:cNvSpPr/>
            <p:nvPr/>
          </p:nvSpPr>
          <p:spPr>
            <a:xfrm>
              <a:off x="2359800" y="2073438"/>
              <a:ext cx="156350" cy="137000"/>
            </a:xfrm>
            <a:custGeom>
              <a:avLst/>
              <a:gdLst/>
              <a:ahLst/>
              <a:cxnLst/>
              <a:rect l="l" t="t" r="r" b="b"/>
              <a:pathLst>
                <a:path w="6254" h="5480" extrusionOk="0">
                  <a:moveTo>
                    <a:pt x="1116" y="1"/>
                  </a:moveTo>
                  <a:cubicBezTo>
                    <a:pt x="1109" y="1"/>
                    <a:pt x="1102" y="2"/>
                    <a:pt x="1094" y="3"/>
                  </a:cubicBezTo>
                  <a:cubicBezTo>
                    <a:pt x="1033" y="3"/>
                    <a:pt x="1002" y="55"/>
                    <a:pt x="982" y="96"/>
                  </a:cubicBezTo>
                  <a:cubicBezTo>
                    <a:pt x="951" y="137"/>
                    <a:pt x="931" y="177"/>
                    <a:pt x="910" y="208"/>
                  </a:cubicBezTo>
                  <a:cubicBezTo>
                    <a:pt x="655" y="637"/>
                    <a:pt x="400" y="1077"/>
                    <a:pt x="144" y="1506"/>
                  </a:cubicBezTo>
                  <a:lnTo>
                    <a:pt x="82" y="1597"/>
                  </a:lnTo>
                  <a:cubicBezTo>
                    <a:pt x="42" y="1669"/>
                    <a:pt x="1" y="1740"/>
                    <a:pt x="11" y="1822"/>
                  </a:cubicBezTo>
                  <a:cubicBezTo>
                    <a:pt x="21" y="1904"/>
                    <a:pt x="93" y="1965"/>
                    <a:pt x="164" y="2016"/>
                  </a:cubicBezTo>
                  <a:cubicBezTo>
                    <a:pt x="543" y="2333"/>
                    <a:pt x="951" y="2609"/>
                    <a:pt x="1339" y="2905"/>
                  </a:cubicBezTo>
                  <a:cubicBezTo>
                    <a:pt x="2504" y="3783"/>
                    <a:pt x="3689" y="4642"/>
                    <a:pt x="4884" y="5479"/>
                  </a:cubicBezTo>
                  <a:cubicBezTo>
                    <a:pt x="5354" y="4846"/>
                    <a:pt x="5804" y="4203"/>
                    <a:pt x="6223" y="3538"/>
                  </a:cubicBezTo>
                  <a:lnTo>
                    <a:pt x="6253" y="3477"/>
                  </a:lnTo>
                  <a:cubicBezTo>
                    <a:pt x="4609" y="2282"/>
                    <a:pt x="2923" y="1138"/>
                    <a:pt x="1206" y="34"/>
                  </a:cubicBezTo>
                  <a:cubicBezTo>
                    <a:pt x="1181" y="18"/>
                    <a:pt x="1149" y="1"/>
                    <a:pt x="1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4" name="Google Shape;8134;p25"/>
            <p:cNvSpPr/>
            <p:nvPr/>
          </p:nvSpPr>
          <p:spPr>
            <a:xfrm>
              <a:off x="2295200" y="2143513"/>
              <a:ext cx="46500" cy="49300"/>
            </a:xfrm>
            <a:custGeom>
              <a:avLst/>
              <a:gdLst/>
              <a:ahLst/>
              <a:cxnLst/>
              <a:rect l="l" t="t" r="r" b="b"/>
              <a:pathLst>
                <a:path w="1860" h="1972" extrusionOk="0">
                  <a:moveTo>
                    <a:pt x="799" y="1"/>
                  </a:moveTo>
                  <a:cubicBezTo>
                    <a:pt x="705" y="1"/>
                    <a:pt x="611" y="19"/>
                    <a:pt x="521" y="61"/>
                  </a:cubicBezTo>
                  <a:cubicBezTo>
                    <a:pt x="337" y="133"/>
                    <a:pt x="215" y="296"/>
                    <a:pt x="123" y="480"/>
                  </a:cubicBezTo>
                  <a:cubicBezTo>
                    <a:pt x="51" y="633"/>
                    <a:pt x="0" y="817"/>
                    <a:pt x="10" y="991"/>
                  </a:cubicBezTo>
                  <a:cubicBezTo>
                    <a:pt x="21" y="1257"/>
                    <a:pt x="164" y="1502"/>
                    <a:pt x="358" y="1675"/>
                  </a:cubicBezTo>
                  <a:cubicBezTo>
                    <a:pt x="562" y="1849"/>
                    <a:pt x="828" y="1941"/>
                    <a:pt x="1083" y="1961"/>
                  </a:cubicBezTo>
                  <a:lnTo>
                    <a:pt x="1093" y="1972"/>
                  </a:lnTo>
                  <a:cubicBezTo>
                    <a:pt x="1349" y="1543"/>
                    <a:pt x="1604" y="1103"/>
                    <a:pt x="1860" y="674"/>
                  </a:cubicBezTo>
                  <a:cubicBezTo>
                    <a:pt x="1758" y="511"/>
                    <a:pt x="1615" y="367"/>
                    <a:pt x="1451" y="245"/>
                  </a:cubicBezTo>
                  <a:cubicBezTo>
                    <a:pt x="1263" y="108"/>
                    <a:pt x="1029" y="1"/>
                    <a:pt x="7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5" name="Google Shape;8135;p25"/>
            <p:cNvSpPr/>
            <p:nvPr/>
          </p:nvSpPr>
          <p:spPr>
            <a:xfrm>
              <a:off x="2481900" y="2160338"/>
              <a:ext cx="44200" cy="57000"/>
            </a:xfrm>
            <a:custGeom>
              <a:avLst/>
              <a:gdLst/>
              <a:ahLst/>
              <a:cxnLst/>
              <a:rect l="l" t="t" r="r" b="b"/>
              <a:pathLst>
                <a:path w="1768" h="2280" extrusionOk="0">
                  <a:moveTo>
                    <a:pt x="1369" y="1"/>
                  </a:moveTo>
                  <a:lnTo>
                    <a:pt x="1339" y="62"/>
                  </a:lnTo>
                  <a:cubicBezTo>
                    <a:pt x="920" y="727"/>
                    <a:pt x="470" y="1370"/>
                    <a:pt x="0" y="2003"/>
                  </a:cubicBezTo>
                  <a:cubicBezTo>
                    <a:pt x="143" y="2096"/>
                    <a:pt x="276" y="2187"/>
                    <a:pt x="419" y="2280"/>
                  </a:cubicBezTo>
                  <a:cubicBezTo>
                    <a:pt x="899" y="1667"/>
                    <a:pt x="1349" y="1013"/>
                    <a:pt x="1748" y="328"/>
                  </a:cubicBezTo>
                  <a:lnTo>
                    <a:pt x="1768" y="298"/>
                  </a:lnTo>
                  <a:cubicBezTo>
                    <a:pt x="1635" y="195"/>
                    <a:pt x="1502" y="103"/>
                    <a:pt x="13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6" name="Google Shape;8136;p25"/>
            <p:cNvSpPr/>
            <p:nvPr/>
          </p:nvSpPr>
          <p:spPr>
            <a:xfrm>
              <a:off x="2492375" y="2167763"/>
              <a:ext cx="44975" cy="56475"/>
            </a:xfrm>
            <a:custGeom>
              <a:avLst/>
              <a:gdLst/>
              <a:ahLst/>
              <a:cxnLst/>
              <a:rect l="l" t="t" r="r" b="b"/>
              <a:pathLst>
                <a:path w="1799" h="2259" extrusionOk="0">
                  <a:moveTo>
                    <a:pt x="1349" y="1"/>
                  </a:moveTo>
                  <a:lnTo>
                    <a:pt x="1329" y="31"/>
                  </a:lnTo>
                  <a:cubicBezTo>
                    <a:pt x="930" y="716"/>
                    <a:pt x="480" y="1370"/>
                    <a:pt x="0" y="1983"/>
                  </a:cubicBezTo>
                  <a:lnTo>
                    <a:pt x="0" y="1992"/>
                  </a:lnTo>
                  <a:cubicBezTo>
                    <a:pt x="123" y="2074"/>
                    <a:pt x="255" y="2167"/>
                    <a:pt x="378" y="2258"/>
                  </a:cubicBezTo>
                  <a:lnTo>
                    <a:pt x="389" y="2238"/>
                  </a:lnTo>
                  <a:cubicBezTo>
                    <a:pt x="909" y="1656"/>
                    <a:pt x="1379" y="1032"/>
                    <a:pt x="1778" y="358"/>
                  </a:cubicBezTo>
                  <a:lnTo>
                    <a:pt x="1798" y="328"/>
                  </a:lnTo>
                  <a:cubicBezTo>
                    <a:pt x="1655" y="215"/>
                    <a:pt x="1502" y="113"/>
                    <a:pt x="13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7" name="Google Shape;8137;p25"/>
            <p:cNvSpPr/>
            <p:nvPr/>
          </p:nvSpPr>
          <p:spPr>
            <a:xfrm>
              <a:off x="2501800" y="2175938"/>
              <a:ext cx="53425" cy="60675"/>
            </a:xfrm>
            <a:custGeom>
              <a:avLst/>
              <a:gdLst/>
              <a:ahLst/>
              <a:cxnLst/>
              <a:rect l="l" t="t" r="r" b="b"/>
              <a:pathLst>
                <a:path w="2137" h="2427" extrusionOk="0">
                  <a:moveTo>
                    <a:pt x="1421" y="1"/>
                  </a:moveTo>
                  <a:lnTo>
                    <a:pt x="1401" y="31"/>
                  </a:lnTo>
                  <a:cubicBezTo>
                    <a:pt x="1002" y="705"/>
                    <a:pt x="532" y="1329"/>
                    <a:pt x="12" y="1911"/>
                  </a:cubicBezTo>
                  <a:lnTo>
                    <a:pt x="1" y="1931"/>
                  </a:lnTo>
                  <a:cubicBezTo>
                    <a:pt x="205" y="2064"/>
                    <a:pt x="400" y="2197"/>
                    <a:pt x="594" y="2330"/>
                  </a:cubicBezTo>
                  <a:cubicBezTo>
                    <a:pt x="645" y="2371"/>
                    <a:pt x="706" y="2412"/>
                    <a:pt x="768" y="2421"/>
                  </a:cubicBezTo>
                  <a:cubicBezTo>
                    <a:pt x="784" y="2425"/>
                    <a:pt x="800" y="2427"/>
                    <a:pt x="817" y="2427"/>
                  </a:cubicBezTo>
                  <a:cubicBezTo>
                    <a:pt x="941" y="2427"/>
                    <a:pt x="1056" y="2328"/>
                    <a:pt x="1156" y="2238"/>
                  </a:cubicBezTo>
                  <a:cubicBezTo>
                    <a:pt x="1533" y="1849"/>
                    <a:pt x="1851" y="1400"/>
                    <a:pt x="2075" y="900"/>
                  </a:cubicBezTo>
                  <a:cubicBezTo>
                    <a:pt x="2106" y="848"/>
                    <a:pt x="2126" y="787"/>
                    <a:pt x="2137" y="726"/>
                  </a:cubicBezTo>
                  <a:cubicBezTo>
                    <a:pt x="2137" y="552"/>
                    <a:pt x="1994" y="419"/>
                    <a:pt x="1860" y="327"/>
                  </a:cubicBezTo>
                  <a:cubicBezTo>
                    <a:pt x="1717" y="215"/>
                    <a:pt x="1574" y="113"/>
                    <a:pt x="14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8" name="Google Shape;8138;p25"/>
            <p:cNvSpPr/>
            <p:nvPr/>
          </p:nvSpPr>
          <p:spPr>
            <a:xfrm>
              <a:off x="2318950" y="2155188"/>
              <a:ext cx="156600" cy="136975"/>
            </a:xfrm>
            <a:custGeom>
              <a:avLst/>
              <a:gdLst/>
              <a:ahLst/>
              <a:cxnLst/>
              <a:rect l="l" t="t" r="r" b="b"/>
              <a:pathLst>
                <a:path w="6264" h="5479" extrusionOk="0">
                  <a:moveTo>
                    <a:pt x="1115" y="0"/>
                  </a:moveTo>
                  <a:cubicBezTo>
                    <a:pt x="1108" y="0"/>
                    <a:pt x="1101" y="1"/>
                    <a:pt x="1094" y="3"/>
                  </a:cubicBezTo>
                  <a:cubicBezTo>
                    <a:pt x="1042" y="3"/>
                    <a:pt x="1001" y="54"/>
                    <a:pt x="981" y="95"/>
                  </a:cubicBezTo>
                  <a:cubicBezTo>
                    <a:pt x="960" y="136"/>
                    <a:pt x="940" y="177"/>
                    <a:pt x="910" y="207"/>
                  </a:cubicBezTo>
                  <a:cubicBezTo>
                    <a:pt x="654" y="636"/>
                    <a:pt x="399" y="1076"/>
                    <a:pt x="143" y="1505"/>
                  </a:cubicBezTo>
                  <a:lnTo>
                    <a:pt x="82" y="1596"/>
                  </a:lnTo>
                  <a:cubicBezTo>
                    <a:pt x="41" y="1668"/>
                    <a:pt x="0" y="1739"/>
                    <a:pt x="11" y="1821"/>
                  </a:cubicBezTo>
                  <a:cubicBezTo>
                    <a:pt x="31" y="1903"/>
                    <a:pt x="102" y="1964"/>
                    <a:pt x="164" y="2025"/>
                  </a:cubicBezTo>
                  <a:cubicBezTo>
                    <a:pt x="542" y="2332"/>
                    <a:pt x="951" y="2608"/>
                    <a:pt x="1339" y="2904"/>
                  </a:cubicBezTo>
                  <a:cubicBezTo>
                    <a:pt x="2513" y="3773"/>
                    <a:pt x="3698" y="4641"/>
                    <a:pt x="4894" y="5479"/>
                  </a:cubicBezTo>
                  <a:cubicBezTo>
                    <a:pt x="5353" y="4845"/>
                    <a:pt x="5803" y="4202"/>
                    <a:pt x="6222" y="3537"/>
                  </a:cubicBezTo>
                  <a:lnTo>
                    <a:pt x="6263" y="3487"/>
                  </a:lnTo>
                  <a:cubicBezTo>
                    <a:pt x="4608" y="2281"/>
                    <a:pt x="2922" y="1137"/>
                    <a:pt x="1206" y="34"/>
                  </a:cubicBezTo>
                  <a:cubicBezTo>
                    <a:pt x="1181" y="17"/>
                    <a:pt x="1149" y="0"/>
                    <a:pt x="1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9" name="Google Shape;8139;p25"/>
            <p:cNvSpPr/>
            <p:nvPr/>
          </p:nvSpPr>
          <p:spPr>
            <a:xfrm>
              <a:off x="2441300" y="2242338"/>
              <a:ext cx="44200" cy="56975"/>
            </a:xfrm>
            <a:custGeom>
              <a:avLst/>
              <a:gdLst/>
              <a:ahLst/>
              <a:cxnLst/>
              <a:rect l="l" t="t" r="r" b="b"/>
              <a:pathLst>
                <a:path w="1768" h="2279" extrusionOk="0">
                  <a:moveTo>
                    <a:pt x="1369" y="1"/>
                  </a:moveTo>
                  <a:lnTo>
                    <a:pt x="1328" y="51"/>
                  </a:lnTo>
                  <a:cubicBezTo>
                    <a:pt x="909" y="716"/>
                    <a:pt x="459" y="1359"/>
                    <a:pt x="0" y="1993"/>
                  </a:cubicBezTo>
                  <a:cubicBezTo>
                    <a:pt x="133" y="2085"/>
                    <a:pt x="276" y="2187"/>
                    <a:pt x="409" y="2279"/>
                  </a:cubicBezTo>
                  <a:cubicBezTo>
                    <a:pt x="899" y="1656"/>
                    <a:pt x="1338" y="1002"/>
                    <a:pt x="1737" y="317"/>
                  </a:cubicBezTo>
                  <a:lnTo>
                    <a:pt x="1767" y="287"/>
                  </a:lnTo>
                  <a:cubicBezTo>
                    <a:pt x="1635" y="185"/>
                    <a:pt x="1502" y="92"/>
                    <a:pt x="13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0" name="Google Shape;8140;p25"/>
            <p:cNvSpPr/>
            <p:nvPr/>
          </p:nvSpPr>
          <p:spPr>
            <a:xfrm>
              <a:off x="2460950" y="2257663"/>
              <a:ext cx="53650" cy="60675"/>
            </a:xfrm>
            <a:custGeom>
              <a:avLst/>
              <a:gdLst/>
              <a:ahLst/>
              <a:cxnLst/>
              <a:rect l="l" t="t" r="r" b="b"/>
              <a:pathLst>
                <a:path w="2146" h="2427" extrusionOk="0">
                  <a:moveTo>
                    <a:pt x="1431" y="1"/>
                  </a:moveTo>
                  <a:lnTo>
                    <a:pt x="1410" y="31"/>
                  </a:lnTo>
                  <a:cubicBezTo>
                    <a:pt x="1002" y="705"/>
                    <a:pt x="532" y="1339"/>
                    <a:pt x="11" y="1921"/>
                  </a:cubicBezTo>
                  <a:lnTo>
                    <a:pt x="0" y="1931"/>
                  </a:lnTo>
                  <a:cubicBezTo>
                    <a:pt x="205" y="2064"/>
                    <a:pt x="399" y="2197"/>
                    <a:pt x="593" y="2340"/>
                  </a:cubicBezTo>
                  <a:cubicBezTo>
                    <a:pt x="654" y="2371"/>
                    <a:pt x="706" y="2412"/>
                    <a:pt x="767" y="2422"/>
                  </a:cubicBezTo>
                  <a:cubicBezTo>
                    <a:pt x="785" y="2425"/>
                    <a:pt x="802" y="2427"/>
                    <a:pt x="819" y="2427"/>
                  </a:cubicBezTo>
                  <a:cubicBezTo>
                    <a:pt x="950" y="2427"/>
                    <a:pt x="1065" y="2328"/>
                    <a:pt x="1155" y="2238"/>
                  </a:cubicBezTo>
                  <a:cubicBezTo>
                    <a:pt x="1533" y="1850"/>
                    <a:pt x="1850" y="1400"/>
                    <a:pt x="2075" y="900"/>
                  </a:cubicBezTo>
                  <a:cubicBezTo>
                    <a:pt x="2105" y="848"/>
                    <a:pt x="2136" y="787"/>
                    <a:pt x="2136" y="726"/>
                  </a:cubicBezTo>
                  <a:cubicBezTo>
                    <a:pt x="2146" y="552"/>
                    <a:pt x="1993" y="419"/>
                    <a:pt x="1860" y="328"/>
                  </a:cubicBezTo>
                  <a:cubicBezTo>
                    <a:pt x="1717" y="215"/>
                    <a:pt x="1574" y="113"/>
                    <a:pt x="14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1" name="Google Shape;8141;p25"/>
            <p:cNvSpPr/>
            <p:nvPr/>
          </p:nvSpPr>
          <p:spPr>
            <a:xfrm>
              <a:off x="2451500" y="2249488"/>
              <a:ext cx="45225" cy="56475"/>
            </a:xfrm>
            <a:custGeom>
              <a:avLst/>
              <a:gdLst/>
              <a:ahLst/>
              <a:cxnLst/>
              <a:rect l="l" t="t" r="r" b="b"/>
              <a:pathLst>
                <a:path w="1809" h="2259" extrusionOk="0">
                  <a:moveTo>
                    <a:pt x="1359" y="1"/>
                  </a:moveTo>
                  <a:lnTo>
                    <a:pt x="1329" y="31"/>
                  </a:lnTo>
                  <a:cubicBezTo>
                    <a:pt x="930" y="716"/>
                    <a:pt x="491" y="1370"/>
                    <a:pt x="1" y="1993"/>
                  </a:cubicBezTo>
                  <a:cubicBezTo>
                    <a:pt x="123" y="2085"/>
                    <a:pt x="256" y="2167"/>
                    <a:pt x="378" y="2258"/>
                  </a:cubicBezTo>
                  <a:lnTo>
                    <a:pt x="389" y="2248"/>
                  </a:lnTo>
                  <a:cubicBezTo>
                    <a:pt x="910" y="1666"/>
                    <a:pt x="1380" y="1032"/>
                    <a:pt x="1788" y="358"/>
                  </a:cubicBezTo>
                  <a:lnTo>
                    <a:pt x="1809" y="328"/>
                  </a:lnTo>
                  <a:cubicBezTo>
                    <a:pt x="1656" y="215"/>
                    <a:pt x="1502" y="113"/>
                    <a:pt x="13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diowide"/>
              <a:buNone/>
              <a:defRPr sz="3000" b="1" i="1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4" r:id="rId14"/>
    <p:sldLayoutId id="2147483666" r:id="rId15"/>
    <p:sldLayoutId id="2147483667" r:id="rId16"/>
    <p:sldLayoutId id="2147483670" r:id="rId17"/>
    <p:sldLayoutId id="2147483671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2" name="Google Shape;8152;p29"/>
          <p:cNvSpPr txBox="1">
            <a:spLocks noGrp="1"/>
          </p:cNvSpPr>
          <p:nvPr>
            <p:ph type="ctrTitle"/>
          </p:nvPr>
        </p:nvSpPr>
        <p:spPr>
          <a:xfrm>
            <a:off x="713225" y="1160850"/>
            <a:ext cx="6450900" cy="18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800"/>
              <a:t>AI-Based Health and Fitness App</a:t>
            </a:r>
            <a:endParaRPr sz="4500" b="0">
              <a:solidFill>
                <a:schemeClr val="accent2"/>
              </a:solidFill>
            </a:endParaRPr>
          </a:p>
        </p:txBody>
      </p:sp>
      <p:sp>
        <p:nvSpPr>
          <p:cNvPr id="8153" name="Google Shape;8153;p29"/>
          <p:cNvSpPr txBox="1">
            <a:spLocks noGrp="1"/>
          </p:cNvSpPr>
          <p:nvPr>
            <p:ph type="subTitle" idx="1"/>
          </p:nvPr>
        </p:nvSpPr>
        <p:spPr>
          <a:xfrm>
            <a:off x="713225" y="3235425"/>
            <a:ext cx="40986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2200">
                <a:solidFill>
                  <a:schemeClr val="accent2"/>
                </a:solidFill>
              </a:rPr>
              <a:t>Vision, Scope &amp; Project Plan</a:t>
            </a:r>
          </a:p>
          <a:p>
            <a:pPr marL="0" lvl="0" indent="0"/>
            <a:r>
              <a:rPr lang="en-US">
                <a:solidFill>
                  <a:schemeClr val="accent2"/>
                </a:solidFill>
              </a:rPr>
              <a:t>Team name: Fitness Scholars</a:t>
            </a:r>
          </a:p>
          <a:p>
            <a:pPr marL="0" lvl="0" indent="0"/>
            <a:endParaRPr/>
          </a:p>
        </p:txBody>
      </p:sp>
      <p:sp>
        <p:nvSpPr>
          <p:cNvPr id="8154" name="Google Shape;8154;p29"/>
          <p:cNvSpPr/>
          <p:nvPr/>
        </p:nvSpPr>
        <p:spPr>
          <a:xfrm>
            <a:off x="7737800" y="3821618"/>
            <a:ext cx="2053902" cy="2035379"/>
          </a:xfrm>
          <a:custGeom>
            <a:avLst/>
            <a:gdLst/>
            <a:ahLst/>
            <a:cxnLst/>
            <a:rect l="l" t="t" r="r" b="b"/>
            <a:pathLst>
              <a:path w="13466" h="13345" extrusionOk="0">
                <a:moveTo>
                  <a:pt x="6730" y="1257"/>
                </a:moveTo>
                <a:cubicBezTo>
                  <a:pt x="6762" y="1257"/>
                  <a:pt x="6793" y="1258"/>
                  <a:pt x="6825" y="1258"/>
                </a:cubicBezTo>
                <a:cubicBezTo>
                  <a:pt x="9818" y="1309"/>
                  <a:pt x="12199" y="3771"/>
                  <a:pt x="12147" y="6775"/>
                </a:cubicBezTo>
                <a:cubicBezTo>
                  <a:pt x="12097" y="9736"/>
                  <a:pt x="9686" y="12098"/>
                  <a:pt x="6737" y="12098"/>
                </a:cubicBezTo>
                <a:cubicBezTo>
                  <a:pt x="6705" y="12098"/>
                  <a:pt x="6673" y="12098"/>
                  <a:pt x="6641" y="12097"/>
                </a:cubicBezTo>
                <a:cubicBezTo>
                  <a:pt x="3647" y="12047"/>
                  <a:pt x="1257" y="9574"/>
                  <a:pt x="1308" y="6580"/>
                </a:cubicBezTo>
                <a:cubicBezTo>
                  <a:pt x="1359" y="3619"/>
                  <a:pt x="3779" y="1257"/>
                  <a:pt x="6730" y="1257"/>
                </a:cubicBezTo>
                <a:close/>
                <a:moveTo>
                  <a:pt x="6732" y="0"/>
                </a:moveTo>
                <a:cubicBezTo>
                  <a:pt x="3095" y="0"/>
                  <a:pt x="123" y="2920"/>
                  <a:pt x="62" y="6560"/>
                </a:cubicBezTo>
                <a:cubicBezTo>
                  <a:pt x="1" y="10248"/>
                  <a:pt x="2932" y="13282"/>
                  <a:pt x="6621" y="13344"/>
                </a:cubicBezTo>
                <a:cubicBezTo>
                  <a:pt x="6665" y="13344"/>
                  <a:pt x="6709" y="13345"/>
                  <a:pt x="6753" y="13345"/>
                </a:cubicBezTo>
                <a:cubicBezTo>
                  <a:pt x="10371" y="13345"/>
                  <a:pt x="13333" y="10429"/>
                  <a:pt x="13404" y="6795"/>
                </a:cubicBezTo>
                <a:cubicBezTo>
                  <a:pt x="13466" y="3107"/>
                  <a:pt x="10533" y="73"/>
                  <a:pt x="6846" y="1"/>
                </a:cubicBezTo>
                <a:cubicBezTo>
                  <a:pt x="6808" y="0"/>
                  <a:pt x="6770" y="0"/>
                  <a:pt x="67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55" name="Google Shape;8155;p29"/>
          <p:cNvGrpSpPr/>
          <p:nvPr/>
        </p:nvGrpSpPr>
        <p:grpSpPr>
          <a:xfrm>
            <a:off x="6616182" y="-334485"/>
            <a:ext cx="1517538" cy="1495345"/>
            <a:chOff x="-1517525" y="-541175"/>
            <a:chExt cx="1096725" cy="1080686"/>
          </a:xfrm>
        </p:grpSpPr>
        <p:sp>
          <p:nvSpPr>
            <p:cNvPr id="8156" name="Google Shape;8156;p29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7" name="Google Shape;8157;p29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8" name="Google Shape;8158;p29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9" name="Google Shape;8159;p29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0" name="Google Shape;8160;p29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1" name="Google Shape;8161;p29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2" name="Google Shape;8162;p29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3" name="Google Shape;8163;p29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4" name="Google Shape;8164;p29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5" name="Google Shape;8165;p29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6" name="Google Shape;8166;p29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7" name="Google Shape;8167;p29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8" name="Google Shape;8168;p29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9" name="Google Shape;8169;p29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0" name="Google Shape;8170;p29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1" name="Google Shape;8171;p29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2" name="Google Shape;8172;p29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3" name="Google Shape;8173;p29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4" name="Google Shape;8174;p29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5" name="Google Shape;8175;p29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6" name="Google Shape;8176;p29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7" name="Google Shape;8177;p29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8" name="Google Shape;8178;p29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9" name="Google Shape;8179;p29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0" name="Google Shape;8180;p29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1" name="Google Shape;8181;p29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2" name="Google Shape;8182;p29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3" name="Google Shape;8183;p29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4" name="Google Shape;8184;p29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5" name="Google Shape;8185;p29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6" name="Google Shape;8186;p29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7" name="Google Shape;8187;p29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8" name="Google Shape;8188;p29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9" name="Google Shape;8189;p29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0" name="Google Shape;8190;p29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1" name="Google Shape;8191;p29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2" name="Google Shape;8192;p29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3" name="Google Shape;8193;p29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4" name="Google Shape;8194;p29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5" name="Google Shape;8195;p29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6" name="Google Shape;8196;p29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7" name="Google Shape;8197;p29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8" name="Google Shape;8198;p29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9" name="Google Shape;8199;p29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0" name="Google Shape;8200;p29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1" name="Google Shape;8201;p29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2" name="Google Shape;8202;p29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3" name="Google Shape;8203;p29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4" name="Google Shape;8204;p29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5" name="Google Shape;8205;p29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6" name="Google Shape;8206;p29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7" name="Google Shape;8207;p29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8" name="Google Shape;8208;p29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9" name="Google Shape;8209;p29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0" name="Google Shape;8210;p29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1" name="Google Shape;8211;p29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2" name="Google Shape;8212;p29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3" name="Google Shape;8213;p29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4" name="Google Shape;8214;p29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5" name="Google Shape;8215;p29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6" name="Google Shape;8216;p29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7" name="Google Shape;8217;p29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8" name="Google Shape;8218;p29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9" name="Google Shape;8219;p29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0" name="Google Shape;8220;p29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1" name="Google Shape;8221;p29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2" name="Google Shape;8222;p29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3" name="Google Shape;8223;p29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4" name="Google Shape;8224;p29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5" name="Google Shape;8225;p29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6" name="Google Shape;8226;p29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7" name="Google Shape;8227;p29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8" name="Google Shape;8228;p29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9" name="Google Shape;8229;p29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0" name="Google Shape;8230;p29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1" name="Google Shape;8231;p29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2" name="Google Shape;8232;p29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3" name="Google Shape;8233;p29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4" name="Google Shape;8234;p29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5" name="Google Shape;8235;p29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6" name="Google Shape;8236;p29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7" name="Google Shape;8237;p29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8" name="Google Shape;8238;p29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9" name="Google Shape;8239;p29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0" name="Google Shape;8240;p29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1" name="Google Shape;8241;p29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2" name="Google Shape;8242;p29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3" name="Google Shape;8243;p29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4" name="Google Shape;8244;p29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5" name="Google Shape;8245;p29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6" name="Google Shape;8246;p29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7" name="Google Shape;8247;p29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8" name="Google Shape;8248;p29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9" name="Google Shape;8249;p29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0" name="Google Shape;8250;p29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1" name="Google Shape;8251;p29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2" name="Google Shape;8252;p29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3" name="Google Shape;8253;p29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4" name="Google Shape;8254;p29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5" name="Google Shape;8255;p29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6" name="Google Shape;8256;p29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7" name="Google Shape;8257;p29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8" name="Google Shape;8258;p29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9" name="Google Shape;8259;p29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0" name="Google Shape;8260;p29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1" name="Google Shape;8261;p29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2" name="Google Shape;8262;p29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3" name="Google Shape;8263;p29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4" name="Google Shape;8264;p29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5" name="Google Shape;8265;p29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6" name="Google Shape;8266;p29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7" name="Google Shape;8267;p29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8" name="Google Shape;8268;p29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9" name="Google Shape;8269;p29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0" name="Google Shape;8270;p29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1" name="Google Shape;8271;p29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2" name="Google Shape;8272;p29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3" name="Google Shape;8273;p29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4" name="Google Shape;8274;p29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5" name="Google Shape;8275;p29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6" name="Google Shape;8276;p29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7" name="Google Shape;8277;p29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8" name="Google Shape;8278;p29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9" name="Google Shape;8279;p29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0" name="Google Shape;8280;p29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1" name="Google Shape;8281;p29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2" name="Google Shape;8282;p29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3" name="Google Shape;8283;p29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4" name="Google Shape;8284;p29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5" name="Google Shape;8285;p29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6" name="Google Shape;8286;p29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7" name="Google Shape;8287;p29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8" name="Google Shape;8288;p29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9" name="Google Shape;8289;p29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0" name="Google Shape;8290;p29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1" name="Google Shape;8291;p29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2" name="Google Shape;8292;p29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3" name="Google Shape;8293;p29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4" name="Google Shape;8294;p29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5" name="Google Shape;8295;p29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6" name="Google Shape;8296;p29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7" name="Google Shape;8297;p29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8" name="Google Shape;8298;p29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9" name="Google Shape;8299;p29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0" name="Google Shape;8300;p29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1" name="Google Shape;8301;p29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2" name="Google Shape;8302;p29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3" name="Google Shape;8303;p29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4" name="Google Shape;8304;p29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5" name="Google Shape;8305;p29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6" name="Google Shape;8306;p29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7" name="Google Shape;8307;p29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8" name="Google Shape;8308;p29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9" name="Google Shape;8309;p29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0" name="Google Shape;8310;p29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1" name="Google Shape;8311;p29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2" name="Google Shape;8312;p29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3" name="Google Shape;8313;p29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4" name="Google Shape;8314;p29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5" name="Google Shape;8315;p29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6" name="Google Shape;8316;p29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7" name="Google Shape;8317;p29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8" name="Google Shape;8318;p29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9" name="Google Shape;8319;p29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0" name="Google Shape;8320;p29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1" name="Google Shape;8321;p29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2" name="Google Shape;8322;p29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3" name="Google Shape;8323;p29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4" name="Google Shape;8324;p29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5" name="Google Shape;8325;p29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6" name="Google Shape;8326;p29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7" name="Google Shape;8327;p29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8" name="Google Shape;8328;p29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9" name="Google Shape;8329;p29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0" name="Google Shape;8330;p29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1" name="Google Shape;8331;p29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2" name="Google Shape;8332;p29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3" name="Google Shape;8333;p29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4" name="Google Shape;8334;p29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5" name="Google Shape;8335;p29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6" name="Google Shape;8336;p29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7" name="Google Shape;8337;p29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8" name="Google Shape;8338;p29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9" name="Google Shape;8339;p29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0" name="Google Shape;8340;p29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1" name="Google Shape;8341;p29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2" name="Google Shape;8342;p29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3" name="Google Shape;8343;p29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4" name="Google Shape;8344;p29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5" name="Google Shape;8345;p29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6" name="Google Shape;8346;p29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7" name="Google Shape;8347;p29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8" name="Google Shape;8348;p29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9" name="Google Shape;8349;p29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0" name="Google Shape;8350;p29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1" name="Google Shape;8351;p29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2" name="Google Shape;8352;p29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3" name="Google Shape;8353;p29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4" name="Google Shape;8354;p29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5" name="Google Shape;8355;p29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6" name="Google Shape;8356;p29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7" name="Google Shape;8357;p29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8" name="Google Shape;8358;p29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9" name="Google Shape;8359;p29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0" name="Google Shape;8360;p29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1" name="Google Shape;8361;p29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2" name="Google Shape;8362;p29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3" name="Google Shape;8363;p29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4" name="Google Shape;8364;p29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5" name="Google Shape;8365;p29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6" name="Google Shape;8366;p29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7" name="Google Shape;8367;p29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8" name="Google Shape;8368;p29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9" name="Google Shape;8369;p29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0" name="Google Shape;8370;p29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1" name="Google Shape;8371;p29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2" name="Google Shape;8372;p29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3" name="Google Shape;8373;p29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4" name="Google Shape;8374;p29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5" name="Google Shape;8375;p29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6" name="Google Shape;8376;p29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7" name="Google Shape;8377;p29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8" name="Google Shape;8378;p29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9" name="Google Shape;8379;p29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0" name="Google Shape;8380;p29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1" name="Google Shape;8381;p29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2" name="Google Shape;8382;p29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3" name="Google Shape;8383;p29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4" name="Google Shape;8384;p29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5" name="Google Shape;8385;p29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6" name="Google Shape;8386;p29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7" name="Google Shape;8387;p29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8" name="Google Shape;8388;p29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9" name="Google Shape;8389;p29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0" name="Google Shape;8390;p29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1" name="Google Shape;8391;p29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2" name="Google Shape;8392;p29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3" name="Google Shape;8393;p29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4" name="Google Shape;8394;p29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5" name="Google Shape;8395;p29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6" name="Google Shape;8396;p29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7" name="Google Shape;8397;p29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8" name="Google Shape;8398;p29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9" name="Google Shape;8399;p29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0" name="Google Shape;8400;p29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1" name="Google Shape;8401;p29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2" name="Google Shape;8402;p29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3" name="Google Shape;8403;p29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4" name="Google Shape;8404;p29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5" name="Google Shape;8405;p29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6" name="Google Shape;8406;p29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7" name="Google Shape;8407;p29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8" name="Google Shape;8408;p29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9" name="Google Shape;8409;p29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0" name="Google Shape;8410;p29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1" name="Google Shape;8411;p29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2" name="Google Shape;8412;p29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3" name="Google Shape;8413;p29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4" name="Google Shape;8414;p29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5" name="Google Shape;8415;p29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6" name="Google Shape;8416;p29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7" name="Google Shape;8417;p29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8" name="Google Shape;8418;p29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9" name="Google Shape;8419;p29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0" name="Google Shape;8420;p29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1" name="Google Shape;8421;p29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2" name="Google Shape;8422;p29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3" name="Google Shape;8423;p29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4" name="Google Shape;8424;p29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5" name="Google Shape;8425;p29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6" name="Google Shape;8426;p29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7" name="Google Shape;8427;p29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8" name="Google Shape;8428;p29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9" name="Google Shape;8429;p29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0" name="Google Shape;8430;p29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1" name="Google Shape;8431;p29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2" name="Google Shape;8432;p29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3" name="Google Shape;8433;p29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4" name="Google Shape;8434;p29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5" name="Google Shape;8435;p29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6" name="Google Shape;8436;p29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7" name="Google Shape;8437;p29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8" name="Google Shape;8438;p29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9" name="Google Shape;8439;p29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0" name="Google Shape;8440;p29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1" name="Google Shape;8441;p29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2" name="Google Shape;8442;p29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3" name="Google Shape;8443;p29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4" name="Google Shape;8444;p29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5" name="Google Shape;8445;p29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6" name="Google Shape;8446;p29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7" name="Google Shape;8447;p29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8" name="Google Shape;8448;p29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9" name="Google Shape;8449;p29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0" name="Google Shape;8450;p29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1" name="Google Shape;8451;p29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2" name="Google Shape;8452;p29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3" name="Google Shape;8453;p29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4" name="Google Shape;8454;p29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5" name="Google Shape;8455;p29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6" name="Google Shape;8456;p29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7" name="Google Shape;8457;p29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8" name="Google Shape;8458;p29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9" name="Google Shape;8459;p29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0" name="Google Shape;8460;p29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1" name="Google Shape;8461;p29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2" name="Google Shape;8462;p29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3" name="Google Shape;8463;p29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4" name="Google Shape;8464;p29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5" name="Google Shape;8465;p29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6" name="Google Shape;8466;p29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7" name="Google Shape;8467;p29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8" name="Google Shape;8468;p29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9" name="Google Shape;8469;p29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0" name="Google Shape;8470;p29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1" name="Google Shape;8471;p29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2" name="Google Shape;8472;p29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3" name="Google Shape;8473;p29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4" name="Google Shape;8474;p29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5" name="Google Shape;8475;p29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6" name="Google Shape;8476;p29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7" name="Google Shape;8477;p29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8" name="Google Shape;8478;p29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9" name="Google Shape;8479;p29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0" name="Google Shape;8480;p29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1" name="Google Shape;8481;p29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2" name="Google Shape;8482;p29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3" name="Google Shape;8483;p29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4" name="Google Shape;8484;p29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5" name="Google Shape;8485;p29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6" name="Google Shape;8486;p29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7" name="Google Shape;8487;p29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8" name="Google Shape;8488;p29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9" name="Google Shape;8489;p29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0" name="Google Shape;8490;p29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1" name="Google Shape;8491;p29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92" name="Google Shape;8492;p29"/>
          <p:cNvGrpSpPr/>
          <p:nvPr/>
        </p:nvGrpSpPr>
        <p:grpSpPr>
          <a:xfrm>
            <a:off x="6467651" y="2349902"/>
            <a:ext cx="1814595" cy="1792563"/>
            <a:chOff x="2475000" y="2568657"/>
            <a:chExt cx="780975" cy="771492"/>
          </a:xfrm>
        </p:grpSpPr>
        <p:sp>
          <p:nvSpPr>
            <p:cNvPr id="8493" name="Google Shape;8493;p29"/>
            <p:cNvSpPr/>
            <p:nvPr/>
          </p:nvSpPr>
          <p:spPr>
            <a:xfrm>
              <a:off x="2577168" y="2982071"/>
              <a:ext cx="291297" cy="266666"/>
            </a:xfrm>
            <a:custGeom>
              <a:avLst/>
              <a:gdLst/>
              <a:ahLst/>
              <a:cxnLst/>
              <a:rect l="l" t="t" r="r" b="b"/>
              <a:pathLst>
                <a:path w="5038" h="4612" extrusionOk="0">
                  <a:moveTo>
                    <a:pt x="2581" y="0"/>
                  </a:moveTo>
                  <a:cubicBezTo>
                    <a:pt x="1934" y="0"/>
                    <a:pt x="1293" y="270"/>
                    <a:pt x="838" y="793"/>
                  </a:cubicBezTo>
                  <a:cubicBezTo>
                    <a:pt x="0" y="1753"/>
                    <a:pt x="102" y="3215"/>
                    <a:pt x="1073" y="4053"/>
                  </a:cubicBezTo>
                  <a:cubicBezTo>
                    <a:pt x="1508" y="4427"/>
                    <a:pt x="2046" y="4611"/>
                    <a:pt x="2581" y="4611"/>
                  </a:cubicBezTo>
                  <a:cubicBezTo>
                    <a:pt x="3227" y="4611"/>
                    <a:pt x="3869" y="4343"/>
                    <a:pt x="4322" y="3817"/>
                  </a:cubicBezTo>
                  <a:cubicBezTo>
                    <a:pt x="4935" y="3102"/>
                    <a:pt x="5037" y="2121"/>
                    <a:pt x="4669" y="1324"/>
                  </a:cubicBezTo>
                  <a:lnTo>
                    <a:pt x="4669" y="1324"/>
                  </a:lnTo>
                  <a:lnTo>
                    <a:pt x="3290" y="2918"/>
                  </a:lnTo>
                  <a:cubicBezTo>
                    <a:pt x="3104" y="3133"/>
                    <a:pt x="2836" y="3244"/>
                    <a:pt x="2569" y="3244"/>
                  </a:cubicBezTo>
                  <a:cubicBezTo>
                    <a:pt x="2352" y="3244"/>
                    <a:pt x="2135" y="3171"/>
                    <a:pt x="1962" y="3020"/>
                  </a:cubicBezTo>
                  <a:cubicBezTo>
                    <a:pt x="1573" y="2673"/>
                    <a:pt x="1533" y="2080"/>
                    <a:pt x="1870" y="1692"/>
                  </a:cubicBezTo>
                  <a:lnTo>
                    <a:pt x="3249" y="98"/>
                  </a:lnTo>
                  <a:cubicBezTo>
                    <a:pt x="3031" y="33"/>
                    <a:pt x="2805" y="0"/>
                    <a:pt x="2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4" name="Google Shape;8494;p29"/>
            <p:cNvSpPr/>
            <p:nvPr/>
          </p:nvSpPr>
          <p:spPr>
            <a:xfrm>
              <a:off x="2665748" y="2922747"/>
              <a:ext cx="237525" cy="246949"/>
            </a:xfrm>
            <a:custGeom>
              <a:avLst/>
              <a:gdLst/>
              <a:ahLst/>
              <a:cxnLst/>
              <a:rect l="l" t="t" r="r" b="b"/>
              <a:pathLst>
                <a:path w="4108" h="4271" extrusionOk="0">
                  <a:moveTo>
                    <a:pt x="2688" y="1"/>
                  </a:moveTo>
                  <a:lnTo>
                    <a:pt x="1717" y="1124"/>
                  </a:lnTo>
                  <a:lnTo>
                    <a:pt x="338" y="2718"/>
                  </a:lnTo>
                  <a:cubicBezTo>
                    <a:pt x="1" y="3106"/>
                    <a:pt x="41" y="3699"/>
                    <a:pt x="430" y="4046"/>
                  </a:cubicBezTo>
                  <a:cubicBezTo>
                    <a:pt x="603" y="4197"/>
                    <a:pt x="820" y="4270"/>
                    <a:pt x="1037" y="4270"/>
                  </a:cubicBezTo>
                  <a:cubicBezTo>
                    <a:pt x="1304" y="4270"/>
                    <a:pt x="1572" y="4159"/>
                    <a:pt x="1758" y="3944"/>
                  </a:cubicBezTo>
                  <a:lnTo>
                    <a:pt x="3137" y="2350"/>
                  </a:lnTo>
                  <a:lnTo>
                    <a:pt x="4108" y="1227"/>
                  </a:lnTo>
                  <a:cubicBezTo>
                    <a:pt x="3832" y="1094"/>
                    <a:pt x="3566" y="920"/>
                    <a:pt x="3321" y="706"/>
                  </a:cubicBezTo>
                  <a:cubicBezTo>
                    <a:pt x="3076" y="491"/>
                    <a:pt x="2861" y="256"/>
                    <a:pt x="26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5" name="Google Shape;8495;p29"/>
            <p:cNvSpPr/>
            <p:nvPr/>
          </p:nvSpPr>
          <p:spPr>
            <a:xfrm>
              <a:off x="2943978" y="2738880"/>
              <a:ext cx="121769" cy="109049"/>
            </a:xfrm>
            <a:custGeom>
              <a:avLst/>
              <a:gdLst/>
              <a:ahLst/>
              <a:cxnLst/>
              <a:rect l="l" t="t" r="r" b="b"/>
              <a:pathLst>
                <a:path w="2106" h="1886" extrusionOk="0">
                  <a:moveTo>
                    <a:pt x="1053" y="1"/>
                  </a:moveTo>
                  <a:cubicBezTo>
                    <a:pt x="788" y="1"/>
                    <a:pt x="523" y="112"/>
                    <a:pt x="338" y="331"/>
                  </a:cubicBezTo>
                  <a:cubicBezTo>
                    <a:pt x="1" y="719"/>
                    <a:pt x="42" y="1311"/>
                    <a:pt x="440" y="1659"/>
                  </a:cubicBezTo>
                  <a:cubicBezTo>
                    <a:pt x="615" y="1811"/>
                    <a:pt x="832" y="1886"/>
                    <a:pt x="1048" y="1886"/>
                  </a:cubicBezTo>
                  <a:cubicBezTo>
                    <a:pt x="1311" y="1886"/>
                    <a:pt x="1573" y="1775"/>
                    <a:pt x="1758" y="1557"/>
                  </a:cubicBezTo>
                  <a:cubicBezTo>
                    <a:pt x="2105" y="1168"/>
                    <a:pt x="2054" y="576"/>
                    <a:pt x="1666" y="229"/>
                  </a:cubicBezTo>
                  <a:cubicBezTo>
                    <a:pt x="1490" y="76"/>
                    <a:pt x="1271" y="1"/>
                    <a:pt x="10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6" name="Google Shape;8496;p29"/>
            <p:cNvSpPr/>
            <p:nvPr/>
          </p:nvSpPr>
          <p:spPr>
            <a:xfrm>
              <a:off x="2855398" y="2660071"/>
              <a:ext cx="298351" cy="266724"/>
            </a:xfrm>
            <a:custGeom>
              <a:avLst/>
              <a:gdLst/>
              <a:ahLst/>
              <a:cxnLst/>
              <a:rect l="l" t="t" r="r" b="b"/>
              <a:pathLst>
                <a:path w="5160" h="4613" extrusionOk="0">
                  <a:moveTo>
                    <a:pt x="2585" y="1364"/>
                  </a:moveTo>
                  <a:cubicBezTo>
                    <a:pt x="2803" y="1364"/>
                    <a:pt x="3022" y="1439"/>
                    <a:pt x="3198" y="1592"/>
                  </a:cubicBezTo>
                  <a:cubicBezTo>
                    <a:pt x="3586" y="1939"/>
                    <a:pt x="3637" y="2531"/>
                    <a:pt x="3290" y="2920"/>
                  </a:cubicBezTo>
                  <a:cubicBezTo>
                    <a:pt x="3105" y="3138"/>
                    <a:pt x="2843" y="3249"/>
                    <a:pt x="2580" y="3249"/>
                  </a:cubicBezTo>
                  <a:cubicBezTo>
                    <a:pt x="2364" y="3249"/>
                    <a:pt x="2147" y="3174"/>
                    <a:pt x="1972" y="3022"/>
                  </a:cubicBezTo>
                  <a:cubicBezTo>
                    <a:pt x="1574" y="2674"/>
                    <a:pt x="1533" y="2082"/>
                    <a:pt x="1870" y="1694"/>
                  </a:cubicBezTo>
                  <a:cubicBezTo>
                    <a:pt x="2055" y="1475"/>
                    <a:pt x="2320" y="1364"/>
                    <a:pt x="2585" y="1364"/>
                  </a:cubicBezTo>
                  <a:close/>
                  <a:moveTo>
                    <a:pt x="2583" y="1"/>
                  </a:moveTo>
                  <a:cubicBezTo>
                    <a:pt x="1938" y="1"/>
                    <a:pt x="1296" y="269"/>
                    <a:pt x="838" y="795"/>
                  </a:cubicBezTo>
                  <a:cubicBezTo>
                    <a:pt x="0" y="1765"/>
                    <a:pt x="112" y="3216"/>
                    <a:pt x="1073" y="4053"/>
                  </a:cubicBezTo>
                  <a:cubicBezTo>
                    <a:pt x="1508" y="4428"/>
                    <a:pt x="2046" y="4613"/>
                    <a:pt x="2582" y="4613"/>
                  </a:cubicBezTo>
                  <a:cubicBezTo>
                    <a:pt x="3229" y="4613"/>
                    <a:pt x="3874" y="4344"/>
                    <a:pt x="4332" y="3819"/>
                  </a:cubicBezTo>
                  <a:cubicBezTo>
                    <a:pt x="5159" y="2848"/>
                    <a:pt x="5057" y="1397"/>
                    <a:pt x="4087" y="559"/>
                  </a:cubicBezTo>
                  <a:cubicBezTo>
                    <a:pt x="3652" y="185"/>
                    <a:pt x="3117" y="1"/>
                    <a:pt x="25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7" name="Google Shape;8497;p29"/>
            <p:cNvSpPr/>
            <p:nvPr/>
          </p:nvSpPr>
          <p:spPr>
            <a:xfrm>
              <a:off x="2475000" y="2890715"/>
              <a:ext cx="492684" cy="449435"/>
            </a:xfrm>
            <a:custGeom>
              <a:avLst/>
              <a:gdLst/>
              <a:ahLst/>
              <a:cxnLst/>
              <a:rect l="l" t="t" r="r" b="b"/>
              <a:pathLst>
                <a:path w="8521" h="7773" extrusionOk="0">
                  <a:moveTo>
                    <a:pt x="4338" y="0"/>
                  </a:moveTo>
                  <a:cubicBezTo>
                    <a:pt x="3252" y="0"/>
                    <a:pt x="2172" y="453"/>
                    <a:pt x="1410" y="1342"/>
                  </a:cubicBezTo>
                  <a:cubicBezTo>
                    <a:pt x="0" y="2966"/>
                    <a:pt x="184" y="5418"/>
                    <a:pt x="1798" y="6827"/>
                  </a:cubicBezTo>
                  <a:cubicBezTo>
                    <a:pt x="2534" y="7461"/>
                    <a:pt x="3441" y="7773"/>
                    <a:pt x="4343" y="7773"/>
                  </a:cubicBezTo>
                  <a:cubicBezTo>
                    <a:pt x="5434" y="7773"/>
                    <a:pt x="6518" y="7318"/>
                    <a:pt x="7284" y="6429"/>
                  </a:cubicBezTo>
                  <a:cubicBezTo>
                    <a:pt x="8408" y="5132"/>
                    <a:pt x="8520" y="3313"/>
                    <a:pt x="7693" y="1914"/>
                  </a:cubicBezTo>
                  <a:cubicBezTo>
                    <a:pt x="7601" y="1883"/>
                    <a:pt x="7499" y="1832"/>
                    <a:pt x="7407" y="1781"/>
                  </a:cubicBezTo>
                  <a:lnTo>
                    <a:pt x="6436" y="2904"/>
                  </a:lnTo>
                  <a:cubicBezTo>
                    <a:pt x="6804" y="3701"/>
                    <a:pt x="6702" y="4682"/>
                    <a:pt x="6089" y="5397"/>
                  </a:cubicBezTo>
                  <a:cubicBezTo>
                    <a:pt x="5636" y="5923"/>
                    <a:pt x="4994" y="6191"/>
                    <a:pt x="4348" y="6191"/>
                  </a:cubicBezTo>
                  <a:cubicBezTo>
                    <a:pt x="3813" y="6191"/>
                    <a:pt x="3275" y="6007"/>
                    <a:pt x="2840" y="5633"/>
                  </a:cubicBezTo>
                  <a:cubicBezTo>
                    <a:pt x="1869" y="4795"/>
                    <a:pt x="1767" y="3333"/>
                    <a:pt x="2605" y="2373"/>
                  </a:cubicBezTo>
                  <a:cubicBezTo>
                    <a:pt x="3060" y="1850"/>
                    <a:pt x="3701" y="1580"/>
                    <a:pt x="4348" y="1580"/>
                  </a:cubicBezTo>
                  <a:cubicBezTo>
                    <a:pt x="4572" y="1580"/>
                    <a:pt x="4798" y="1613"/>
                    <a:pt x="5016" y="1678"/>
                  </a:cubicBezTo>
                  <a:lnTo>
                    <a:pt x="5987" y="555"/>
                  </a:lnTo>
                  <a:cubicBezTo>
                    <a:pt x="5915" y="463"/>
                    <a:pt x="5864" y="381"/>
                    <a:pt x="5813" y="289"/>
                  </a:cubicBezTo>
                  <a:cubicBezTo>
                    <a:pt x="5340" y="96"/>
                    <a:pt x="4838" y="0"/>
                    <a:pt x="43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8" name="Google Shape;8498;p29"/>
            <p:cNvSpPr/>
            <p:nvPr/>
          </p:nvSpPr>
          <p:spPr>
            <a:xfrm>
              <a:off x="2763233" y="2568657"/>
              <a:ext cx="492742" cy="449319"/>
            </a:xfrm>
            <a:custGeom>
              <a:avLst/>
              <a:gdLst/>
              <a:ahLst/>
              <a:cxnLst/>
              <a:rect l="l" t="t" r="r" b="b"/>
              <a:pathLst>
                <a:path w="8522" h="7771" extrusionOk="0">
                  <a:moveTo>
                    <a:pt x="4177" y="1582"/>
                  </a:moveTo>
                  <a:cubicBezTo>
                    <a:pt x="4711" y="1582"/>
                    <a:pt x="5246" y="1766"/>
                    <a:pt x="5681" y="2140"/>
                  </a:cubicBezTo>
                  <a:cubicBezTo>
                    <a:pt x="6651" y="2978"/>
                    <a:pt x="6753" y="4429"/>
                    <a:pt x="5926" y="5400"/>
                  </a:cubicBezTo>
                  <a:cubicBezTo>
                    <a:pt x="5468" y="5925"/>
                    <a:pt x="4823" y="6194"/>
                    <a:pt x="4176" y="6194"/>
                  </a:cubicBezTo>
                  <a:cubicBezTo>
                    <a:pt x="3640" y="6194"/>
                    <a:pt x="3102" y="6009"/>
                    <a:pt x="2667" y="5634"/>
                  </a:cubicBezTo>
                  <a:cubicBezTo>
                    <a:pt x="1706" y="4797"/>
                    <a:pt x="1594" y="3346"/>
                    <a:pt x="2432" y="2376"/>
                  </a:cubicBezTo>
                  <a:cubicBezTo>
                    <a:pt x="2890" y="1850"/>
                    <a:pt x="3532" y="1582"/>
                    <a:pt x="4177" y="1582"/>
                  </a:cubicBezTo>
                  <a:close/>
                  <a:moveTo>
                    <a:pt x="4181" y="0"/>
                  </a:moveTo>
                  <a:cubicBezTo>
                    <a:pt x="3091" y="0"/>
                    <a:pt x="2008" y="455"/>
                    <a:pt x="1236" y="1343"/>
                  </a:cubicBezTo>
                  <a:cubicBezTo>
                    <a:pt x="123" y="2641"/>
                    <a:pt x="1" y="4460"/>
                    <a:pt x="828" y="5859"/>
                  </a:cubicBezTo>
                  <a:cubicBezTo>
                    <a:pt x="879" y="5951"/>
                    <a:pt x="930" y="6033"/>
                    <a:pt x="1002" y="6125"/>
                  </a:cubicBezTo>
                  <a:cubicBezTo>
                    <a:pt x="1175" y="6380"/>
                    <a:pt x="1390" y="6615"/>
                    <a:pt x="1635" y="6830"/>
                  </a:cubicBezTo>
                  <a:cubicBezTo>
                    <a:pt x="1880" y="7044"/>
                    <a:pt x="2146" y="7218"/>
                    <a:pt x="2422" y="7351"/>
                  </a:cubicBezTo>
                  <a:cubicBezTo>
                    <a:pt x="2514" y="7402"/>
                    <a:pt x="2616" y="7453"/>
                    <a:pt x="2708" y="7484"/>
                  </a:cubicBezTo>
                  <a:cubicBezTo>
                    <a:pt x="3178" y="7676"/>
                    <a:pt x="3677" y="7771"/>
                    <a:pt x="4174" y="7771"/>
                  </a:cubicBezTo>
                  <a:cubicBezTo>
                    <a:pt x="5263" y="7771"/>
                    <a:pt x="6346" y="7315"/>
                    <a:pt x="7111" y="6431"/>
                  </a:cubicBezTo>
                  <a:cubicBezTo>
                    <a:pt x="8521" y="4807"/>
                    <a:pt x="8337" y="2355"/>
                    <a:pt x="6723" y="945"/>
                  </a:cubicBezTo>
                  <a:cubicBezTo>
                    <a:pt x="5987" y="311"/>
                    <a:pt x="5082" y="0"/>
                    <a:pt x="41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9" name="Google Shape;8499;p29"/>
            <p:cNvSpPr/>
            <p:nvPr/>
          </p:nvSpPr>
          <p:spPr>
            <a:xfrm>
              <a:off x="2776821" y="2788084"/>
              <a:ext cx="278866" cy="233535"/>
            </a:xfrm>
            <a:custGeom>
              <a:avLst/>
              <a:gdLst/>
              <a:ahLst/>
              <a:cxnLst/>
              <a:rect l="l" t="t" r="r" b="b"/>
              <a:pathLst>
                <a:path w="4823" h="4039" extrusionOk="0">
                  <a:moveTo>
                    <a:pt x="52" y="0"/>
                  </a:moveTo>
                  <a:cubicBezTo>
                    <a:pt x="0" y="593"/>
                    <a:pt x="102" y="1206"/>
                    <a:pt x="338" y="1758"/>
                  </a:cubicBezTo>
                  <a:cubicBezTo>
                    <a:pt x="450" y="2034"/>
                    <a:pt x="613" y="2299"/>
                    <a:pt x="787" y="2545"/>
                  </a:cubicBezTo>
                  <a:cubicBezTo>
                    <a:pt x="971" y="2779"/>
                    <a:pt x="1185" y="3004"/>
                    <a:pt x="1421" y="3198"/>
                  </a:cubicBezTo>
                  <a:cubicBezTo>
                    <a:pt x="1891" y="3576"/>
                    <a:pt x="2452" y="3842"/>
                    <a:pt x="3045" y="3964"/>
                  </a:cubicBezTo>
                  <a:cubicBezTo>
                    <a:pt x="3304" y="4009"/>
                    <a:pt x="3571" y="4038"/>
                    <a:pt x="3831" y="4038"/>
                  </a:cubicBezTo>
                  <a:cubicBezTo>
                    <a:pt x="3869" y="4038"/>
                    <a:pt x="3906" y="4037"/>
                    <a:pt x="3944" y="4036"/>
                  </a:cubicBezTo>
                  <a:cubicBezTo>
                    <a:pt x="4240" y="4016"/>
                    <a:pt x="4536" y="3964"/>
                    <a:pt x="4822" y="3883"/>
                  </a:cubicBezTo>
                  <a:lnTo>
                    <a:pt x="4822" y="3883"/>
                  </a:lnTo>
                  <a:cubicBezTo>
                    <a:pt x="4606" y="3912"/>
                    <a:pt x="4389" y="3931"/>
                    <a:pt x="4176" y="3931"/>
                  </a:cubicBezTo>
                  <a:cubicBezTo>
                    <a:pt x="4098" y="3931"/>
                    <a:pt x="4020" y="3929"/>
                    <a:pt x="3944" y="3923"/>
                  </a:cubicBezTo>
                  <a:cubicBezTo>
                    <a:pt x="3648" y="3914"/>
                    <a:pt x="3362" y="3873"/>
                    <a:pt x="3086" y="3791"/>
                  </a:cubicBezTo>
                  <a:cubicBezTo>
                    <a:pt x="2534" y="3648"/>
                    <a:pt x="2003" y="3382"/>
                    <a:pt x="1564" y="3024"/>
                  </a:cubicBezTo>
                  <a:cubicBezTo>
                    <a:pt x="1114" y="2667"/>
                    <a:pt x="756" y="2197"/>
                    <a:pt x="491" y="1686"/>
                  </a:cubicBezTo>
                  <a:cubicBezTo>
                    <a:pt x="358" y="1431"/>
                    <a:pt x="256" y="1155"/>
                    <a:pt x="195" y="869"/>
                  </a:cubicBezTo>
                  <a:cubicBezTo>
                    <a:pt x="113" y="593"/>
                    <a:pt x="72" y="297"/>
                    <a:pt x="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00" name="Google Shape;8500;p29"/>
          <p:cNvGrpSpPr/>
          <p:nvPr/>
        </p:nvGrpSpPr>
        <p:grpSpPr>
          <a:xfrm rot="-628111">
            <a:off x="7626809" y="392700"/>
            <a:ext cx="1460149" cy="1350488"/>
            <a:chOff x="2580025" y="2675000"/>
            <a:chExt cx="483775" cy="447425"/>
          </a:xfrm>
        </p:grpSpPr>
        <p:sp>
          <p:nvSpPr>
            <p:cNvPr id="8501" name="Google Shape;8501;p29"/>
            <p:cNvSpPr/>
            <p:nvPr/>
          </p:nvSpPr>
          <p:spPr>
            <a:xfrm>
              <a:off x="2580025" y="2675000"/>
              <a:ext cx="483775" cy="447425"/>
            </a:xfrm>
            <a:custGeom>
              <a:avLst/>
              <a:gdLst/>
              <a:ahLst/>
              <a:cxnLst/>
              <a:rect l="l" t="t" r="r" b="b"/>
              <a:pathLst>
                <a:path w="19351" h="17897" extrusionOk="0">
                  <a:moveTo>
                    <a:pt x="13466" y="0"/>
                  </a:moveTo>
                  <a:cubicBezTo>
                    <a:pt x="13218" y="0"/>
                    <a:pt x="12968" y="82"/>
                    <a:pt x="12760" y="250"/>
                  </a:cubicBezTo>
                  <a:lnTo>
                    <a:pt x="11800" y="1047"/>
                  </a:lnTo>
                  <a:cubicBezTo>
                    <a:pt x="11024" y="1680"/>
                    <a:pt x="10912" y="2815"/>
                    <a:pt x="11545" y="3580"/>
                  </a:cubicBezTo>
                  <a:cubicBezTo>
                    <a:pt x="12178" y="4347"/>
                    <a:pt x="12066" y="5481"/>
                    <a:pt x="11300" y="6114"/>
                  </a:cubicBezTo>
                  <a:lnTo>
                    <a:pt x="6580" y="9986"/>
                  </a:lnTo>
                  <a:cubicBezTo>
                    <a:pt x="6246" y="10262"/>
                    <a:pt x="5842" y="10396"/>
                    <a:pt x="5439" y="10396"/>
                  </a:cubicBezTo>
                  <a:cubicBezTo>
                    <a:pt x="4917" y="10396"/>
                    <a:pt x="4398" y="10169"/>
                    <a:pt x="4046" y="9731"/>
                  </a:cubicBezTo>
                  <a:cubicBezTo>
                    <a:pt x="3689" y="9299"/>
                    <a:pt x="3173" y="9075"/>
                    <a:pt x="2651" y="9075"/>
                  </a:cubicBezTo>
                  <a:cubicBezTo>
                    <a:pt x="2248" y="9075"/>
                    <a:pt x="1841" y="9209"/>
                    <a:pt x="1502" y="9485"/>
                  </a:cubicBezTo>
                  <a:lnTo>
                    <a:pt x="542" y="10272"/>
                  </a:lnTo>
                  <a:cubicBezTo>
                    <a:pt x="62" y="10661"/>
                    <a:pt x="1" y="11365"/>
                    <a:pt x="389" y="11846"/>
                  </a:cubicBezTo>
                  <a:lnTo>
                    <a:pt x="5016" y="17485"/>
                  </a:lnTo>
                  <a:cubicBezTo>
                    <a:pt x="5235" y="17756"/>
                    <a:pt x="5555" y="17896"/>
                    <a:pt x="5878" y="17896"/>
                  </a:cubicBezTo>
                  <a:cubicBezTo>
                    <a:pt x="6128" y="17896"/>
                    <a:pt x="6380" y="17812"/>
                    <a:pt x="6590" y="17638"/>
                  </a:cubicBezTo>
                  <a:lnTo>
                    <a:pt x="7550" y="16852"/>
                  </a:lnTo>
                  <a:cubicBezTo>
                    <a:pt x="8317" y="16218"/>
                    <a:pt x="8429" y="15084"/>
                    <a:pt x="7795" y="14318"/>
                  </a:cubicBezTo>
                  <a:cubicBezTo>
                    <a:pt x="7172" y="13542"/>
                    <a:pt x="7284" y="12407"/>
                    <a:pt x="8051" y="11784"/>
                  </a:cubicBezTo>
                  <a:lnTo>
                    <a:pt x="12771" y="7912"/>
                  </a:lnTo>
                  <a:cubicBezTo>
                    <a:pt x="13105" y="7636"/>
                    <a:pt x="13509" y="7501"/>
                    <a:pt x="13912" y="7501"/>
                  </a:cubicBezTo>
                  <a:cubicBezTo>
                    <a:pt x="14431" y="7501"/>
                    <a:pt x="14948" y="7726"/>
                    <a:pt x="15305" y="8157"/>
                  </a:cubicBezTo>
                  <a:cubicBezTo>
                    <a:pt x="15663" y="8596"/>
                    <a:pt x="16180" y="8823"/>
                    <a:pt x="16701" y="8823"/>
                  </a:cubicBezTo>
                  <a:cubicBezTo>
                    <a:pt x="17102" y="8823"/>
                    <a:pt x="17505" y="8689"/>
                    <a:pt x="17838" y="8413"/>
                  </a:cubicBezTo>
                  <a:lnTo>
                    <a:pt x="18799" y="7626"/>
                  </a:lnTo>
                  <a:cubicBezTo>
                    <a:pt x="19278" y="7228"/>
                    <a:pt x="19350" y="6523"/>
                    <a:pt x="18962" y="6053"/>
                  </a:cubicBezTo>
                  <a:lnTo>
                    <a:pt x="14334" y="413"/>
                  </a:lnTo>
                  <a:cubicBezTo>
                    <a:pt x="14113" y="141"/>
                    <a:pt x="13791" y="0"/>
                    <a:pt x="134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2" name="Google Shape;8502;p29"/>
            <p:cNvSpPr/>
            <p:nvPr/>
          </p:nvSpPr>
          <p:spPr>
            <a:xfrm>
              <a:off x="2873475" y="2708825"/>
              <a:ext cx="147150" cy="169425"/>
            </a:xfrm>
            <a:custGeom>
              <a:avLst/>
              <a:gdLst/>
              <a:ahLst/>
              <a:cxnLst/>
              <a:rect l="l" t="t" r="r" b="b"/>
              <a:pathLst>
                <a:path w="5886" h="6777" extrusionOk="0">
                  <a:moveTo>
                    <a:pt x="583" y="0"/>
                  </a:moveTo>
                  <a:lnTo>
                    <a:pt x="583" y="0"/>
                  </a:lnTo>
                  <a:cubicBezTo>
                    <a:pt x="471" y="174"/>
                    <a:pt x="348" y="338"/>
                    <a:pt x="246" y="531"/>
                  </a:cubicBezTo>
                  <a:cubicBezTo>
                    <a:pt x="144" y="715"/>
                    <a:pt x="82" y="920"/>
                    <a:pt x="52" y="1135"/>
                  </a:cubicBezTo>
                  <a:cubicBezTo>
                    <a:pt x="1" y="1564"/>
                    <a:pt x="113" y="2003"/>
                    <a:pt x="338" y="2370"/>
                  </a:cubicBezTo>
                  <a:cubicBezTo>
                    <a:pt x="461" y="2565"/>
                    <a:pt x="593" y="2718"/>
                    <a:pt x="726" y="2881"/>
                  </a:cubicBezTo>
                  <a:lnTo>
                    <a:pt x="1115" y="3362"/>
                  </a:lnTo>
                  <a:lnTo>
                    <a:pt x="1901" y="4332"/>
                  </a:lnTo>
                  <a:lnTo>
                    <a:pt x="2698" y="5292"/>
                  </a:lnTo>
                  <a:lnTo>
                    <a:pt x="3097" y="5773"/>
                  </a:lnTo>
                  <a:cubicBezTo>
                    <a:pt x="3229" y="5936"/>
                    <a:pt x="3352" y="6100"/>
                    <a:pt x="3515" y="6253"/>
                  </a:cubicBezTo>
                  <a:cubicBezTo>
                    <a:pt x="3832" y="6549"/>
                    <a:pt x="4241" y="6733"/>
                    <a:pt x="4670" y="6774"/>
                  </a:cubicBezTo>
                  <a:cubicBezTo>
                    <a:pt x="4704" y="6776"/>
                    <a:pt x="4738" y="6776"/>
                    <a:pt x="4771" y="6776"/>
                  </a:cubicBezTo>
                  <a:cubicBezTo>
                    <a:pt x="4952" y="6776"/>
                    <a:pt x="5131" y="6754"/>
                    <a:pt x="5303" y="6702"/>
                  </a:cubicBezTo>
                  <a:cubicBezTo>
                    <a:pt x="5508" y="6641"/>
                    <a:pt x="5692" y="6549"/>
                    <a:pt x="5885" y="6477"/>
                  </a:cubicBezTo>
                  <a:lnTo>
                    <a:pt x="5885" y="6477"/>
                  </a:lnTo>
                  <a:cubicBezTo>
                    <a:pt x="5692" y="6529"/>
                    <a:pt x="5487" y="6600"/>
                    <a:pt x="5293" y="6651"/>
                  </a:cubicBezTo>
                  <a:cubicBezTo>
                    <a:pt x="5169" y="6676"/>
                    <a:pt x="5046" y="6690"/>
                    <a:pt x="4922" y="6690"/>
                  </a:cubicBezTo>
                  <a:cubicBezTo>
                    <a:pt x="4841" y="6690"/>
                    <a:pt x="4760" y="6684"/>
                    <a:pt x="4680" y="6672"/>
                  </a:cubicBezTo>
                  <a:cubicBezTo>
                    <a:pt x="4282" y="6620"/>
                    <a:pt x="3903" y="6416"/>
                    <a:pt x="3628" y="6130"/>
                  </a:cubicBezTo>
                  <a:cubicBezTo>
                    <a:pt x="3106" y="5507"/>
                    <a:pt x="2586" y="4843"/>
                    <a:pt x="2064" y="4200"/>
                  </a:cubicBezTo>
                  <a:cubicBezTo>
                    <a:pt x="1533" y="3566"/>
                    <a:pt x="981" y="2922"/>
                    <a:pt x="481" y="2279"/>
                  </a:cubicBezTo>
                  <a:cubicBezTo>
                    <a:pt x="257" y="1952"/>
                    <a:pt x="134" y="1553"/>
                    <a:pt x="164" y="1144"/>
                  </a:cubicBezTo>
                  <a:cubicBezTo>
                    <a:pt x="175" y="940"/>
                    <a:pt x="216" y="736"/>
                    <a:pt x="297" y="552"/>
                  </a:cubicBezTo>
                  <a:cubicBezTo>
                    <a:pt x="379" y="368"/>
                    <a:pt x="491" y="184"/>
                    <a:pt x="5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3" name="Google Shape;8503;p29"/>
            <p:cNvSpPr/>
            <p:nvPr/>
          </p:nvSpPr>
          <p:spPr>
            <a:xfrm>
              <a:off x="2625225" y="2917325"/>
              <a:ext cx="147150" cy="169525"/>
            </a:xfrm>
            <a:custGeom>
              <a:avLst/>
              <a:gdLst/>
              <a:ahLst/>
              <a:cxnLst/>
              <a:rect l="l" t="t" r="r" b="b"/>
              <a:pathLst>
                <a:path w="5886" h="6781" extrusionOk="0">
                  <a:moveTo>
                    <a:pt x="1081" y="1"/>
                  </a:moveTo>
                  <a:cubicBezTo>
                    <a:pt x="912" y="1"/>
                    <a:pt x="745" y="30"/>
                    <a:pt x="583" y="78"/>
                  </a:cubicBezTo>
                  <a:cubicBezTo>
                    <a:pt x="379" y="140"/>
                    <a:pt x="195" y="232"/>
                    <a:pt x="0" y="303"/>
                  </a:cubicBezTo>
                  <a:cubicBezTo>
                    <a:pt x="205" y="253"/>
                    <a:pt x="399" y="181"/>
                    <a:pt x="593" y="130"/>
                  </a:cubicBezTo>
                  <a:cubicBezTo>
                    <a:pt x="717" y="105"/>
                    <a:pt x="841" y="92"/>
                    <a:pt x="965" y="92"/>
                  </a:cubicBezTo>
                  <a:cubicBezTo>
                    <a:pt x="1045" y="92"/>
                    <a:pt x="1126" y="97"/>
                    <a:pt x="1206" y="110"/>
                  </a:cubicBezTo>
                  <a:cubicBezTo>
                    <a:pt x="1605" y="160"/>
                    <a:pt x="1982" y="365"/>
                    <a:pt x="2259" y="651"/>
                  </a:cubicBezTo>
                  <a:cubicBezTo>
                    <a:pt x="2779" y="1274"/>
                    <a:pt x="3301" y="1938"/>
                    <a:pt x="3821" y="2582"/>
                  </a:cubicBezTo>
                  <a:cubicBezTo>
                    <a:pt x="4353" y="3215"/>
                    <a:pt x="4904" y="3858"/>
                    <a:pt x="5415" y="4492"/>
                  </a:cubicBezTo>
                  <a:cubicBezTo>
                    <a:pt x="5640" y="4819"/>
                    <a:pt x="5753" y="5227"/>
                    <a:pt x="5732" y="5636"/>
                  </a:cubicBezTo>
                  <a:cubicBezTo>
                    <a:pt x="5722" y="5840"/>
                    <a:pt x="5671" y="6035"/>
                    <a:pt x="5589" y="6229"/>
                  </a:cubicBezTo>
                  <a:cubicBezTo>
                    <a:pt x="5507" y="6413"/>
                    <a:pt x="5395" y="6596"/>
                    <a:pt x="5303" y="6780"/>
                  </a:cubicBezTo>
                  <a:cubicBezTo>
                    <a:pt x="5415" y="6596"/>
                    <a:pt x="5538" y="6433"/>
                    <a:pt x="5640" y="6249"/>
                  </a:cubicBezTo>
                  <a:cubicBezTo>
                    <a:pt x="5742" y="6065"/>
                    <a:pt x="5803" y="5861"/>
                    <a:pt x="5834" y="5647"/>
                  </a:cubicBezTo>
                  <a:cubicBezTo>
                    <a:pt x="5885" y="5218"/>
                    <a:pt x="5773" y="4778"/>
                    <a:pt x="5548" y="4410"/>
                  </a:cubicBezTo>
                  <a:cubicBezTo>
                    <a:pt x="5436" y="4216"/>
                    <a:pt x="5293" y="4063"/>
                    <a:pt x="5170" y="3899"/>
                  </a:cubicBezTo>
                  <a:lnTo>
                    <a:pt x="4772" y="3420"/>
                  </a:lnTo>
                  <a:lnTo>
                    <a:pt x="3995" y="2439"/>
                  </a:lnTo>
                  <a:lnTo>
                    <a:pt x="3188" y="1479"/>
                  </a:lnTo>
                  <a:lnTo>
                    <a:pt x="2790" y="1009"/>
                  </a:lnTo>
                  <a:cubicBezTo>
                    <a:pt x="2657" y="845"/>
                    <a:pt x="2534" y="682"/>
                    <a:pt x="2371" y="528"/>
                  </a:cubicBezTo>
                  <a:cubicBezTo>
                    <a:pt x="2054" y="232"/>
                    <a:pt x="1646" y="38"/>
                    <a:pt x="1217" y="7"/>
                  </a:cubicBezTo>
                  <a:cubicBezTo>
                    <a:pt x="1171" y="3"/>
                    <a:pt x="1126" y="1"/>
                    <a:pt x="10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4" name="Google Shape;8524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8531" name="Google Shape;8531;p32"/>
          <p:cNvSpPr txBox="1">
            <a:spLocks noGrp="1"/>
          </p:cNvSpPr>
          <p:nvPr>
            <p:ph type="title" idx="6"/>
          </p:nvPr>
        </p:nvSpPr>
        <p:spPr>
          <a:xfrm>
            <a:off x="720000" y="3416425"/>
            <a:ext cx="914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532" name="Google Shape;8532;p32"/>
          <p:cNvSpPr txBox="1">
            <a:spLocks noGrp="1"/>
          </p:cNvSpPr>
          <p:nvPr>
            <p:ph type="subTitle" idx="9"/>
          </p:nvPr>
        </p:nvSpPr>
        <p:spPr>
          <a:xfrm>
            <a:off x="1703825" y="3416432"/>
            <a:ext cx="29682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Project Plan </a:t>
            </a:r>
            <a:endParaRPr/>
          </a:p>
        </p:txBody>
      </p:sp>
      <p:sp>
        <p:nvSpPr>
          <p:cNvPr id="8533" name="Google Shape;8533;p32"/>
          <p:cNvSpPr txBox="1">
            <a:spLocks noGrp="1"/>
          </p:cNvSpPr>
          <p:nvPr>
            <p:ph type="title" idx="4"/>
          </p:nvPr>
        </p:nvSpPr>
        <p:spPr>
          <a:xfrm>
            <a:off x="720000" y="2341397"/>
            <a:ext cx="914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534" name="Google Shape;8534;p32"/>
          <p:cNvSpPr txBox="1">
            <a:spLocks noGrp="1"/>
          </p:cNvSpPr>
          <p:nvPr>
            <p:ph type="subTitle" idx="8"/>
          </p:nvPr>
        </p:nvSpPr>
        <p:spPr>
          <a:xfrm>
            <a:off x="1703825" y="2341405"/>
            <a:ext cx="3069066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Vision of the Solution </a:t>
            </a:r>
            <a:endParaRPr/>
          </a:p>
        </p:txBody>
      </p:sp>
      <p:sp>
        <p:nvSpPr>
          <p:cNvPr id="8535" name="Google Shape;8535;p32"/>
          <p:cNvSpPr txBox="1">
            <a:spLocks noGrp="1"/>
          </p:cNvSpPr>
          <p:nvPr>
            <p:ph type="title" idx="2"/>
          </p:nvPr>
        </p:nvSpPr>
        <p:spPr>
          <a:xfrm>
            <a:off x="720000" y="1266378"/>
            <a:ext cx="914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536" name="Google Shape;8536;p32"/>
          <p:cNvSpPr txBox="1">
            <a:spLocks noGrp="1"/>
          </p:cNvSpPr>
          <p:nvPr>
            <p:ph type="subTitle" idx="1"/>
          </p:nvPr>
        </p:nvSpPr>
        <p:spPr>
          <a:xfrm>
            <a:off x="1703825" y="1266386"/>
            <a:ext cx="29682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Problem Statement </a:t>
            </a:r>
            <a:endParaRPr/>
          </a:p>
        </p:txBody>
      </p:sp>
      <p:sp>
        <p:nvSpPr>
          <p:cNvPr id="8537" name="Google Shape;8537;p32"/>
          <p:cNvSpPr/>
          <p:nvPr/>
        </p:nvSpPr>
        <p:spPr>
          <a:xfrm>
            <a:off x="7624535" y="4112686"/>
            <a:ext cx="922194" cy="913197"/>
          </a:xfrm>
          <a:custGeom>
            <a:avLst/>
            <a:gdLst/>
            <a:ahLst/>
            <a:cxnLst/>
            <a:rect l="l" t="t" r="r" b="b"/>
            <a:pathLst>
              <a:path w="12342" h="12222" extrusionOk="0">
                <a:moveTo>
                  <a:pt x="6166" y="3107"/>
                </a:moveTo>
                <a:cubicBezTo>
                  <a:pt x="6185" y="3107"/>
                  <a:pt x="6203" y="3107"/>
                  <a:pt x="6222" y="3107"/>
                </a:cubicBezTo>
                <a:cubicBezTo>
                  <a:pt x="7888" y="3138"/>
                  <a:pt x="9205" y="4507"/>
                  <a:pt x="9175" y="6162"/>
                </a:cubicBezTo>
                <a:cubicBezTo>
                  <a:pt x="9144" y="7808"/>
                  <a:pt x="7806" y="9115"/>
                  <a:pt x="6177" y="9115"/>
                </a:cubicBezTo>
                <a:cubicBezTo>
                  <a:pt x="6158" y="9115"/>
                  <a:pt x="6139" y="9115"/>
                  <a:pt x="6120" y="9114"/>
                </a:cubicBezTo>
                <a:cubicBezTo>
                  <a:pt x="4455" y="9084"/>
                  <a:pt x="3137" y="7715"/>
                  <a:pt x="3168" y="6060"/>
                </a:cubicBezTo>
                <a:cubicBezTo>
                  <a:pt x="3198" y="4413"/>
                  <a:pt x="4536" y="3107"/>
                  <a:pt x="6166" y="3107"/>
                </a:cubicBezTo>
                <a:close/>
                <a:moveTo>
                  <a:pt x="6160" y="0"/>
                </a:moveTo>
                <a:cubicBezTo>
                  <a:pt x="2840" y="0"/>
                  <a:pt x="123" y="2665"/>
                  <a:pt x="62" y="6009"/>
                </a:cubicBezTo>
                <a:cubicBezTo>
                  <a:pt x="1" y="9380"/>
                  <a:pt x="2698" y="12159"/>
                  <a:pt x="6069" y="12220"/>
                </a:cubicBezTo>
                <a:cubicBezTo>
                  <a:pt x="6107" y="12221"/>
                  <a:pt x="6144" y="12221"/>
                  <a:pt x="6182" y="12221"/>
                </a:cubicBezTo>
                <a:cubicBezTo>
                  <a:pt x="9502" y="12221"/>
                  <a:pt x="12220" y="9547"/>
                  <a:pt x="12281" y="6213"/>
                </a:cubicBezTo>
                <a:cubicBezTo>
                  <a:pt x="12342" y="2842"/>
                  <a:pt x="9655" y="63"/>
                  <a:pt x="6273" y="1"/>
                </a:cubicBezTo>
                <a:cubicBezTo>
                  <a:pt x="6236" y="1"/>
                  <a:pt x="6198" y="0"/>
                  <a:pt x="61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8" name="Google Shape;8538;p32"/>
          <p:cNvSpPr/>
          <p:nvPr/>
        </p:nvSpPr>
        <p:spPr>
          <a:xfrm>
            <a:off x="4964150" y="3483568"/>
            <a:ext cx="2053902" cy="2035379"/>
          </a:xfrm>
          <a:custGeom>
            <a:avLst/>
            <a:gdLst/>
            <a:ahLst/>
            <a:cxnLst/>
            <a:rect l="l" t="t" r="r" b="b"/>
            <a:pathLst>
              <a:path w="13466" h="13345" extrusionOk="0">
                <a:moveTo>
                  <a:pt x="6730" y="1257"/>
                </a:moveTo>
                <a:cubicBezTo>
                  <a:pt x="6762" y="1257"/>
                  <a:pt x="6793" y="1258"/>
                  <a:pt x="6825" y="1258"/>
                </a:cubicBezTo>
                <a:cubicBezTo>
                  <a:pt x="9818" y="1309"/>
                  <a:pt x="12199" y="3771"/>
                  <a:pt x="12147" y="6775"/>
                </a:cubicBezTo>
                <a:cubicBezTo>
                  <a:pt x="12097" y="9736"/>
                  <a:pt x="9686" y="12098"/>
                  <a:pt x="6737" y="12098"/>
                </a:cubicBezTo>
                <a:cubicBezTo>
                  <a:pt x="6705" y="12098"/>
                  <a:pt x="6673" y="12098"/>
                  <a:pt x="6641" y="12097"/>
                </a:cubicBezTo>
                <a:cubicBezTo>
                  <a:pt x="3647" y="12047"/>
                  <a:pt x="1257" y="9574"/>
                  <a:pt x="1308" y="6580"/>
                </a:cubicBezTo>
                <a:cubicBezTo>
                  <a:pt x="1359" y="3619"/>
                  <a:pt x="3779" y="1257"/>
                  <a:pt x="6730" y="1257"/>
                </a:cubicBezTo>
                <a:close/>
                <a:moveTo>
                  <a:pt x="6732" y="0"/>
                </a:moveTo>
                <a:cubicBezTo>
                  <a:pt x="3095" y="0"/>
                  <a:pt x="123" y="2920"/>
                  <a:pt x="62" y="6560"/>
                </a:cubicBezTo>
                <a:cubicBezTo>
                  <a:pt x="1" y="10248"/>
                  <a:pt x="2932" y="13282"/>
                  <a:pt x="6621" y="13344"/>
                </a:cubicBezTo>
                <a:cubicBezTo>
                  <a:pt x="6665" y="13344"/>
                  <a:pt x="6709" y="13345"/>
                  <a:pt x="6753" y="13345"/>
                </a:cubicBezTo>
                <a:cubicBezTo>
                  <a:pt x="10371" y="13345"/>
                  <a:pt x="13333" y="10429"/>
                  <a:pt x="13404" y="6795"/>
                </a:cubicBezTo>
                <a:cubicBezTo>
                  <a:pt x="13466" y="3107"/>
                  <a:pt x="10533" y="73"/>
                  <a:pt x="6846" y="1"/>
                </a:cubicBezTo>
                <a:cubicBezTo>
                  <a:pt x="6808" y="0"/>
                  <a:pt x="6770" y="0"/>
                  <a:pt x="673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39" name="Google Shape;8539;p32"/>
          <p:cNvGrpSpPr/>
          <p:nvPr/>
        </p:nvGrpSpPr>
        <p:grpSpPr>
          <a:xfrm>
            <a:off x="4844532" y="3821615"/>
            <a:ext cx="1517538" cy="1495345"/>
            <a:chOff x="-1517525" y="-541175"/>
            <a:chExt cx="1096725" cy="1080686"/>
          </a:xfrm>
        </p:grpSpPr>
        <p:sp>
          <p:nvSpPr>
            <p:cNvPr id="8540" name="Google Shape;8540;p32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1" name="Google Shape;8541;p32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2" name="Google Shape;8542;p32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3" name="Google Shape;8543;p32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4" name="Google Shape;8544;p32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5" name="Google Shape;8545;p32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6" name="Google Shape;8546;p32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7" name="Google Shape;8547;p32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8" name="Google Shape;8548;p32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9" name="Google Shape;8549;p32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0" name="Google Shape;8550;p32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1" name="Google Shape;8551;p32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2" name="Google Shape;8552;p32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3" name="Google Shape;8553;p32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4" name="Google Shape;8554;p32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5" name="Google Shape;8555;p32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6" name="Google Shape;8556;p32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7" name="Google Shape;8557;p32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8" name="Google Shape;8558;p32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9" name="Google Shape;8559;p32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0" name="Google Shape;8560;p32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1" name="Google Shape;8561;p32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2" name="Google Shape;8562;p32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3" name="Google Shape;8563;p32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4" name="Google Shape;8564;p32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5" name="Google Shape;8565;p32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6" name="Google Shape;8566;p32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7" name="Google Shape;8567;p32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8" name="Google Shape;8568;p32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9" name="Google Shape;8569;p32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0" name="Google Shape;8570;p32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1" name="Google Shape;8571;p32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2" name="Google Shape;8572;p32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3" name="Google Shape;8573;p32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4" name="Google Shape;8574;p32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5" name="Google Shape;8575;p32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6" name="Google Shape;8576;p32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7" name="Google Shape;8577;p32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8" name="Google Shape;8578;p32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9" name="Google Shape;8579;p32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0" name="Google Shape;8580;p32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1" name="Google Shape;8581;p32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2" name="Google Shape;8582;p32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3" name="Google Shape;8583;p32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4" name="Google Shape;8584;p32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5" name="Google Shape;8585;p32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6" name="Google Shape;8586;p32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7" name="Google Shape;8587;p32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8" name="Google Shape;8588;p32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9" name="Google Shape;8589;p32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0" name="Google Shape;8590;p32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1" name="Google Shape;8591;p32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2" name="Google Shape;8592;p32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3" name="Google Shape;8593;p32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4" name="Google Shape;8594;p32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5" name="Google Shape;8595;p32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6" name="Google Shape;8596;p32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7" name="Google Shape;8597;p32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8" name="Google Shape;8598;p32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9" name="Google Shape;8599;p32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0" name="Google Shape;8600;p32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1" name="Google Shape;8601;p32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2" name="Google Shape;8602;p32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3" name="Google Shape;8603;p32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4" name="Google Shape;8604;p32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5" name="Google Shape;8605;p32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6" name="Google Shape;8606;p32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7" name="Google Shape;8607;p32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8" name="Google Shape;8608;p32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9" name="Google Shape;8609;p32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0" name="Google Shape;8610;p32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1" name="Google Shape;8611;p32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2" name="Google Shape;8612;p32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3" name="Google Shape;8613;p32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4" name="Google Shape;8614;p32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5" name="Google Shape;8615;p32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6" name="Google Shape;8616;p32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7" name="Google Shape;8617;p32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8" name="Google Shape;8618;p32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9" name="Google Shape;8619;p32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0" name="Google Shape;8620;p32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1" name="Google Shape;8621;p32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2" name="Google Shape;8622;p32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3" name="Google Shape;8623;p32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4" name="Google Shape;8624;p32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5" name="Google Shape;8625;p32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6" name="Google Shape;8626;p32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7" name="Google Shape;8627;p32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8" name="Google Shape;8628;p32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9" name="Google Shape;8629;p32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0" name="Google Shape;8630;p32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1" name="Google Shape;8631;p32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2" name="Google Shape;8632;p32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3" name="Google Shape;8633;p32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4" name="Google Shape;8634;p32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5" name="Google Shape;8635;p32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6" name="Google Shape;8636;p32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7" name="Google Shape;8637;p32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8" name="Google Shape;8638;p32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9" name="Google Shape;8639;p32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0" name="Google Shape;8640;p32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1" name="Google Shape;8641;p32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2" name="Google Shape;8642;p32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3" name="Google Shape;8643;p32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4" name="Google Shape;8644;p32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5" name="Google Shape;8645;p32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6" name="Google Shape;8646;p32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7" name="Google Shape;8647;p32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8" name="Google Shape;8648;p32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9" name="Google Shape;8649;p32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0" name="Google Shape;8650;p32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1" name="Google Shape;8651;p32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2" name="Google Shape;8652;p32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3" name="Google Shape;8653;p32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4" name="Google Shape;8654;p32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5" name="Google Shape;8655;p32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6" name="Google Shape;8656;p32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7" name="Google Shape;8657;p32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8" name="Google Shape;8658;p32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9" name="Google Shape;8659;p32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0" name="Google Shape;8660;p32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1" name="Google Shape;8661;p32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2" name="Google Shape;8662;p32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3" name="Google Shape;8663;p32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4" name="Google Shape;8664;p32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5" name="Google Shape;8665;p32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6" name="Google Shape;8666;p32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7" name="Google Shape;8667;p32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8" name="Google Shape;8668;p32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9" name="Google Shape;8669;p32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0" name="Google Shape;8670;p32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1" name="Google Shape;8671;p32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2" name="Google Shape;8672;p32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3" name="Google Shape;8673;p32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4" name="Google Shape;8674;p32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5" name="Google Shape;8675;p32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6" name="Google Shape;8676;p32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7" name="Google Shape;8677;p32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8" name="Google Shape;8678;p32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9" name="Google Shape;8679;p32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0" name="Google Shape;8680;p32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1" name="Google Shape;8681;p32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2" name="Google Shape;8682;p32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3" name="Google Shape;8683;p32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4" name="Google Shape;8684;p32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5" name="Google Shape;8685;p32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6" name="Google Shape;8686;p32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7" name="Google Shape;8687;p32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8" name="Google Shape;8688;p32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9" name="Google Shape;8689;p32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0" name="Google Shape;8690;p32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1" name="Google Shape;8691;p32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2" name="Google Shape;8692;p32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3" name="Google Shape;8693;p32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4" name="Google Shape;8694;p32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5" name="Google Shape;8695;p32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6" name="Google Shape;8696;p32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7" name="Google Shape;8697;p32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8" name="Google Shape;8698;p32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9" name="Google Shape;8699;p32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0" name="Google Shape;8700;p32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1" name="Google Shape;8701;p32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2" name="Google Shape;8702;p32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3" name="Google Shape;8703;p32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4" name="Google Shape;8704;p32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5" name="Google Shape;8705;p32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6" name="Google Shape;8706;p32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7" name="Google Shape;8707;p32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8" name="Google Shape;8708;p32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9" name="Google Shape;8709;p32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0" name="Google Shape;8710;p32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1" name="Google Shape;8711;p32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2" name="Google Shape;8712;p32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3" name="Google Shape;8713;p32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4" name="Google Shape;8714;p32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5" name="Google Shape;8715;p32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6" name="Google Shape;8716;p32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7" name="Google Shape;8717;p32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8" name="Google Shape;8718;p32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9" name="Google Shape;8719;p32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0" name="Google Shape;8720;p32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1" name="Google Shape;8721;p32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2" name="Google Shape;8722;p32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3" name="Google Shape;8723;p32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4" name="Google Shape;8724;p32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5" name="Google Shape;8725;p32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6" name="Google Shape;8726;p32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7" name="Google Shape;8727;p32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8" name="Google Shape;8728;p32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9" name="Google Shape;8729;p32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0" name="Google Shape;8730;p32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1" name="Google Shape;8731;p32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2" name="Google Shape;8732;p32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3" name="Google Shape;8733;p32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4" name="Google Shape;8734;p32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5" name="Google Shape;8735;p32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6" name="Google Shape;8736;p32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7" name="Google Shape;8737;p32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8" name="Google Shape;8738;p32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9" name="Google Shape;8739;p32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0" name="Google Shape;8740;p32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1" name="Google Shape;8741;p32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2" name="Google Shape;8742;p32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3" name="Google Shape;8743;p32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4" name="Google Shape;8744;p32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5" name="Google Shape;8745;p32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6" name="Google Shape;8746;p32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7" name="Google Shape;8747;p32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8" name="Google Shape;8748;p32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9" name="Google Shape;8749;p32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0" name="Google Shape;8750;p32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1" name="Google Shape;8751;p32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2" name="Google Shape;8752;p32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3" name="Google Shape;8753;p32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4" name="Google Shape;8754;p32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5" name="Google Shape;8755;p32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6" name="Google Shape;8756;p32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7" name="Google Shape;8757;p32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8" name="Google Shape;8758;p32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9" name="Google Shape;8759;p32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0" name="Google Shape;8760;p32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1" name="Google Shape;8761;p32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2" name="Google Shape;8762;p32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3" name="Google Shape;8763;p32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4" name="Google Shape;8764;p32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5" name="Google Shape;8765;p32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6" name="Google Shape;8766;p32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7" name="Google Shape;8767;p32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8" name="Google Shape;8768;p32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9" name="Google Shape;8769;p32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0" name="Google Shape;8770;p32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1" name="Google Shape;8771;p32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2" name="Google Shape;8772;p32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3" name="Google Shape;8773;p32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4" name="Google Shape;8774;p32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5" name="Google Shape;8775;p32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6" name="Google Shape;8776;p32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7" name="Google Shape;8777;p32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8" name="Google Shape;8778;p32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9" name="Google Shape;8779;p32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0" name="Google Shape;8780;p32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1" name="Google Shape;8781;p32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2" name="Google Shape;8782;p32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3" name="Google Shape;8783;p32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4" name="Google Shape;8784;p32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5" name="Google Shape;8785;p32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6" name="Google Shape;8786;p32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7" name="Google Shape;8787;p32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8" name="Google Shape;8788;p32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9" name="Google Shape;8789;p32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0" name="Google Shape;8790;p32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1" name="Google Shape;8791;p32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2" name="Google Shape;8792;p32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3" name="Google Shape;8793;p32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4" name="Google Shape;8794;p32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5" name="Google Shape;8795;p32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6" name="Google Shape;8796;p32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7" name="Google Shape;8797;p32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8" name="Google Shape;8798;p32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9" name="Google Shape;8799;p32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0" name="Google Shape;8800;p32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1" name="Google Shape;8801;p32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2" name="Google Shape;8802;p32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3" name="Google Shape;8803;p32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4" name="Google Shape;8804;p32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5" name="Google Shape;8805;p32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6" name="Google Shape;8806;p32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7" name="Google Shape;8807;p32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8" name="Google Shape;8808;p32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9" name="Google Shape;8809;p32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0" name="Google Shape;8810;p32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1" name="Google Shape;8811;p32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2" name="Google Shape;8812;p32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3" name="Google Shape;8813;p32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4" name="Google Shape;8814;p32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5" name="Google Shape;8815;p32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6" name="Google Shape;8816;p32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7" name="Google Shape;8817;p32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8" name="Google Shape;8818;p32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9" name="Google Shape;8819;p32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0" name="Google Shape;8820;p32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1" name="Google Shape;8821;p32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2" name="Google Shape;8822;p32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3" name="Google Shape;8823;p32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4" name="Google Shape;8824;p32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5" name="Google Shape;8825;p32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6" name="Google Shape;8826;p32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7" name="Google Shape;8827;p32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8" name="Google Shape;8828;p32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9" name="Google Shape;8829;p32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0" name="Google Shape;8830;p32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1" name="Google Shape;8831;p32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2" name="Google Shape;8832;p32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3" name="Google Shape;8833;p32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4" name="Google Shape;8834;p32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5" name="Google Shape;8835;p32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6" name="Google Shape;8836;p32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7" name="Google Shape;8837;p32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8" name="Google Shape;8838;p32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9" name="Google Shape;8839;p32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0" name="Google Shape;8840;p32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1" name="Google Shape;8841;p32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2" name="Google Shape;8842;p32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3" name="Google Shape;8843;p32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4" name="Google Shape;8844;p32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5" name="Google Shape;8845;p32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6" name="Google Shape;8846;p32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7" name="Google Shape;8847;p32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8" name="Google Shape;8848;p32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9" name="Google Shape;8849;p32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0" name="Google Shape;8850;p32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1" name="Google Shape;8851;p32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2" name="Google Shape;8852;p32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3" name="Google Shape;8853;p32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4" name="Google Shape;8854;p32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5" name="Google Shape;8855;p32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6" name="Google Shape;8856;p32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7" name="Google Shape;8857;p32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8" name="Google Shape;8858;p32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9" name="Google Shape;8859;p32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0" name="Google Shape;8860;p32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1" name="Google Shape;8861;p32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2" name="Google Shape;8862;p32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3" name="Google Shape;8863;p32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4" name="Google Shape;8864;p32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5" name="Google Shape;8865;p32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6" name="Google Shape;8866;p32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7" name="Google Shape;8867;p32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8" name="Google Shape;8868;p32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9" name="Google Shape;8869;p32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0" name="Google Shape;8870;p32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1" name="Google Shape;8871;p32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2" name="Google Shape;8872;p32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3" name="Google Shape;8873;p32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4" name="Google Shape;8874;p32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5" name="Google Shape;8875;p32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76" name="Google Shape;8876;p32"/>
          <p:cNvGrpSpPr/>
          <p:nvPr/>
        </p:nvGrpSpPr>
        <p:grpSpPr>
          <a:xfrm>
            <a:off x="5547135" y="1398887"/>
            <a:ext cx="2124378" cy="3773181"/>
            <a:chOff x="3056200" y="2791850"/>
            <a:chExt cx="781050" cy="1387250"/>
          </a:xfrm>
        </p:grpSpPr>
        <p:sp>
          <p:nvSpPr>
            <p:cNvPr id="8877" name="Google Shape;8877;p32"/>
            <p:cNvSpPr/>
            <p:nvPr/>
          </p:nvSpPr>
          <p:spPr>
            <a:xfrm>
              <a:off x="3137175" y="3134150"/>
              <a:ext cx="39600" cy="33300"/>
            </a:xfrm>
            <a:custGeom>
              <a:avLst/>
              <a:gdLst/>
              <a:ahLst/>
              <a:cxnLst/>
              <a:rect l="l" t="t" r="r" b="b"/>
              <a:pathLst>
                <a:path w="1584" h="1332" extrusionOk="0">
                  <a:moveTo>
                    <a:pt x="1210" y="1"/>
                  </a:moveTo>
                  <a:cubicBezTo>
                    <a:pt x="1139" y="1"/>
                    <a:pt x="1068" y="13"/>
                    <a:pt x="1002" y="34"/>
                  </a:cubicBezTo>
                  <a:cubicBezTo>
                    <a:pt x="950" y="54"/>
                    <a:pt x="900" y="74"/>
                    <a:pt x="859" y="106"/>
                  </a:cubicBezTo>
                  <a:cubicBezTo>
                    <a:pt x="777" y="146"/>
                    <a:pt x="695" y="208"/>
                    <a:pt x="623" y="258"/>
                  </a:cubicBezTo>
                  <a:cubicBezTo>
                    <a:pt x="399" y="432"/>
                    <a:pt x="194" y="626"/>
                    <a:pt x="1" y="851"/>
                  </a:cubicBezTo>
                  <a:cubicBezTo>
                    <a:pt x="51" y="851"/>
                    <a:pt x="92" y="871"/>
                    <a:pt x="133" y="882"/>
                  </a:cubicBezTo>
                  <a:cubicBezTo>
                    <a:pt x="256" y="912"/>
                    <a:pt x="368" y="953"/>
                    <a:pt x="480" y="1005"/>
                  </a:cubicBezTo>
                  <a:cubicBezTo>
                    <a:pt x="583" y="1055"/>
                    <a:pt x="695" y="1117"/>
                    <a:pt x="787" y="1178"/>
                  </a:cubicBezTo>
                  <a:cubicBezTo>
                    <a:pt x="879" y="1219"/>
                    <a:pt x="961" y="1280"/>
                    <a:pt x="1032" y="1331"/>
                  </a:cubicBezTo>
                  <a:lnTo>
                    <a:pt x="1093" y="1260"/>
                  </a:lnTo>
                  <a:cubicBezTo>
                    <a:pt x="1349" y="1014"/>
                    <a:pt x="1522" y="678"/>
                    <a:pt x="1574" y="330"/>
                  </a:cubicBezTo>
                  <a:cubicBezTo>
                    <a:pt x="1584" y="279"/>
                    <a:pt x="1584" y="228"/>
                    <a:pt x="1563" y="177"/>
                  </a:cubicBezTo>
                  <a:cubicBezTo>
                    <a:pt x="1543" y="115"/>
                    <a:pt x="1482" y="65"/>
                    <a:pt x="1420" y="44"/>
                  </a:cubicBezTo>
                  <a:cubicBezTo>
                    <a:pt x="1354" y="13"/>
                    <a:pt x="1282" y="1"/>
                    <a:pt x="1210" y="1"/>
                  </a:cubicBezTo>
                  <a:close/>
                </a:path>
              </a:pathLst>
            </a:custGeom>
            <a:solidFill>
              <a:srgbClr val="BF7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8" name="Google Shape;8878;p32"/>
            <p:cNvSpPr/>
            <p:nvPr/>
          </p:nvSpPr>
          <p:spPr>
            <a:xfrm>
              <a:off x="3094000" y="3154450"/>
              <a:ext cx="96850" cy="110100"/>
            </a:xfrm>
            <a:custGeom>
              <a:avLst/>
              <a:gdLst/>
              <a:ahLst/>
              <a:cxnLst/>
              <a:rect l="l" t="t" r="r" b="b"/>
              <a:pathLst>
                <a:path w="3874" h="4404" extrusionOk="0">
                  <a:moveTo>
                    <a:pt x="1409" y="0"/>
                  </a:moveTo>
                  <a:cubicBezTo>
                    <a:pt x="1215" y="0"/>
                    <a:pt x="1024" y="46"/>
                    <a:pt x="859" y="152"/>
                  </a:cubicBezTo>
                  <a:cubicBezTo>
                    <a:pt x="604" y="336"/>
                    <a:pt x="461" y="642"/>
                    <a:pt x="359" y="938"/>
                  </a:cubicBezTo>
                  <a:cubicBezTo>
                    <a:pt x="246" y="1265"/>
                    <a:pt x="154" y="1602"/>
                    <a:pt x="82" y="1939"/>
                  </a:cubicBezTo>
                  <a:cubicBezTo>
                    <a:pt x="42" y="2154"/>
                    <a:pt x="1" y="2389"/>
                    <a:pt x="21" y="2613"/>
                  </a:cubicBezTo>
                  <a:cubicBezTo>
                    <a:pt x="21" y="2644"/>
                    <a:pt x="21" y="2675"/>
                    <a:pt x="32" y="2695"/>
                  </a:cubicBezTo>
                  <a:cubicBezTo>
                    <a:pt x="32" y="2716"/>
                    <a:pt x="32" y="2726"/>
                    <a:pt x="42" y="2736"/>
                  </a:cubicBezTo>
                  <a:cubicBezTo>
                    <a:pt x="93" y="3053"/>
                    <a:pt x="266" y="3339"/>
                    <a:pt x="491" y="3574"/>
                  </a:cubicBezTo>
                  <a:cubicBezTo>
                    <a:pt x="716" y="3799"/>
                    <a:pt x="992" y="3982"/>
                    <a:pt x="1267" y="4146"/>
                  </a:cubicBezTo>
                  <a:cubicBezTo>
                    <a:pt x="1482" y="4281"/>
                    <a:pt x="1727" y="4404"/>
                    <a:pt x="1970" y="4404"/>
                  </a:cubicBezTo>
                  <a:cubicBezTo>
                    <a:pt x="2039" y="4404"/>
                    <a:pt x="2109" y="4393"/>
                    <a:pt x="2177" y="4371"/>
                  </a:cubicBezTo>
                  <a:cubicBezTo>
                    <a:pt x="2187" y="4044"/>
                    <a:pt x="2289" y="3717"/>
                    <a:pt x="2422" y="3410"/>
                  </a:cubicBezTo>
                  <a:cubicBezTo>
                    <a:pt x="2636" y="2899"/>
                    <a:pt x="2963" y="2430"/>
                    <a:pt x="3403" y="2072"/>
                  </a:cubicBezTo>
                  <a:cubicBezTo>
                    <a:pt x="3546" y="1960"/>
                    <a:pt x="3710" y="1857"/>
                    <a:pt x="3873" y="1776"/>
                  </a:cubicBezTo>
                  <a:lnTo>
                    <a:pt x="3873" y="1766"/>
                  </a:lnTo>
                  <a:cubicBezTo>
                    <a:pt x="3678" y="1408"/>
                    <a:pt x="3423" y="1092"/>
                    <a:pt x="3127" y="815"/>
                  </a:cubicBezTo>
                  <a:cubicBezTo>
                    <a:pt x="3015" y="703"/>
                    <a:pt x="2892" y="611"/>
                    <a:pt x="2759" y="519"/>
                  </a:cubicBezTo>
                  <a:cubicBezTo>
                    <a:pt x="2688" y="468"/>
                    <a:pt x="2606" y="407"/>
                    <a:pt x="2514" y="366"/>
                  </a:cubicBezTo>
                  <a:cubicBezTo>
                    <a:pt x="2422" y="305"/>
                    <a:pt x="2310" y="243"/>
                    <a:pt x="2207" y="193"/>
                  </a:cubicBezTo>
                  <a:cubicBezTo>
                    <a:pt x="2095" y="141"/>
                    <a:pt x="1983" y="100"/>
                    <a:pt x="1860" y="70"/>
                  </a:cubicBezTo>
                  <a:cubicBezTo>
                    <a:pt x="1819" y="59"/>
                    <a:pt x="1778" y="39"/>
                    <a:pt x="1728" y="39"/>
                  </a:cubicBezTo>
                  <a:cubicBezTo>
                    <a:pt x="1623" y="14"/>
                    <a:pt x="1516" y="0"/>
                    <a:pt x="1409" y="0"/>
                  </a:cubicBezTo>
                  <a:close/>
                </a:path>
              </a:pathLst>
            </a:custGeom>
            <a:solidFill>
              <a:srgbClr val="FFC6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9" name="Google Shape;8879;p32"/>
            <p:cNvSpPr/>
            <p:nvPr/>
          </p:nvSpPr>
          <p:spPr>
            <a:xfrm>
              <a:off x="3077925" y="3126400"/>
              <a:ext cx="80725" cy="93500"/>
            </a:xfrm>
            <a:custGeom>
              <a:avLst/>
              <a:gdLst/>
              <a:ahLst/>
              <a:cxnLst/>
              <a:rect l="l" t="t" r="r" b="b"/>
              <a:pathLst>
                <a:path w="3229" h="3740" extrusionOk="0">
                  <a:moveTo>
                    <a:pt x="2424" y="1"/>
                  </a:moveTo>
                  <a:cubicBezTo>
                    <a:pt x="2333" y="1"/>
                    <a:pt x="2243" y="10"/>
                    <a:pt x="2156" y="27"/>
                  </a:cubicBezTo>
                  <a:cubicBezTo>
                    <a:pt x="1849" y="98"/>
                    <a:pt x="1574" y="262"/>
                    <a:pt x="1329" y="466"/>
                  </a:cubicBezTo>
                  <a:cubicBezTo>
                    <a:pt x="736" y="936"/>
                    <a:pt x="307" y="1601"/>
                    <a:pt x="123" y="2336"/>
                  </a:cubicBezTo>
                  <a:cubicBezTo>
                    <a:pt x="31" y="2693"/>
                    <a:pt x="0" y="3092"/>
                    <a:pt x="174" y="3429"/>
                  </a:cubicBezTo>
                  <a:cubicBezTo>
                    <a:pt x="258" y="3589"/>
                    <a:pt x="420" y="3739"/>
                    <a:pt x="596" y="3739"/>
                  </a:cubicBezTo>
                  <a:cubicBezTo>
                    <a:pt x="612" y="3739"/>
                    <a:pt x="628" y="3738"/>
                    <a:pt x="644" y="3735"/>
                  </a:cubicBezTo>
                  <a:lnTo>
                    <a:pt x="664" y="3735"/>
                  </a:lnTo>
                  <a:cubicBezTo>
                    <a:pt x="644" y="3511"/>
                    <a:pt x="685" y="3276"/>
                    <a:pt x="725" y="3061"/>
                  </a:cubicBezTo>
                  <a:cubicBezTo>
                    <a:pt x="797" y="2724"/>
                    <a:pt x="889" y="2387"/>
                    <a:pt x="1002" y="2060"/>
                  </a:cubicBezTo>
                  <a:cubicBezTo>
                    <a:pt x="1104" y="1764"/>
                    <a:pt x="1247" y="1458"/>
                    <a:pt x="1502" y="1274"/>
                  </a:cubicBezTo>
                  <a:cubicBezTo>
                    <a:pt x="1667" y="1168"/>
                    <a:pt x="1858" y="1122"/>
                    <a:pt x="2052" y="1122"/>
                  </a:cubicBezTo>
                  <a:cubicBezTo>
                    <a:pt x="2159" y="1122"/>
                    <a:pt x="2266" y="1136"/>
                    <a:pt x="2371" y="1161"/>
                  </a:cubicBezTo>
                  <a:cubicBezTo>
                    <a:pt x="2564" y="936"/>
                    <a:pt x="2769" y="742"/>
                    <a:pt x="2993" y="568"/>
                  </a:cubicBezTo>
                  <a:cubicBezTo>
                    <a:pt x="3065" y="518"/>
                    <a:pt x="3147" y="456"/>
                    <a:pt x="3229" y="416"/>
                  </a:cubicBezTo>
                  <a:lnTo>
                    <a:pt x="3218" y="405"/>
                  </a:lnTo>
                  <a:cubicBezTo>
                    <a:pt x="3188" y="323"/>
                    <a:pt x="3136" y="241"/>
                    <a:pt x="3086" y="180"/>
                  </a:cubicBezTo>
                  <a:lnTo>
                    <a:pt x="3065" y="191"/>
                  </a:lnTo>
                  <a:cubicBezTo>
                    <a:pt x="2882" y="59"/>
                    <a:pt x="2652" y="1"/>
                    <a:pt x="24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0" name="Google Shape;8880;p32"/>
            <p:cNvSpPr/>
            <p:nvPr/>
          </p:nvSpPr>
          <p:spPr>
            <a:xfrm>
              <a:off x="3168850" y="3206650"/>
              <a:ext cx="91975" cy="94900"/>
            </a:xfrm>
            <a:custGeom>
              <a:avLst/>
              <a:gdLst/>
              <a:ahLst/>
              <a:cxnLst/>
              <a:rect l="l" t="t" r="r" b="b"/>
              <a:pathLst>
                <a:path w="3679" h="3796" extrusionOk="0">
                  <a:moveTo>
                    <a:pt x="2533" y="1"/>
                  </a:moveTo>
                  <a:cubicBezTo>
                    <a:pt x="2089" y="1"/>
                    <a:pt x="1638" y="171"/>
                    <a:pt x="1277" y="464"/>
                  </a:cubicBezTo>
                  <a:cubicBezTo>
                    <a:pt x="879" y="781"/>
                    <a:pt x="562" y="1179"/>
                    <a:pt x="348" y="1639"/>
                  </a:cubicBezTo>
                  <a:cubicBezTo>
                    <a:pt x="112" y="2109"/>
                    <a:pt x="0" y="2691"/>
                    <a:pt x="246" y="3151"/>
                  </a:cubicBezTo>
                  <a:cubicBezTo>
                    <a:pt x="471" y="3563"/>
                    <a:pt x="950" y="3796"/>
                    <a:pt x="1413" y="3796"/>
                  </a:cubicBezTo>
                  <a:cubicBezTo>
                    <a:pt x="1433" y="3796"/>
                    <a:pt x="1452" y="3795"/>
                    <a:pt x="1472" y="3795"/>
                  </a:cubicBezTo>
                  <a:cubicBezTo>
                    <a:pt x="1502" y="3795"/>
                    <a:pt x="1522" y="3795"/>
                    <a:pt x="1543" y="3785"/>
                  </a:cubicBezTo>
                  <a:cubicBezTo>
                    <a:pt x="1563" y="3785"/>
                    <a:pt x="1584" y="3785"/>
                    <a:pt x="1604" y="3774"/>
                  </a:cubicBezTo>
                  <a:cubicBezTo>
                    <a:pt x="1839" y="3754"/>
                    <a:pt x="2064" y="3662"/>
                    <a:pt x="2258" y="3540"/>
                  </a:cubicBezTo>
                  <a:cubicBezTo>
                    <a:pt x="2442" y="3437"/>
                    <a:pt x="2605" y="3304"/>
                    <a:pt x="2748" y="3151"/>
                  </a:cubicBezTo>
                  <a:cubicBezTo>
                    <a:pt x="3086" y="2804"/>
                    <a:pt x="3310" y="2355"/>
                    <a:pt x="3484" y="1905"/>
                  </a:cubicBezTo>
                  <a:cubicBezTo>
                    <a:pt x="3586" y="1629"/>
                    <a:pt x="3678" y="1333"/>
                    <a:pt x="3678" y="1036"/>
                  </a:cubicBezTo>
                  <a:cubicBezTo>
                    <a:pt x="3678" y="740"/>
                    <a:pt x="3565" y="434"/>
                    <a:pt x="3341" y="239"/>
                  </a:cubicBezTo>
                  <a:cubicBezTo>
                    <a:pt x="3188" y="127"/>
                    <a:pt x="3014" y="55"/>
                    <a:pt x="2820" y="25"/>
                  </a:cubicBezTo>
                  <a:cubicBezTo>
                    <a:pt x="2725" y="9"/>
                    <a:pt x="2629" y="1"/>
                    <a:pt x="253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1" name="Google Shape;8881;p32"/>
            <p:cNvSpPr/>
            <p:nvPr/>
          </p:nvSpPr>
          <p:spPr>
            <a:xfrm>
              <a:off x="3056200" y="3113500"/>
              <a:ext cx="98875" cy="110550"/>
            </a:xfrm>
            <a:custGeom>
              <a:avLst/>
              <a:gdLst/>
              <a:ahLst/>
              <a:cxnLst/>
              <a:rect l="l" t="t" r="r" b="b"/>
              <a:pathLst>
                <a:path w="3955" h="4422" extrusionOk="0">
                  <a:moveTo>
                    <a:pt x="2661" y="0"/>
                  </a:moveTo>
                  <a:cubicBezTo>
                    <a:pt x="2643" y="0"/>
                    <a:pt x="2625" y="1"/>
                    <a:pt x="2606" y="1"/>
                  </a:cubicBezTo>
                  <a:cubicBezTo>
                    <a:pt x="2187" y="22"/>
                    <a:pt x="1789" y="216"/>
                    <a:pt x="1451" y="451"/>
                  </a:cubicBezTo>
                  <a:cubicBezTo>
                    <a:pt x="645" y="1003"/>
                    <a:pt x="32" y="1912"/>
                    <a:pt x="1" y="2893"/>
                  </a:cubicBezTo>
                  <a:cubicBezTo>
                    <a:pt x="1" y="3312"/>
                    <a:pt x="103" y="3761"/>
                    <a:pt x="399" y="4078"/>
                  </a:cubicBezTo>
                  <a:cubicBezTo>
                    <a:pt x="596" y="4289"/>
                    <a:pt x="884" y="4422"/>
                    <a:pt x="1167" y="4422"/>
                  </a:cubicBezTo>
                  <a:cubicBezTo>
                    <a:pt x="1296" y="4422"/>
                    <a:pt x="1425" y="4394"/>
                    <a:pt x="1544" y="4333"/>
                  </a:cubicBezTo>
                  <a:cubicBezTo>
                    <a:pt x="1533" y="4313"/>
                    <a:pt x="1533" y="4282"/>
                    <a:pt x="1533" y="4251"/>
                  </a:cubicBezTo>
                  <a:lnTo>
                    <a:pt x="1513" y="4251"/>
                  </a:lnTo>
                  <a:cubicBezTo>
                    <a:pt x="1497" y="4254"/>
                    <a:pt x="1481" y="4255"/>
                    <a:pt x="1465" y="4255"/>
                  </a:cubicBezTo>
                  <a:cubicBezTo>
                    <a:pt x="1289" y="4255"/>
                    <a:pt x="1127" y="4105"/>
                    <a:pt x="1043" y="3945"/>
                  </a:cubicBezTo>
                  <a:cubicBezTo>
                    <a:pt x="869" y="3608"/>
                    <a:pt x="900" y="3209"/>
                    <a:pt x="992" y="2852"/>
                  </a:cubicBezTo>
                  <a:cubicBezTo>
                    <a:pt x="1176" y="2117"/>
                    <a:pt x="1605" y="1452"/>
                    <a:pt x="2198" y="982"/>
                  </a:cubicBezTo>
                  <a:cubicBezTo>
                    <a:pt x="2443" y="778"/>
                    <a:pt x="2718" y="614"/>
                    <a:pt x="3025" y="543"/>
                  </a:cubicBezTo>
                  <a:cubicBezTo>
                    <a:pt x="3112" y="526"/>
                    <a:pt x="3202" y="517"/>
                    <a:pt x="3293" y="517"/>
                  </a:cubicBezTo>
                  <a:cubicBezTo>
                    <a:pt x="3521" y="517"/>
                    <a:pt x="3751" y="575"/>
                    <a:pt x="3934" y="707"/>
                  </a:cubicBezTo>
                  <a:lnTo>
                    <a:pt x="3955" y="696"/>
                  </a:lnTo>
                  <a:cubicBezTo>
                    <a:pt x="3668" y="272"/>
                    <a:pt x="3173" y="0"/>
                    <a:pt x="26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2" name="Google Shape;8882;p32"/>
            <p:cNvSpPr/>
            <p:nvPr/>
          </p:nvSpPr>
          <p:spPr>
            <a:xfrm>
              <a:off x="3148150" y="3192900"/>
              <a:ext cx="104750" cy="113150"/>
            </a:xfrm>
            <a:custGeom>
              <a:avLst/>
              <a:gdLst/>
              <a:ahLst/>
              <a:cxnLst/>
              <a:rect l="l" t="t" r="r" b="b"/>
              <a:pathLst>
                <a:path w="4190" h="4526" extrusionOk="0">
                  <a:moveTo>
                    <a:pt x="2687" y="0"/>
                  </a:moveTo>
                  <a:cubicBezTo>
                    <a:pt x="2352" y="0"/>
                    <a:pt x="2013" y="89"/>
                    <a:pt x="1707" y="238"/>
                  </a:cubicBezTo>
                  <a:cubicBezTo>
                    <a:pt x="1544" y="319"/>
                    <a:pt x="1380" y="422"/>
                    <a:pt x="1237" y="534"/>
                  </a:cubicBezTo>
                  <a:cubicBezTo>
                    <a:pt x="797" y="892"/>
                    <a:pt x="470" y="1361"/>
                    <a:pt x="256" y="1872"/>
                  </a:cubicBezTo>
                  <a:cubicBezTo>
                    <a:pt x="123" y="2179"/>
                    <a:pt x="21" y="2506"/>
                    <a:pt x="11" y="2833"/>
                  </a:cubicBezTo>
                  <a:cubicBezTo>
                    <a:pt x="0" y="2935"/>
                    <a:pt x="11" y="3037"/>
                    <a:pt x="21" y="3139"/>
                  </a:cubicBezTo>
                  <a:cubicBezTo>
                    <a:pt x="62" y="3466"/>
                    <a:pt x="215" y="3763"/>
                    <a:pt x="430" y="4008"/>
                  </a:cubicBezTo>
                  <a:cubicBezTo>
                    <a:pt x="563" y="4151"/>
                    <a:pt x="726" y="4274"/>
                    <a:pt x="900" y="4355"/>
                  </a:cubicBezTo>
                  <a:cubicBezTo>
                    <a:pt x="1122" y="4469"/>
                    <a:pt x="1369" y="4525"/>
                    <a:pt x="1615" y="4525"/>
                  </a:cubicBezTo>
                  <a:cubicBezTo>
                    <a:pt x="1877" y="4525"/>
                    <a:pt x="2139" y="4461"/>
                    <a:pt x="2371" y="4335"/>
                  </a:cubicBezTo>
                  <a:lnTo>
                    <a:pt x="2371" y="4335"/>
                  </a:lnTo>
                  <a:cubicBezTo>
                    <a:pt x="2350" y="4345"/>
                    <a:pt x="2330" y="4345"/>
                    <a:pt x="2300" y="4345"/>
                  </a:cubicBezTo>
                  <a:cubicBezTo>
                    <a:pt x="2280" y="4345"/>
                    <a:pt x="2261" y="4346"/>
                    <a:pt x="2241" y="4346"/>
                  </a:cubicBezTo>
                  <a:cubicBezTo>
                    <a:pt x="1778" y="4346"/>
                    <a:pt x="1299" y="4113"/>
                    <a:pt x="1074" y="3701"/>
                  </a:cubicBezTo>
                  <a:cubicBezTo>
                    <a:pt x="828" y="3241"/>
                    <a:pt x="940" y="2659"/>
                    <a:pt x="1176" y="2189"/>
                  </a:cubicBezTo>
                  <a:cubicBezTo>
                    <a:pt x="1390" y="1729"/>
                    <a:pt x="1707" y="1331"/>
                    <a:pt x="2105" y="1014"/>
                  </a:cubicBezTo>
                  <a:cubicBezTo>
                    <a:pt x="2466" y="721"/>
                    <a:pt x="2917" y="551"/>
                    <a:pt x="3361" y="551"/>
                  </a:cubicBezTo>
                  <a:cubicBezTo>
                    <a:pt x="3457" y="551"/>
                    <a:pt x="3553" y="559"/>
                    <a:pt x="3648" y="575"/>
                  </a:cubicBezTo>
                  <a:cubicBezTo>
                    <a:pt x="3842" y="605"/>
                    <a:pt x="4016" y="677"/>
                    <a:pt x="4169" y="789"/>
                  </a:cubicBezTo>
                  <a:lnTo>
                    <a:pt x="4169" y="780"/>
                  </a:lnTo>
                  <a:cubicBezTo>
                    <a:pt x="4179" y="769"/>
                    <a:pt x="4179" y="759"/>
                    <a:pt x="4189" y="748"/>
                  </a:cubicBezTo>
                  <a:cubicBezTo>
                    <a:pt x="3883" y="289"/>
                    <a:pt x="3342" y="24"/>
                    <a:pt x="2790" y="3"/>
                  </a:cubicBezTo>
                  <a:cubicBezTo>
                    <a:pt x="2756" y="1"/>
                    <a:pt x="2722" y="0"/>
                    <a:pt x="26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3" name="Google Shape;8883;p32"/>
            <p:cNvSpPr/>
            <p:nvPr/>
          </p:nvSpPr>
          <p:spPr>
            <a:xfrm>
              <a:off x="3356325" y="3156175"/>
              <a:ext cx="290400" cy="129825"/>
            </a:xfrm>
            <a:custGeom>
              <a:avLst/>
              <a:gdLst/>
              <a:ahLst/>
              <a:cxnLst/>
              <a:rect l="l" t="t" r="r" b="b"/>
              <a:pathLst>
                <a:path w="11616" h="5193" extrusionOk="0">
                  <a:moveTo>
                    <a:pt x="10870" y="1"/>
                  </a:moveTo>
                  <a:cubicBezTo>
                    <a:pt x="10839" y="1145"/>
                    <a:pt x="10267" y="2249"/>
                    <a:pt x="9399" y="2994"/>
                  </a:cubicBezTo>
                  <a:cubicBezTo>
                    <a:pt x="8530" y="3750"/>
                    <a:pt x="7376" y="4159"/>
                    <a:pt x="6221" y="4199"/>
                  </a:cubicBezTo>
                  <a:cubicBezTo>
                    <a:pt x="6160" y="4202"/>
                    <a:pt x="6098" y="4203"/>
                    <a:pt x="6036" y="4203"/>
                  </a:cubicBezTo>
                  <a:cubicBezTo>
                    <a:pt x="4860" y="4203"/>
                    <a:pt x="3679" y="3835"/>
                    <a:pt x="2728" y="3127"/>
                  </a:cubicBezTo>
                  <a:cubicBezTo>
                    <a:pt x="1757" y="2401"/>
                    <a:pt x="1052" y="1318"/>
                    <a:pt x="817" y="124"/>
                  </a:cubicBezTo>
                  <a:cubicBezTo>
                    <a:pt x="552" y="287"/>
                    <a:pt x="286" y="419"/>
                    <a:pt x="0" y="512"/>
                  </a:cubicBezTo>
                  <a:cubicBezTo>
                    <a:pt x="419" y="1513"/>
                    <a:pt x="970" y="2463"/>
                    <a:pt x="1696" y="3270"/>
                  </a:cubicBezTo>
                  <a:cubicBezTo>
                    <a:pt x="2432" y="4077"/>
                    <a:pt x="3381" y="4731"/>
                    <a:pt x="4444" y="5017"/>
                  </a:cubicBezTo>
                  <a:cubicBezTo>
                    <a:pt x="4906" y="5139"/>
                    <a:pt x="5382" y="5192"/>
                    <a:pt x="5859" y="5192"/>
                  </a:cubicBezTo>
                  <a:cubicBezTo>
                    <a:pt x="6301" y="5192"/>
                    <a:pt x="6745" y="5147"/>
                    <a:pt x="7182" y="5068"/>
                  </a:cubicBezTo>
                  <a:cubicBezTo>
                    <a:pt x="7897" y="4946"/>
                    <a:pt x="8612" y="4731"/>
                    <a:pt x="9225" y="4342"/>
                  </a:cubicBezTo>
                  <a:cubicBezTo>
                    <a:pt x="10553" y="3515"/>
                    <a:pt x="11299" y="1983"/>
                    <a:pt x="11616" y="460"/>
                  </a:cubicBezTo>
                  <a:lnTo>
                    <a:pt x="11616" y="450"/>
                  </a:lnTo>
                  <a:cubicBezTo>
                    <a:pt x="11361" y="328"/>
                    <a:pt x="11105" y="174"/>
                    <a:pt x="108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4" name="Google Shape;8884;p32"/>
            <p:cNvSpPr/>
            <p:nvPr/>
          </p:nvSpPr>
          <p:spPr>
            <a:xfrm>
              <a:off x="3277375" y="3489350"/>
              <a:ext cx="392600" cy="58900"/>
            </a:xfrm>
            <a:custGeom>
              <a:avLst/>
              <a:gdLst/>
              <a:ahLst/>
              <a:cxnLst/>
              <a:rect l="l" t="t" r="r" b="b"/>
              <a:pathLst>
                <a:path w="15704" h="2356" extrusionOk="0">
                  <a:moveTo>
                    <a:pt x="6261" y="0"/>
                  </a:moveTo>
                  <a:cubicBezTo>
                    <a:pt x="4299" y="0"/>
                    <a:pt x="2333" y="383"/>
                    <a:pt x="522" y="1130"/>
                  </a:cubicBezTo>
                  <a:lnTo>
                    <a:pt x="1" y="2356"/>
                  </a:lnTo>
                  <a:cubicBezTo>
                    <a:pt x="747" y="2131"/>
                    <a:pt x="1493" y="1906"/>
                    <a:pt x="2249" y="1702"/>
                  </a:cubicBezTo>
                  <a:cubicBezTo>
                    <a:pt x="3840" y="1274"/>
                    <a:pt x="5454" y="934"/>
                    <a:pt x="7065" y="934"/>
                  </a:cubicBezTo>
                  <a:cubicBezTo>
                    <a:pt x="7646" y="934"/>
                    <a:pt x="8228" y="979"/>
                    <a:pt x="8807" y="1079"/>
                  </a:cubicBezTo>
                  <a:cubicBezTo>
                    <a:pt x="9840" y="1263"/>
                    <a:pt x="10851" y="1610"/>
                    <a:pt x="11893" y="1784"/>
                  </a:cubicBezTo>
                  <a:cubicBezTo>
                    <a:pt x="12364" y="1865"/>
                    <a:pt x="12839" y="1906"/>
                    <a:pt x="13316" y="1906"/>
                  </a:cubicBezTo>
                  <a:cubicBezTo>
                    <a:pt x="13553" y="1906"/>
                    <a:pt x="13791" y="1896"/>
                    <a:pt x="14028" y="1876"/>
                  </a:cubicBezTo>
                  <a:cubicBezTo>
                    <a:pt x="14488" y="1835"/>
                    <a:pt x="14948" y="1763"/>
                    <a:pt x="15407" y="1651"/>
                  </a:cubicBezTo>
                  <a:cubicBezTo>
                    <a:pt x="15499" y="1620"/>
                    <a:pt x="15602" y="1600"/>
                    <a:pt x="15704" y="1569"/>
                  </a:cubicBezTo>
                  <a:cubicBezTo>
                    <a:pt x="15591" y="1293"/>
                    <a:pt x="15489" y="997"/>
                    <a:pt x="15407" y="711"/>
                  </a:cubicBezTo>
                  <a:cubicBezTo>
                    <a:pt x="14812" y="897"/>
                    <a:pt x="14193" y="969"/>
                    <a:pt x="13569" y="969"/>
                  </a:cubicBezTo>
                  <a:cubicBezTo>
                    <a:pt x="13027" y="969"/>
                    <a:pt x="12481" y="914"/>
                    <a:pt x="11944" y="834"/>
                  </a:cubicBezTo>
                  <a:cubicBezTo>
                    <a:pt x="10780" y="650"/>
                    <a:pt x="9656" y="343"/>
                    <a:pt x="8501" y="169"/>
                  </a:cubicBezTo>
                  <a:cubicBezTo>
                    <a:pt x="7761" y="56"/>
                    <a:pt x="7011" y="0"/>
                    <a:pt x="62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5" name="Google Shape;8885;p32"/>
            <p:cNvSpPr/>
            <p:nvPr/>
          </p:nvSpPr>
          <p:spPr>
            <a:xfrm>
              <a:off x="3228850" y="3647825"/>
              <a:ext cx="448525" cy="333600"/>
            </a:xfrm>
            <a:custGeom>
              <a:avLst/>
              <a:gdLst/>
              <a:ahLst/>
              <a:cxnLst/>
              <a:rect l="l" t="t" r="r" b="b"/>
              <a:pathLst>
                <a:path w="17941" h="13344" extrusionOk="0">
                  <a:moveTo>
                    <a:pt x="2422" y="1"/>
                  </a:moveTo>
                  <a:cubicBezTo>
                    <a:pt x="2310" y="267"/>
                    <a:pt x="2198" y="532"/>
                    <a:pt x="2085" y="808"/>
                  </a:cubicBezTo>
                  <a:cubicBezTo>
                    <a:pt x="818" y="4016"/>
                    <a:pt x="236" y="7459"/>
                    <a:pt x="21" y="10912"/>
                  </a:cubicBezTo>
                  <a:cubicBezTo>
                    <a:pt x="11" y="11014"/>
                    <a:pt x="11" y="11116"/>
                    <a:pt x="1" y="11229"/>
                  </a:cubicBezTo>
                  <a:lnTo>
                    <a:pt x="21" y="11229"/>
                  </a:lnTo>
                  <a:cubicBezTo>
                    <a:pt x="287" y="11185"/>
                    <a:pt x="554" y="11165"/>
                    <a:pt x="820" y="11165"/>
                  </a:cubicBezTo>
                  <a:cubicBezTo>
                    <a:pt x="1842" y="11165"/>
                    <a:pt x="2860" y="11459"/>
                    <a:pt x="3832" y="11791"/>
                  </a:cubicBezTo>
                  <a:cubicBezTo>
                    <a:pt x="5038" y="12199"/>
                    <a:pt x="6253" y="12669"/>
                    <a:pt x="7520" y="12721"/>
                  </a:cubicBezTo>
                  <a:cubicBezTo>
                    <a:pt x="7939" y="11627"/>
                    <a:pt x="8389" y="10555"/>
                    <a:pt x="8685" y="9431"/>
                  </a:cubicBezTo>
                  <a:cubicBezTo>
                    <a:pt x="8869" y="8726"/>
                    <a:pt x="8991" y="8001"/>
                    <a:pt x="9093" y="7275"/>
                  </a:cubicBezTo>
                  <a:lnTo>
                    <a:pt x="9124" y="7275"/>
                  </a:lnTo>
                  <a:cubicBezTo>
                    <a:pt x="9339" y="9349"/>
                    <a:pt x="10054" y="11331"/>
                    <a:pt x="10585" y="13344"/>
                  </a:cubicBezTo>
                  <a:lnTo>
                    <a:pt x="10636" y="13334"/>
                  </a:lnTo>
                  <a:cubicBezTo>
                    <a:pt x="11576" y="12823"/>
                    <a:pt x="12587" y="12444"/>
                    <a:pt x="13620" y="12189"/>
                  </a:cubicBezTo>
                  <a:cubicBezTo>
                    <a:pt x="15080" y="11831"/>
                    <a:pt x="16664" y="11720"/>
                    <a:pt x="17900" y="10871"/>
                  </a:cubicBezTo>
                  <a:lnTo>
                    <a:pt x="17941" y="10871"/>
                  </a:lnTo>
                  <a:cubicBezTo>
                    <a:pt x="17849" y="7551"/>
                    <a:pt x="17624" y="4241"/>
                    <a:pt x="16848" y="1013"/>
                  </a:cubicBezTo>
                  <a:lnTo>
                    <a:pt x="16837" y="972"/>
                  </a:lnTo>
                  <a:cubicBezTo>
                    <a:pt x="16785" y="987"/>
                    <a:pt x="16727" y="996"/>
                    <a:pt x="16672" y="996"/>
                  </a:cubicBezTo>
                  <a:cubicBezTo>
                    <a:pt x="16651" y="996"/>
                    <a:pt x="16632" y="995"/>
                    <a:pt x="16613" y="992"/>
                  </a:cubicBezTo>
                  <a:cubicBezTo>
                    <a:pt x="16469" y="972"/>
                    <a:pt x="16347" y="890"/>
                    <a:pt x="16255" y="777"/>
                  </a:cubicBezTo>
                  <a:lnTo>
                    <a:pt x="16245" y="788"/>
                  </a:lnTo>
                  <a:cubicBezTo>
                    <a:pt x="14360" y="1369"/>
                    <a:pt x="12389" y="1657"/>
                    <a:pt x="10419" y="1657"/>
                  </a:cubicBezTo>
                  <a:cubicBezTo>
                    <a:pt x="7679" y="1657"/>
                    <a:pt x="4940" y="1101"/>
                    <a:pt x="24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6" name="Google Shape;8886;p32"/>
            <p:cNvSpPr/>
            <p:nvPr/>
          </p:nvSpPr>
          <p:spPr>
            <a:xfrm>
              <a:off x="3216350" y="3167425"/>
              <a:ext cx="575200" cy="350175"/>
            </a:xfrm>
            <a:custGeom>
              <a:avLst/>
              <a:gdLst/>
              <a:ahLst/>
              <a:cxnLst/>
              <a:rect l="l" t="t" r="r" b="b"/>
              <a:pathLst>
                <a:path w="23008" h="14007" extrusionOk="0">
                  <a:moveTo>
                    <a:pt x="17215" y="0"/>
                  </a:moveTo>
                  <a:lnTo>
                    <a:pt x="17215" y="10"/>
                  </a:lnTo>
                  <a:cubicBezTo>
                    <a:pt x="16898" y="1533"/>
                    <a:pt x="16152" y="3065"/>
                    <a:pt x="14824" y="3892"/>
                  </a:cubicBezTo>
                  <a:cubicBezTo>
                    <a:pt x="14211" y="4281"/>
                    <a:pt x="13496" y="4496"/>
                    <a:pt x="12781" y="4618"/>
                  </a:cubicBezTo>
                  <a:cubicBezTo>
                    <a:pt x="12344" y="4697"/>
                    <a:pt x="11900" y="4742"/>
                    <a:pt x="11458" y="4742"/>
                  </a:cubicBezTo>
                  <a:cubicBezTo>
                    <a:pt x="10981" y="4742"/>
                    <a:pt x="10505" y="4689"/>
                    <a:pt x="10043" y="4567"/>
                  </a:cubicBezTo>
                  <a:cubicBezTo>
                    <a:pt x="8980" y="4281"/>
                    <a:pt x="8031" y="3627"/>
                    <a:pt x="7295" y="2820"/>
                  </a:cubicBezTo>
                  <a:cubicBezTo>
                    <a:pt x="6569" y="2013"/>
                    <a:pt x="6018" y="1063"/>
                    <a:pt x="5599" y="62"/>
                  </a:cubicBezTo>
                  <a:cubicBezTo>
                    <a:pt x="5517" y="103"/>
                    <a:pt x="5436" y="123"/>
                    <a:pt x="5354" y="144"/>
                  </a:cubicBezTo>
                  <a:cubicBezTo>
                    <a:pt x="4771" y="327"/>
                    <a:pt x="4148" y="358"/>
                    <a:pt x="3545" y="470"/>
                  </a:cubicBezTo>
                  <a:cubicBezTo>
                    <a:pt x="3423" y="491"/>
                    <a:pt x="3300" y="511"/>
                    <a:pt x="3177" y="542"/>
                  </a:cubicBezTo>
                  <a:cubicBezTo>
                    <a:pt x="2473" y="716"/>
                    <a:pt x="1747" y="1104"/>
                    <a:pt x="1461" y="1767"/>
                  </a:cubicBezTo>
                  <a:cubicBezTo>
                    <a:pt x="1451" y="1778"/>
                    <a:pt x="1451" y="1788"/>
                    <a:pt x="1441" y="1799"/>
                  </a:cubicBezTo>
                  <a:lnTo>
                    <a:pt x="1441" y="1808"/>
                  </a:lnTo>
                  <a:cubicBezTo>
                    <a:pt x="1665" y="2003"/>
                    <a:pt x="1778" y="2309"/>
                    <a:pt x="1778" y="2605"/>
                  </a:cubicBezTo>
                  <a:cubicBezTo>
                    <a:pt x="1778" y="2902"/>
                    <a:pt x="1686" y="3198"/>
                    <a:pt x="1584" y="3474"/>
                  </a:cubicBezTo>
                  <a:cubicBezTo>
                    <a:pt x="1410" y="3924"/>
                    <a:pt x="1186" y="4373"/>
                    <a:pt x="848" y="4720"/>
                  </a:cubicBezTo>
                  <a:cubicBezTo>
                    <a:pt x="705" y="4873"/>
                    <a:pt x="542" y="5006"/>
                    <a:pt x="358" y="5109"/>
                  </a:cubicBezTo>
                  <a:lnTo>
                    <a:pt x="399" y="5170"/>
                  </a:lnTo>
                  <a:cubicBezTo>
                    <a:pt x="307" y="5548"/>
                    <a:pt x="153" y="5926"/>
                    <a:pt x="1" y="6283"/>
                  </a:cubicBezTo>
                  <a:cubicBezTo>
                    <a:pt x="54" y="6275"/>
                    <a:pt x="107" y="6271"/>
                    <a:pt x="160" y="6271"/>
                  </a:cubicBezTo>
                  <a:cubicBezTo>
                    <a:pt x="300" y="6271"/>
                    <a:pt x="439" y="6297"/>
                    <a:pt x="573" y="6335"/>
                  </a:cubicBezTo>
                  <a:cubicBezTo>
                    <a:pt x="685" y="6365"/>
                    <a:pt x="798" y="6416"/>
                    <a:pt x="909" y="6457"/>
                  </a:cubicBezTo>
                  <a:cubicBezTo>
                    <a:pt x="1533" y="6733"/>
                    <a:pt x="2105" y="7091"/>
                    <a:pt x="2708" y="7397"/>
                  </a:cubicBezTo>
                  <a:cubicBezTo>
                    <a:pt x="3045" y="7570"/>
                    <a:pt x="3392" y="7734"/>
                    <a:pt x="3740" y="7847"/>
                  </a:cubicBezTo>
                  <a:cubicBezTo>
                    <a:pt x="4026" y="7949"/>
                    <a:pt x="4312" y="8020"/>
                    <a:pt x="4608" y="8051"/>
                  </a:cubicBezTo>
                  <a:cubicBezTo>
                    <a:pt x="4465" y="10104"/>
                    <a:pt x="3760" y="12076"/>
                    <a:pt x="2963" y="14007"/>
                  </a:cubicBezTo>
                  <a:cubicBezTo>
                    <a:pt x="4774" y="13260"/>
                    <a:pt x="6740" y="12877"/>
                    <a:pt x="8702" y="12877"/>
                  </a:cubicBezTo>
                  <a:cubicBezTo>
                    <a:pt x="9452" y="12877"/>
                    <a:pt x="10202" y="12933"/>
                    <a:pt x="10942" y="13046"/>
                  </a:cubicBezTo>
                  <a:cubicBezTo>
                    <a:pt x="12097" y="13220"/>
                    <a:pt x="13221" y="13527"/>
                    <a:pt x="14385" y="13711"/>
                  </a:cubicBezTo>
                  <a:cubicBezTo>
                    <a:pt x="14922" y="13791"/>
                    <a:pt x="15468" y="13846"/>
                    <a:pt x="16010" y="13846"/>
                  </a:cubicBezTo>
                  <a:cubicBezTo>
                    <a:pt x="16634" y="13846"/>
                    <a:pt x="17253" y="13774"/>
                    <a:pt x="17848" y="13588"/>
                  </a:cubicBezTo>
                  <a:cubicBezTo>
                    <a:pt x="17430" y="12188"/>
                    <a:pt x="17327" y="10687"/>
                    <a:pt x="17562" y="9246"/>
                  </a:cubicBezTo>
                  <a:cubicBezTo>
                    <a:pt x="17593" y="9082"/>
                    <a:pt x="17623" y="8919"/>
                    <a:pt x="17664" y="8766"/>
                  </a:cubicBezTo>
                  <a:cubicBezTo>
                    <a:pt x="18186" y="8255"/>
                    <a:pt x="18706" y="7744"/>
                    <a:pt x="19350" y="7407"/>
                  </a:cubicBezTo>
                  <a:cubicBezTo>
                    <a:pt x="19943" y="7091"/>
                    <a:pt x="20606" y="6927"/>
                    <a:pt x="21260" y="6784"/>
                  </a:cubicBezTo>
                  <a:cubicBezTo>
                    <a:pt x="21281" y="6784"/>
                    <a:pt x="21301" y="6773"/>
                    <a:pt x="21312" y="6773"/>
                  </a:cubicBezTo>
                  <a:cubicBezTo>
                    <a:pt x="21873" y="6641"/>
                    <a:pt x="22436" y="6518"/>
                    <a:pt x="23008" y="6385"/>
                  </a:cubicBezTo>
                  <a:cubicBezTo>
                    <a:pt x="22772" y="5793"/>
                    <a:pt x="22548" y="5200"/>
                    <a:pt x="22313" y="4598"/>
                  </a:cubicBezTo>
                  <a:cubicBezTo>
                    <a:pt x="21782" y="3218"/>
                    <a:pt x="21158" y="1747"/>
                    <a:pt x="19871" y="1022"/>
                  </a:cubicBezTo>
                  <a:cubicBezTo>
                    <a:pt x="19605" y="879"/>
                    <a:pt x="19319" y="766"/>
                    <a:pt x="19033" y="675"/>
                  </a:cubicBezTo>
                  <a:cubicBezTo>
                    <a:pt x="18727" y="573"/>
                    <a:pt x="18420" y="491"/>
                    <a:pt x="18124" y="389"/>
                  </a:cubicBezTo>
                  <a:cubicBezTo>
                    <a:pt x="17818" y="276"/>
                    <a:pt x="17511" y="153"/>
                    <a:pt x="172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7" name="Google Shape;8887;p32"/>
            <p:cNvSpPr/>
            <p:nvPr/>
          </p:nvSpPr>
          <p:spPr>
            <a:xfrm>
              <a:off x="3806600" y="3583225"/>
              <a:ext cx="30650" cy="103725"/>
            </a:xfrm>
            <a:custGeom>
              <a:avLst/>
              <a:gdLst/>
              <a:ahLst/>
              <a:cxnLst/>
              <a:rect l="l" t="t" r="r" b="b"/>
              <a:pathLst>
                <a:path w="1226" h="4149" extrusionOk="0">
                  <a:moveTo>
                    <a:pt x="960" y="1"/>
                  </a:moveTo>
                  <a:cubicBezTo>
                    <a:pt x="511" y="328"/>
                    <a:pt x="347" y="920"/>
                    <a:pt x="245" y="1482"/>
                  </a:cubicBezTo>
                  <a:cubicBezTo>
                    <a:pt x="143" y="2054"/>
                    <a:pt x="61" y="2626"/>
                    <a:pt x="20" y="3209"/>
                  </a:cubicBezTo>
                  <a:cubicBezTo>
                    <a:pt x="0" y="3545"/>
                    <a:pt x="0" y="3913"/>
                    <a:pt x="235" y="4148"/>
                  </a:cubicBezTo>
                  <a:cubicBezTo>
                    <a:pt x="297" y="4108"/>
                    <a:pt x="358" y="4067"/>
                    <a:pt x="409" y="4015"/>
                  </a:cubicBezTo>
                  <a:cubicBezTo>
                    <a:pt x="583" y="3831"/>
                    <a:pt x="685" y="3597"/>
                    <a:pt x="776" y="3361"/>
                  </a:cubicBezTo>
                  <a:cubicBezTo>
                    <a:pt x="899" y="3055"/>
                    <a:pt x="1012" y="2748"/>
                    <a:pt x="1063" y="2524"/>
                  </a:cubicBezTo>
                  <a:cubicBezTo>
                    <a:pt x="1185" y="1972"/>
                    <a:pt x="1226" y="1390"/>
                    <a:pt x="1185" y="818"/>
                  </a:cubicBezTo>
                  <a:cubicBezTo>
                    <a:pt x="1165" y="542"/>
                    <a:pt x="1103" y="235"/>
                    <a:pt x="9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8" name="Google Shape;8888;p32"/>
            <p:cNvSpPr/>
            <p:nvPr/>
          </p:nvSpPr>
          <p:spPr>
            <a:xfrm>
              <a:off x="3782575" y="3573300"/>
              <a:ext cx="48050" cy="117825"/>
            </a:xfrm>
            <a:custGeom>
              <a:avLst/>
              <a:gdLst/>
              <a:ahLst/>
              <a:cxnLst/>
              <a:rect l="l" t="t" r="r" b="b"/>
              <a:pathLst>
                <a:path w="1922" h="4713" extrusionOk="0">
                  <a:moveTo>
                    <a:pt x="1260" y="0"/>
                  </a:moveTo>
                  <a:cubicBezTo>
                    <a:pt x="1049" y="0"/>
                    <a:pt x="834" y="86"/>
                    <a:pt x="695" y="244"/>
                  </a:cubicBezTo>
                  <a:cubicBezTo>
                    <a:pt x="645" y="296"/>
                    <a:pt x="614" y="346"/>
                    <a:pt x="583" y="407"/>
                  </a:cubicBezTo>
                  <a:cubicBezTo>
                    <a:pt x="522" y="520"/>
                    <a:pt x="481" y="643"/>
                    <a:pt x="440" y="765"/>
                  </a:cubicBezTo>
                  <a:cubicBezTo>
                    <a:pt x="318" y="1154"/>
                    <a:pt x="225" y="1542"/>
                    <a:pt x="154" y="1930"/>
                  </a:cubicBezTo>
                  <a:cubicBezTo>
                    <a:pt x="62" y="2492"/>
                    <a:pt x="1" y="3074"/>
                    <a:pt x="1" y="3646"/>
                  </a:cubicBezTo>
                  <a:cubicBezTo>
                    <a:pt x="1" y="3779"/>
                    <a:pt x="11" y="3912"/>
                    <a:pt x="11" y="4035"/>
                  </a:cubicBezTo>
                  <a:cubicBezTo>
                    <a:pt x="11" y="4208"/>
                    <a:pt x="32" y="4382"/>
                    <a:pt x="134" y="4514"/>
                  </a:cubicBezTo>
                  <a:cubicBezTo>
                    <a:pt x="236" y="4648"/>
                    <a:pt x="409" y="4698"/>
                    <a:pt x="573" y="4709"/>
                  </a:cubicBezTo>
                  <a:cubicBezTo>
                    <a:pt x="601" y="4712"/>
                    <a:pt x="630" y="4713"/>
                    <a:pt x="658" y="4713"/>
                  </a:cubicBezTo>
                  <a:cubicBezTo>
                    <a:pt x="852" y="4713"/>
                    <a:pt x="1036" y="4653"/>
                    <a:pt x="1196" y="4545"/>
                  </a:cubicBezTo>
                  <a:cubicBezTo>
                    <a:pt x="961" y="4310"/>
                    <a:pt x="961" y="3942"/>
                    <a:pt x="981" y="3606"/>
                  </a:cubicBezTo>
                  <a:cubicBezTo>
                    <a:pt x="1022" y="3023"/>
                    <a:pt x="1104" y="2451"/>
                    <a:pt x="1206" y="1879"/>
                  </a:cubicBezTo>
                  <a:cubicBezTo>
                    <a:pt x="1308" y="1317"/>
                    <a:pt x="1472" y="725"/>
                    <a:pt x="1921" y="398"/>
                  </a:cubicBezTo>
                  <a:cubicBezTo>
                    <a:pt x="1850" y="264"/>
                    <a:pt x="1737" y="152"/>
                    <a:pt x="1594" y="81"/>
                  </a:cubicBezTo>
                  <a:cubicBezTo>
                    <a:pt x="1493" y="26"/>
                    <a:pt x="1377" y="0"/>
                    <a:pt x="12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9" name="Google Shape;8889;p32"/>
            <p:cNvSpPr/>
            <p:nvPr/>
          </p:nvSpPr>
          <p:spPr>
            <a:xfrm>
              <a:off x="3770575" y="3553925"/>
              <a:ext cx="26600" cy="67650"/>
            </a:xfrm>
            <a:custGeom>
              <a:avLst/>
              <a:gdLst/>
              <a:ahLst/>
              <a:cxnLst/>
              <a:rect l="l" t="t" r="r" b="b"/>
              <a:pathLst>
                <a:path w="1064" h="2706" extrusionOk="0">
                  <a:moveTo>
                    <a:pt x="251" y="0"/>
                  </a:moveTo>
                  <a:cubicBezTo>
                    <a:pt x="204" y="0"/>
                    <a:pt x="159" y="12"/>
                    <a:pt x="124" y="38"/>
                  </a:cubicBezTo>
                  <a:cubicBezTo>
                    <a:pt x="1" y="131"/>
                    <a:pt x="21" y="304"/>
                    <a:pt x="52" y="447"/>
                  </a:cubicBezTo>
                  <a:cubicBezTo>
                    <a:pt x="113" y="825"/>
                    <a:pt x="124" y="1214"/>
                    <a:pt x="83" y="1602"/>
                  </a:cubicBezTo>
                  <a:lnTo>
                    <a:pt x="72" y="1612"/>
                  </a:lnTo>
                  <a:cubicBezTo>
                    <a:pt x="154" y="1673"/>
                    <a:pt x="215" y="1755"/>
                    <a:pt x="267" y="1836"/>
                  </a:cubicBezTo>
                  <a:cubicBezTo>
                    <a:pt x="430" y="2092"/>
                    <a:pt x="542" y="2388"/>
                    <a:pt x="573" y="2694"/>
                  </a:cubicBezTo>
                  <a:lnTo>
                    <a:pt x="634" y="2705"/>
                  </a:lnTo>
                  <a:cubicBezTo>
                    <a:pt x="705" y="2317"/>
                    <a:pt x="798" y="1929"/>
                    <a:pt x="920" y="1540"/>
                  </a:cubicBezTo>
                  <a:cubicBezTo>
                    <a:pt x="961" y="1418"/>
                    <a:pt x="1002" y="1295"/>
                    <a:pt x="1063" y="1182"/>
                  </a:cubicBezTo>
                  <a:cubicBezTo>
                    <a:pt x="961" y="968"/>
                    <a:pt x="869" y="744"/>
                    <a:pt x="777" y="529"/>
                  </a:cubicBezTo>
                  <a:cubicBezTo>
                    <a:pt x="696" y="345"/>
                    <a:pt x="594" y="151"/>
                    <a:pt x="430" y="49"/>
                  </a:cubicBezTo>
                  <a:cubicBezTo>
                    <a:pt x="378" y="20"/>
                    <a:pt x="312" y="0"/>
                    <a:pt x="251" y="0"/>
                  </a:cubicBezTo>
                  <a:close/>
                </a:path>
              </a:pathLst>
            </a:custGeom>
            <a:solidFill>
              <a:srgbClr val="BF7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0" name="Google Shape;8890;p32"/>
            <p:cNvSpPr/>
            <p:nvPr/>
          </p:nvSpPr>
          <p:spPr>
            <a:xfrm>
              <a:off x="3673775" y="3588650"/>
              <a:ext cx="112675" cy="98300"/>
            </a:xfrm>
            <a:custGeom>
              <a:avLst/>
              <a:gdLst/>
              <a:ahLst/>
              <a:cxnLst/>
              <a:rect l="l" t="t" r="r" b="b"/>
              <a:pathLst>
                <a:path w="4507" h="3932" extrusionOk="0">
                  <a:moveTo>
                    <a:pt x="2718" y="1"/>
                  </a:moveTo>
                  <a:cubicBezTo>
                    <a:pt x="2617" y="1"/>
                    <a:pt x="2517" y="29"/>
                    <a:pt x="2432" y="90"/>
                  </a:cubicBezTo>
                  <a:cubicBezTo>
                    <a:pt x="2381" y="131"/>
                    <a:pt x="2330" y="182"/>
                    <a:pt x="2259" y="182"/>
                  </a:cubicBezTo>
                  <a:cubicBezTo>
                    <a:pt x="2253" y="185"/>
                    <a:pt x="2246" y="186"/>
                    <a:pt x="2238" y="186"/>
                  </a:cubicBezTo>
                  <a:cubicBezTo>
                    <a:pt x="2220" y="186"/>
                    <a:pt x="2198" y="179"/>
                    <a:pt x="2177" y="172"/>
                  </a:cubicBezTo>
                  <a:cubicBezTo>
                    <a:pt x="2126" y="141"/>
                    <a:pt x="2075" y="100"/>
                    <a:pt x="2034" y="80"/>
                  </a:cubicBezTo>
                  <a:cubicBezTo>
                    <a:pt x="1963" y="36"/>
                    <a:pt x="1882" y="13"/>
                    <a:pt x="1802" y="13"/>
                  </a:cubicBezTo>
                  <a:cubicBezTo>
                    <a:pt x="1731" y="13"/>
                    <a:pt x="1663" y="31"/>
                    <a:pt x="1605" y="70"/>
                  </a:cubicBezTo>
                  <a:cubicBezTo>
                    <a:pt x="1553" y="100"/>
                    <a:pt x="1513" y="131"/>
                    <a:pt x="1462" y="131"/>
                  </a:cubicBezTo>
                  <a:lnTo>
                    <a:pt x="1451" y="131"/>
                  </a:lnTo>
                  <a:cubicBezTo>
                    <a:pt x="1390" y="131"/>
                    <a:pt x="1349" y="80"/>
                    <a:pt x="1298" y="49"/>
                  </a:cubicBezTo>
                  <a:cubicBezTo>
                    <a:pt x="1269" y="34"/>
                    <a:pt x="1238" y="28"/>
                    <a:pt x="1207" y="28"/>
                  </a:cubicBezTo>
                  <a:cubicBezTo>
                    <a:pt x="1090" y="28"/>
                    <a:pt x="969" y="123"/>
                    <a:pt x="879" y="213"/>
                  </a:cubicBezTo>
                  <a:cubicBezTo>
                    <a:pt x="706" y="406"/>
                    <a:pt x="563" y="631"/>
                    <a:pt x="461" y="867"/>
                  </a:cubicBezTo>
                  <a:cubicBezTo>
                    <a:pt x="287" y="1224"/>
                    <a:pt x="184" y="1612"/>
                    <a:pt x="82" y="1990"/>
                  </a:cubicBezTo>
                  <a:cubicBezTo>
                    <a:pt x="41" y="2143"/>
                    <a:pt x="1" y="2307"/>
                    <a:pt x="11" y="2460"/>
                  </a:cubicBezTo>
                  <a:cubicBezTo>
                    <a:pt x="21" y="2491"/>
                    <a:pt x="21" y="2522"/>
                    <a:pt x="32" y="2552"/>
                  </a:cubicBezTo>
                  <a:cubicBezTo>
                    <a:pt x="62" y="2665"/>
                    <a:pt x="113" y="2767"/>
                    <a:pt x="175" y="2869"/>
                  </a:cubicBezTo>
                  <a:cubicBezTo>
                    <a:pt x="552" y="3512"/>
                    <a:pt x="1288" y="3931"/>
                    <a:pt x="2034" y="3931"/>
                  </a:cubicBezTo>
                  <a:cubicBezTo>
                    <a:pt x="2248" y="3931"/>
                    <a:pt x="2463" y="3911"/>
                    <a:pt x="2677" y="3860"/>
                  </a:cubicBezTo>
                  <a:cubicBezTo>
                    <a:pt x="3301" y="3737"/>
                    <a:pt x="3924" y="3502"/>
                    <a:pt x="4353" y="3032"/>
                  </a:cubicBezTo>
                  <a:cubicBezTo>
                    <a:pt x="4353" y="2460"/>
                    <a:pt x="4414" y="1878"/>
                    <a:pt x="4506" y="1316"/>
                  </a:cubicBezTo>
                  <a:lnTo>
                    <a:pt x="4445" y="1305"/>
                  </a:lnTo>
                  <a:cubicBezTo>
                    <a:pt x="4414" y="999"/>
                    <a:pt x="4302" y="703"/>
                    <a:pt x="4139" y="447"/>
                  </a:cubicBezTo>
                  <a:cubicBezTo>
                    <a:pt x="4087" y="366"/>
                    <a:pt x="4026" y="284"/>
                    <a:pt x="3944" y="223"/>
                  </a:cubicBezTo>
                  <a:cubicBezTo>
                    <a:pt x="3914" y="192"/>
                    <a:pt x="3883" y="161"/>
                    <a:pt x="3842" y="141"/>
                  </a:cubicBezTo>
                  <a:cubicBezTo>
                    <a:pt x="3782" y="113"/>
                    <a:pt x="3715" y="98"/>
                    <a:pt x="3649" y="98"/>
                  </a:cubicBezTo>
                  <a:cubicBezTo>
                    <a:pt x="3568" y="98"/>
                    <a:pt x="3490" y="121"/>
                    <a:pt x="3433" y="172"/>
                  </a:cubicBezTo>
                  <a:cubicBezTo>
                    <a:pt x="3403" y="202"/>
                    <a:pt x="3383" y="233"/>
                    <a:pt x="3342" y="243"/>
                  </a:cubicBezTo>
                  <a:cubicBezTo>
                    <a:pt x="3332" y="248"/>
                    <a:pt x="3319" y="251"/>
                    <a:pt x="3306" y="251"/>
                  </a:cubicBezTo>
                  <a:cubicBezTo>
                    <a:pt x="3293" y="251"/>
                    <a:pt x="3280" y="248"/>
                    <a:pt x="3270" y="243"/>
                  </a:cubicBezTo>
                  <a:cubicBezTo>
                    <a:pt x="3219" y="233"/>
                    <a:pt x="3168" y="192"/>
                    <a:pt x="3127" y="151"/>
                  </a:cubicBezTo>
                  <a:cubicBezTo>
                    <a:pt x="3065" y="100"/>
                    <a:pt x="2994" y="59"/>
                    <a:pt x="2922" y="39"/>
                  </a:cubicBezTo>
                  <a:cubicBezTo>
                    <a:pt x="2856" y="14"/>
                    <a:pt x="2787" y="1"/>
                    <a:pt x="2718" y="1"/>
                  </a:cubicBezTo>
                  <a:close/>
                </a:path>
              </a:pathLst>
            </a:custGeom>
            <a:solidFill>
              <a:srgbClr val="FFC6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1" name="Google Shape;8891;p32"/>
            <p:cNvSpPr/>
            <p:nvPr/>
          </p:nvSpPr>
          <p:spPr>
            <a:xfrm>
              <a:off x="3649525" y="3337025"/>
              <a:ext cx="98350" cy="273300"/>
            </a:xfrm>
            <a:custGeom>
              <a:avLst/>
              <a:gdLst/>
              <a:ahLst/>
              <a:cxnLst/>
              <a:rect l="l" t="t" r="r" b="b"/>
              <a:pathLst>
                <a:path w="3934" h="10932" extrusionOk="0">
                  <a:moveTo>
                    <a:pt x="3933" y="0"/>
                  </a:moveTo>
                  <a:lnTo>
                    <a:pt x="3933" y="0"/>
                  </a:lnTo>
                  <a:cubicBezTo>
                    <a:pt x="3279" y="143"/>
                    <a:pt x="2616" y="307"/>
                    <a:pt x="2023" y="623"/>
                  </a:cubicBezTo>
                  <a:cubicBezTo>
                    <a:pt x="1379" y="960"/>
                    <a:pt x="859" y="1471"/>
                    <a:pt x="337" y="1982"/>
                  </a:cubicBezTo>
                  <a:cubicBezTo>
                    <a:pt x="296" y="2135"/>
                    <a:pt x="266" y="2298"/>
                    <a:pt x="235" y="2462"/>
                  </a:cubicBezTo>
                  <a:cubicBezTo>
                    <a:pt x="0" y="3903"/>
                    <a:pt x="103" y="5404"/>
                    <a:pt x="521" y="6804"/>
                  </a:cubicBezTo>
                  <a:cubicBezTo>
                    <a:pt x="603" y="7090"/>
                    <a:pt x="705" y="7386"/>
                    <a:pt x="818" y="7662"/>
                  </a:cubicBezTo>
                  <a:cubicBezTo>
                    <a:pt x="716" y="7693"/>
                    <a:pt x="613" y="7713"/>
                    <a:pt x="521" y="7744"/>
                  </a:cubicBezTo>
                  <a:cubicBezTo>
                    <a:pt x="480" y="7989"/>
                    <a:pt x="470" y="8234"/>
                    <a:pt x="470" y="8480"/>
                  </a:cubicBezTo>
                  <a:lnTo>
                    <a:pt x="470" y="8500"/>
                  </a:lnTo>
                  <a:cubicBezTo>
                    <a:pt x="532" y="8500"/>
                    <a:pt x="582" y="8500"/>
                    <a:pt x="634" y="8510"/>
                  </a:cubicBezTo>
                  <a:cubicBezTo>
                    <a:pt x="828" y="8541"/>
                    <a:pt x="1002" y="8633"/>
                    <a:pt x="1124" y="8776"/>
                  </a:cubicBezTo>
                  <a:cubicBezTo>
                    <a:pt x="1186" y="8837"/>
                    <a:pt x="1236" y="8919"/>
                    <a:pt x="1267" y="9000"/>
                  </a:cubicBezTo>
                  <a:cubicBezTo>
                    <a:pt x="1349" y="9174"/>
                    <a:pt x="1359" y="9379"/>
                    <a:pt x="1369" y="9572"/>
                  </a:cubicBezTo>
                  <a:cubicBezTo>
                    <a:pt x="1390" y="10022"/>
                    <a:pt x="1400" y="10462"/>
                    <a:pt x="1400" y="10911"/>
                  </a:cubicBezTo>
                  <a:lnTo>
                    <a:pt x="1431" y="10932"/>
                  </a:lnTo>
                  <a:cubicBezTo>
                    <a:pt x="1533" y="10696"/>
                    <a:pt x="1676" y="10471"/>
                    <a:pt x="1849" y="10278"/>
                  </a:cubicBezTo>
                  <a:cubicBezTo>
                    <a:pt x="1939" y="10188"/>
                    <a:pt x="2060" y="10093"/>
                    <a:pt x="2177" y="10093"/>
                  </a:cubicBezTo>
                  <a:cubicBezTo>
                    <a:pt x="2208" y="10093"/>
                    <a:pt x="2239" y="10099"/>
                    <a:pt x="2268" y="10114"/>
                  </a:cubicBezTo>
                  <a:cubicBezTo>
                    <a:pt x="2319" y="10145"/>
                    <a:pt x="2360" y="10196"/>
                    <a:pt x="2421" y="10196"/>
                  </a:cubicBezTo>
                  <a:lnTo>
                    <a:pt x="2432" y="10196"/>
                  </a:lnTo>
                  <a:cubicBezTo>
                    <a:pt x="2483" y="10196"/>
                    <a:pt x="2523" y="10165"/>
                    <a:pt x="2575" y="10135"/>
                  </a:cubicBezTo>
                  <a:cubicBezTo>
                    <a:pt x="2633" y="10096"/>
                    <a:pt x="2701" y="10078"/>
                    <a:pt x="2772" y="10078"/>
                  </a:cubicBezTo>
                  <a:cubicBezTo>
                    <a:pt x="2852" y="10078"/>
                    <a:pt x="2933" y="10101"/>
                    <a:pt x="3004" y="10145"/>
                  </a:cubicBezTo>
                  <a:cubicBezTo>
                    <a:pt x="3045" y="10165"/>
                    <a:pt x="3096" y="10206"/>
                    <a:pt x="3147" y="10237"/>
                  </a:cubicBezTo>
                  <a:cubicBezTo>
                    <a:pt x="3168" y="10244"/>
                    <a:pt x="3190" y="10251"/>
                    <a:pt x="3208" y="10251"/>
                  </a:cubicBezTo>
                  <a:cubicBezTo>
                    <a:pt x="3216" y="10251"/>
                    <a:pt x="3223" y="10250"/>
                    <a:pt x="3229" y="10247"/>
                  </a:cubicBezTo>
                  <a:cubicBezTo>
                    <a:pt x="3300" y="10247"/>
                    <a:pt x="3351" y="10196"/>
                    <a:pt x="3402" y="10155"/>
                  </a:cubicBezTo>
                  <a:cubicBezTo>
                    <a:pt x="3487" y="10094"/>
                    <a:pt x="3587" y="10066"/>
                    <a:pt x="3688" y="10066"/>
                  </a:cubicBezTo>
                  <a:cubicBezTo>
                    <a:pt x="3757" y="10066"/>
                    <a:pt x="3826" y="10079"/>
                    <a:pt x="3892" y="10104"/>
                  </a:cubicBezTo>
                  <a:lnTo>
                    <a:pt x="3903" y="10073"/>
                  </a:lnTo>
                  <a:cubicBezTo>
                    <a:pt x="3790" y="9409"/>
                    <a:pt x="3372" y="8827"/>
                    <a:pt x="3239" y="8163"/>
                  </a:cubicBezTo>
                  <a:lnTo>
                    <a:pt x="3239" y="8153"/>
                  </a:lnTo>
                  <a:cubicBezTo>
                    <a:pt x="3177" y="7867"/>
                    <a:pt x="3177" y="7560"/>
                    <a:pt x="3177" y="7254"/>
                  </a:cubicBezTo>
                  <a:cubicBezTo>
                    <a:pt x="3177" y="4812"/>
                    <a:pt x="3208" y="2329"/>
                    <a:pt x="3933" y="0"/>
                  </a:cubicBezTo>
                  <a:close/>
                </a:path>
              </a:pathLst>
            </a:custGeom>
            <a:solidFill>
              <a:srgbClr val="FFC6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2" name="Google Shape;8892;p32"/>
            <p:cNvSpPr/>
            <p:nvPr/>
          </p:nvSpPr>
          <p:spPr>
            <a:xfrm>
              <a:off x="3650275" y="3556400"/>
              <a:ext cx="35025" cy="106775"/>
            </a:xfrm>
            <a:custGeom>
              <a:avLst/>
              <a:gdLst/>
              <a:ahLst/>
              <a:cxnLst/>
              <a:rect l="l" t="t" r="r" b="b"/>
              <a:pathLst>
                <a:path w="1401" h="4271" extrusionOk="0">
                  <a:moveTo>
                    <a:pt x="1094" y="1"/>
                  </a:moveTo>
                  <a:cubicBezTo>
                    <a:pt x="879" y="62"/>
                    <a:pt x="706" y="225"/>
                    <a:pt x="573" y="409"/>
                  </a:cubicBezTo>
                  <a:cubicBezTo>
                    <a:pt x="430" y="604"/>
                    <a:pt x="348" y="838"/>
                    <a:pt x="277" y="1083"/>
                  </a:cubicBezTo>
                  <a:cubicBezTo>
                    <a:pt x="82" y="1748"/>
                    <a:pt x="1" y="2443"/>
                    <a:pt x="32" y="3137"/>
                  </a:cubicBezTo>
                  <a:cubicBezTo>
                    <a:pt x="32" y="3392"/>
                    <a:pt x="62" y="3638"/>
                    <a:pt x="185" y="3862"/>
                  </a:cubicBezTo>
                  <a:cubicBezTo>
                    <a:pt x="277" y="4036"/>
                    <a:pt x="440" y="4179"/>
                    <a:pt x="624" y="4261"/>
                  </a:cubicBezTo>
                  <a:lnTo>
                    <a:pt x="624" y="4271"/>
                  </a:lnTo>
                  <a:cubicBezTo>
                    <a:pt x="767" y="4148"/>
                    <a:pt x="879" y="4005"/>
                    <a:pt x="972" y="3842"/>
                  </a:cubicBezTo>
                  <a:cubicBezTo>
                    <a:pt x="961" y="3812"/>
                    <a:pt x="961" y="3781"/>
                    <a:pt x="951" y="3750"/>
                  </a:cubicBezTo>
                  <a:cubicBezTo>
                    <a:pt x="941" y="3597"/>
                    <a:pt x="981" y="3433"/>
                    <a:pt x="1022" y="3280"/>
                  </a:cubicBezTo>
                  <a:cubicBezTo>
                    <a:pt x="1124" y="2902"/>
                    <a:pt x="1227" y="2514"/>
                    <a:pt x="1401" y="2157"/>
                  </a:cubicBezTo>
                  <a:lnTo>
                    <a:pt x="1370" y="2136"/>
                  </a:lnTo>
                  <a:cubicBezTo>
                    <a:pt x="1370" y="1687"/>
                    <a:pt x="1360" y="1247"/>
                    <a:pt x="1339" y="797"/>
                  </a:cubicBezTo>
                  <a:cubicBezTo>
                    <a:pt x="1329" y="604"/>
                    <a:pt x="1319" y="399"/>
                    <a:pt x="1237" y="225"/>
                  </a:cubicBezTo>
                  <a:cubicBezTo>
                    <a:pt x="1206" y="144"/>
                    <a:pt x="1156" y="62"/>
                    <a:pt x="10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3" name="Google Shape;8893;p32"/>
            <p:cNvSpPr/>
            <p:nvPr/>
          </p:nvSpPr>
          <p:spPr>
            <a:xfrm>
              <a:off x="3493450" y="3919600"/>
              <a:ext cx="191075" cy="253900"/>
            </a:xfrm>
            <a:custGeom>
              <a:avLst/>
              <a:gdLst/>
              <a:ahLst/>
              <a:cxnLst/>
              <a:rect l="l" t="t" r="r" b="b"/>
              <a:pathLst>
                <a:path w="7643" h="10156" extrusionOk="0">
                  <a:moveTo>
                    <a:pt x="7316" y="0"/>
                  </a:moveTo>
                  <a:cubicBezTo>
                    <a:pt x="6080" y="849"/>
                    <a:pt x="4496" y="960"/>
                    <a:pt x="3036" y="1318"/>
                  </a:cubicBezTo>
                  <a:cubicBezTo>
                    <a:pt x="2003" y="1573"/>
                    <a:pt x="992" y="1952"/>
                    <a:pt x="52" y="2463"/>
                  </a:cubicBezTo>
                  <a:lnTo>
                    <a:pt x="1" y="2473"/>
                  </a:lnTo>
                  <a:cubicBezTo>
                    <a:pt x="52" y="2656"/>
                    <a:pt x="103" y="2851"/>
                    <a:pt x="144" y="3035"/>
                  </a:cubicBezTo>
                  <a:cubicBezTo>
                    <a:pt x="481" y="4404"/>
                    <a:pt x="696" y="5793"/>
                    <a:pt x="920" y="7192"/>
                  </a:cubicBezTo>
                  <a:lnTo>
                    <a:pt x="1401" y="10155"/>
                  </a:lnTo>
                  <a:cubicBezTo>
                    <a:pt x="1401" y="10155"/>
                    <a:pt x="7622" y="10155"/>
                    <a:pt x="7643" y="10094"/>
                  </a:cubicBezTo>
                  <a:cubicBezTo>
                    <a:pt x="7408" y="6743"/>
                    <a:pt x="7459" y="3362"/>
                    <a:pt x="7357" y="0"/>
                  </a:cubicBezTo>
                  <a:close/>
                </a:path>
              </a:pathLst>
            </a:custGeom>
            <a:solidFill>
              <a:srgbClr val="FFC6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4" name="Google Shape;8894;p32"/>
            <p:cNvSpPr/>
            <p:nvPr/>
          </p:nvSpPr>
          <p:spPr>
            <a:xfrm>
              <a:off x="3628825" y="3549525"/>
              <a:ext cx="48825" cy="123225"/>
            </a:xfrm>
            <a:custGeom>
              <a:avLst/>
              <a:gdLst/>
              <a:ahLst/>
              <a:cxnLst/>
              <a:rect l="l" t="t" r="r" b="b"/>
              <a:pathLst>
                <a:path w="1953" h="4929" extrusionOk="0">
                  <a:moveTo>
                    <a:pt x="1298" y="0"/>
                  </a:moveTo>
                  <a:cubicBezTo>
                    <a:pt x="1083" y="10"/>
                    <a:pt x="859" y="112"/>
                    <a:pt x="716" y="286"/>
                  </a:cubicBezTo>
                  <a:cubicBezTo>
                    <a:pt x="583" y="429"/>
                    <a:pt x="511" y="613"/>
                    <a:pt x="450" y="797"/>
                  </a:cubicBezTo>
                  <a:cubicBezTo>
                    <a:pt x="307" y="1226"/>
                    <a:pt x="205" y="1665"/>
                    <a:pt x="134" y="2114"/>
                  </a:cubicBezTo>
                  <a:cubicBezTo>
                    <a:pt x="52" y="2656"/>
                    <a:pt x="11" y="3208"/>
                    <a:pt x="11" y="3749"/>
                  </a:cubicBezTo>
                  <a:cubicBezTo>
                    <a:pt x="1" y="3994"/>
                    <a:pt x="11" y="4239"/>
                    <a:pt x="103" y="4464"/>
                  </a:cubicBezTo>
                  <a:cubicBezTo>
                    <a:pt x="134" y="4557"/>
                    <a:pt x="184" y="4638"/>
                    <a:pt x="256" y="4709"/>
                  </a:cubicBezTo>
                  <a:cubicBezTo>
                    <a:pt x="348" y="4822"/>
                    <a:pt x="470" y="4904"/>
                    <a:pt x="614" y="4924"/>
                  </a:cubicBezTo>
                  <a:cubicBezTo>
                    <a:pt x="633" y="4927"/>
                    <a:pt x="652" y="4928"/>
                    <a:pt x="673" y="4928"/>
                  </a:cubicBezTo>
                  <a:cubicBezTo>
                    <a:pt x="728" y="4928"/>
                    <a:pt x="786" y="4919"/>
                    <a:pt x="838" y="4904"/>
                  </a:cubicBezTo>
                  <a:cubicBezTo>
                    <a:pt x="920" y="4893"/>
                    <a:pt x="1002" y="4863"/>
                    <a:pt x="1074" y="4822"/>
                  </a:cubicBezTo>
                  <a:cubicBezTo>
                    <a:pt x="1217" y="4750"/>
                    <a:pt x="1360" y="4659"/>
                    <a:pt x="1482" y="4546"/>
                  </a:cubicBezTo>
                  <a:lnTo>
                    <a:pt x="1482" y="4536"/>
                  </a:lnTo>
                  <a:cubicBezTo>
                    <a:pt x="1298" y="4454"/>
                    <a:pt x="1135" y="4311"/>
                    <a:pt x="1043" y="4137"/>
                  </a:cubicBezTo>
                  <a:cubicBezTo>
                    <a:pt x="920" y="3913"/>
                    <a:pt x="890" y="3667"/>
                    <a:pt x="890" y="3412"/>
                  </a:cubicBezTo>
                  <a:cubicBezTo>
                    <a:pt x="859" y="2718"/>
                    <a:pt x="940" y="2023"/>
                    <a:pt x="1135" y="1358"/>
                  </a:cubicBezTo>
                  <a:cubicBezTo>
                    <a:pt x="1206" y="1113"/>
                    <a:pt x="1288" y="879"/>
                    <a:pt x="1431" y="684"/>
                  </a:cubicBezTo>
                  <a:cubicBezTo>
                    <a:pt x="1564" y="500"/>
                    <a:pt x="1737" y="337"/>
                    <a:pt x="1952" y="276"/>
                  </a:cubicBezTo>
                  <a:cubicBezTo>
                    <a:pt x="1830" y="133"/>
                    <a:pt x="1656" y="41"/>
                    <a:pt x="1462" y="10"/>
                  </a:cubicBezTo>
                  <a:cubicBezTo>
                    <a:pt x="1410" y="0"/>
                    <a:pt x="1360" y="0"/>
                    <a:pt x="129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5" name="Google Shape;8895;p32"/>
            <p:cNvSpPr/>
            <p:nvPr/>
          </p:nvSpPr>
          <p:spPr>
            <a:xfrm>
              <a:off x="3289400" y="3512700"/>
              <a:ext cx="345850" cy="176575"/>
            </a:xfrm>
            <a:custGeom>
              <a:avLst/>
              <a:gdLst/>
              <a:ahLst/>
              <a:cxnLst/>
              <a:rect l="l" t="t" r="r" b="b"/>
              <a:pathLst>
                <a:path w="13834" h="7063" extrusionOk="0">
                  <a:moveTo>
                    <a:pt x="6584" y="0"/>
                  </a:moveTo>
                  <a:cubicBezTo>
                    <a:pt x="4973" y="0"/>
                    <a:pt x="3359" y="340"/>
                    <a:pt x="1768" y="768"/>
                  </a:cubicBezTo>
                  <a:lnTo>
                    <a:pt x="1778" y="829"/>
                  </a:lnTo>
                  <a:cubicBezTo>
                    <a:pt x="1369" y="2413"/>
                    <a:pt x="644" y="3884"/>
                    <a:pt x="0" y="5406"/>
                  </a:cubicBezTo>
                  <a:lnTo>
                    <a:pt x="10" y="5406"/>
                  </a:lnTo>
                  <a:cubicBezTo>
                    <a:pt x="2518" y="6506"/>
                    <a:pt x="5257" y="7062"/>
                    <a:pt x="7997" y="7062"/>
                  </a:cubicBezTo>
                  <a:cubicBezTo>
                    <a:pt x="9967" y="7062"/>
                    <a:pt x="11938" y="6774"/>
                    <a:pt x="13823" y="6193"/>
                  </a:cubicBezTo>
                  <a:lnTo>
                    <a:pt x="13833" y="6182"/>
                  </a:lnTo>
                  <a:cubicBezTo>
                    <a:pt x="13761" y="6111"/>
                    <a:pt x="13711" y="6030"/>
                    <a:pt x="13680" y="5937"/>
                  </a:cubicBezTo>
                  <a:cubicBezTo>
                    <a:pt x="13588" y="5712"/>
                    <a:pt x="13578" y="5467"/>
                    <a:pt x="13588" y="5222"/>
                  </a:cubicBezTo>
                  <a:cubicBezTo>
                    <a:pt x="13588" y="4681"/>
                    <a:pt x="13629" y="4129"/>
                    <a:pt x="13711" y="3587"/>
                  </a:cubicBezTo>
                  <a:lnTo>
                    <a:pt x="13700" y="3587"/>
                  </a:lnTo>
                  <a:cubicBezTo>
                    <a:pt x="13506" y="2760"/>
                    <a:pt x="13455" y="1780"/>
                    <a:pt x="13547" y="942"/>
                  </a:cubicBezTo>
                  <a:lnTo>
                    <a:pt x="13547" y="942"/>
                  </a:lnTo>
                  <a:cubicBezTo>
                    <a:pt x="13310" y="962"/>
                    <a:pt x="13072" y="972"/>
                    <a:pt x="12835" y="972"/>
                  </a:cubicBezTo>
                  <a:cubicBezTo>
                    <a:pt x="12358" y="972"/>
                    <a:pt x="11883" y="931"/>
                    <a:pt x="11412" y="850"/>
                  </a:cubicBezTo>
                  <a:cubicBezTo>
                    <a:pt x="10370" y="676"/>
                    <a:pt x="9359" y="329"/>
                    <a:pt x="8326" y="145"/>
                  </a:cubicBezTo>
                  <a:cubicBezTo>
                    <a:pt x="7747" y="45"/>
                    <a:pt x="7165" y="0"/>
                    <a:pt x="6584" y="0"/>
                  </a:cubicBezTo>
                  <a:close/>
                </a:path>
              </a:pathLst>
            </a:custGeom>
            <a:solidFill>
              <a:srgbClr val="FFC6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6" name="Google Shape;8896;p32"/>
            <p:cNvSpPr/>
            <p:nvPr/>
          </p:nvSpPr>
          <p:spPr>
            <a:xfrm>
              <a:off x="3395900" y="3088250"/>
              <a:ext cx="109100" cy="58750"/>
            </a:xfrm>
            <a:custGeom>
              <a:avLst/>
              <a:gdLst/>
              <a:ahLst/>
              <a:cxnLst/>
              <a:rect l="l" t="t" r="r" b="b"/>
              <a:pathLst>
                <a:path w="4364" h="2350" extrusionOk="0">
                  <a:moveTo>
                    <a:pt x="4363" y="0"/>
                  </a:moveTo>
                  <a:lnTo>
                    <a:pt x="4363" y="0"/>
                  </a:lnTo>
                  <a:cubicBezTo>
                    <a:pt x="4352" y="10"/>
                    <a:pt x="4343" y="10"/>
                    <a:pt x="4343" y="21"/>
                  </a:cubicBezTo>
                  <a:cubicBezTo>
                    <a:pt x="3882" y="399"/>
                    <a:pt x="3304" y="685"/>
                    <a:pt x="2707" y="685"/>
                  </a:cubicBezTo>
                  <a:cubicBezTo>
                    <a:pt x="2643" y="685"/>
                    <a:pt x="2578" y="682"/>
                    <a:pt x="2513" y="675"/>
                  </a:cubicBezTo>
                  <a:cubicBezTo>
                    <a:pt x="2248" y="644"/>
                    <a:pt x="2003" y="562"/>
                    <a:pt x="1768" y="439"/>
                  </a:cubicBezTo>
                  <a:lnTo>
                    <a:pt x="1748" y="501"/>
                  </a:lnTo>
                  <a:cubicBezTo>
                    <a:pt x="1206" y="1124"/>
                    <a:pt x="634" y="1767"/>
                    <a:pt x="0" y="2299"/>
                  </a:cubicBezTo>
                  <a:cubicBezTo>
                    <a:pt x="239" y="2332"/>
                    <a:pt x="481" y="2350"/>
                    <a:pt x="723" y="2350"/>
                  </a:cubicBezTo>
                  <a:cubicBezTo>
                    <a:pt x="1371" y="2350"/>
                    <a:pt x="2018" y="2224"/>
                    <a:pt x="2606" y="1942"/>
                  </a:cubicBezTo>
                  <a:cubicBezTo>
                    <a:pt x="3413" y="1553"/>
                    <a:pt x="4077" y="848"/>
                    <a:pt x="4363" y="0"/>
                  </a:cubicBezTo>
                  <a:close/>
                </a:path>
              </a:pathLst>
            </a:custGeom>
            <a:solidFill>
              <a:srgbClr val="BF7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7" name="Google Shape;8897;p32"/>
            <p:cNvSpPr/>
            <p:nvPr/>
          </p:nvSpPr>
          <p:spPr>
            <a:xfrm>
              <a:off x="3376750" y="2843300"/>
              <a:ext cx="251350" cy="417950"/>
            </a:xfrm>
            <a:custGeom>
              <a:avLst/>
              <a:gdLst/>
              <a:ahLst/>
              <a:cxnLst/>
              <a:rect l="l" t="t" r="r" b="b"/>
              <a:pathLst>
                <a:path w="10054" h="16718" extrusionOk="0">
                  <a:moveTo>
                    <a:pt x="4067" y="1"/>
                  </a:moveTo>
                  <a:cubicBezTo>
                    <a:pt x="3413" y="645"/>
                    <a:pt x="2698" y="1145"/>
                    <a:pt x="1931" y="1503"/>
                  </a:cubicBezTo>
                  <a:cubicBezTo>
                    <a:pt x="1656" y="1625"/>
                    <a:pt x="1369" y="1737"/>
                    <a:pt x="1186" y="1973"/>
                  </a:cubicBezTo>
                  <a:cubicBezTo>
                    <a:pt x="1052" y="2126"/>
                    <a:pt x="981" y="2320"/>
                    <a:pt x="909" y="2514"/>
                  </a:cubicBezTo>
                  <a:cubicBezTo>
                    <a:pt x="644" y="3301"/>
                    <a:pt x="491" y="4128"/>
                    <a:pt x="470" y="4956"/>
                  </a:cubicBezTo>
                  <a:cubicBezTo>
                    <a:pt x="460" y="5058"/>
                    <a:pt x="460" y="5160"/>
                    <a:pt x="460" y="5262"/>
                  </a:cubicBezTo>
                  <a:cubicBezTo>
                    <a:pt x="460" y="6243"/>
                    <a:pt x="623" y="7234"/>
                    <a:pt x="961" y="8153"/>
                  </a:cubicBezTo>
                  <a:cubicBezTo>
                    <a:pt x="981" y="8225"/>
                    <a:pt x="1011" y="8296"/>
                    <a:pt x="1032" y="8358"/>
                  </a:cubicBezTo>
                  <a:cubicBezTo>
                    <a:pt x="1349" y="9124"/>
                    <a:pt x="1849" y="9880"/>
                    <a:pt x="2534" y="10237"/>
                  </a:cubicBezTo>
                  <a:cubicBezTo>
                    <a:pt x="2769" y="10360"/>
                    <a:pt x="3014" y="10442"/>
                    <a:pt x="3279" y="10473"/>
                  </a:cubicBezTo>
                  <a:cubicBezTo>
                    <a:pt x="3344" y="10480"/>
                    <a:pt x="3409" y="10483"/>
                    <a:pt x="3473" y="10483"/>
                  </a:cubicBezTo>
                  <a:cubicBezTo>
                    <a:pt x="4070" y="10483"/>
                    <a:pt x="4648" y="10197"/>
                    <a:pt x="5109" y="9819"/>
                  </a:cubicBezTo>
                  <a:cubicBezTo>
                    <a:pt x="5109" y="9808"/>
                    <a:pt x="5118" y="9808"/>
                    <a:pt x="5129" y="9798"/>
                  </a:cubicBezTo>
                  <a:lnTo>
                    <a:pt x="5129" y="9798"/>
                  </a:lnTo>
                  <a:cubicBezTo>
                    <a:pt x="4843" y="10646"/>
                    <a:pt x="4179" y="11351"/>
                    <a:pt x="3372" y="11740"/>
                  </a:cubicBezTo>
                  <a:cubicBezTo>
                    <a:pt x="2784" y="12022"/>
                    <a:pt x="2137" y="12148"/>
                    <a:pt x="1489" y="12148"/>
                  </a:cubicBezTo>
                  <a:cubicBezTo>
                    <a:pt x="1247" y="12148"/>
                    <a:pt x="1005" y="12130"/>
                    <a:pt x="766" y="12097"/>
                  </a:cubicBezTo>
                  <a:cubicBezTo>
                    <a:pt x="521" y="12301"/>
                    <a:pt x="266" y="12485"/>
                    <a:pt x="0" y="12639"/>
                  </a:cubicBezTo>
                  <a:cubicBezTo>
                    <a:pt x="235" y="13833"/>
                    <a:pt x="940" y="14916"/>
                    <a:pt x="1911" y="15642"/>
                  </a:cubicBezTo>
                  <a:cubicBezTo>
                    <a:pt x="2862" y="16350"/>
                    <a:pt x="4043" y="16718"/>
                    <a:pt x="5219" y="16718"/>
                  </a:cubicBezTo>
                  <a:cubicBezTo>
                    <a:pt x="5281" y="16718"/>
                    <a:pt x="5343" y="16717"/>
                    <a:pt x="5404" y="16714"/>
                  </a:cubicBezTo>
                  <a:cubicBezTo>
                    <a:pt x="6559" y="16674"/>
                    <a:pt x="7713" y="16265"/>
                    <a:pt x="8582" y="15509"/>
                  </a:cubicBezTo>
                  <a:cubicBezTo>
                    <a:pt x="9450" y="14764"/>
                    <a:pt x="10022" y="13660"/>
                    <a:pt x="10053" y="12516"/>
                  </a:cubicBezTo>
                  <a:cubicBezTo>
                    <a:pt x="9706" y="12271"/>
                    <a:pt x="9379" y="11974"/>
                    <a:pt x="9113" y="11647"/>
                  </a:cubicBezTo>
                  <a:cubicBezTo>
                    <a:pt x="7990" y="10248"/>
                    <a:pt x="7856" y="8317"/>
                    <a:pt x="7836" y="6519"/>
                  </a:cubicBezTo>
                  <a:lnTo>
                    <a:pt x="7836" y="6519"/>
                  </a:lnTo>
                  <a:cubicBezTo>
                    <a:pt x="7937" y="6576"/>
                    <a:pt x="8062" y="6604"/>
                    <a:pt x="8195" y="6604"/>
                  </a:cubicBezTo>
                  <a:cubicBezTo>
                    <a:pt x="8437" y="6604"/>
                    <a:pt x="8708" y="6513"/>
                    <a:pt x="8919" y="6355"/>
                  </a:cubicBezTo>
                  <a:cubicBezTo>
                    <a:pt x="9236" y="6110"/>
                    <a:pt x="9440" y="5742"/>
                    <a:pt x="9593" y="5365"/>
                  </a:cubicBezTo>
                  <a:cubicBezTo>
                    <a:pt x="9685" y="5140"/>
                    <a:pt x="9777" y="4895"/>
                    <a:pt x="9767" y="4649"/>
                  </a:cubicBezTo>
                  <a:cubicBezTo>
                    <a:pt x="9757" y="4394"/>
                    <a:pt x="9645" y="4139"/>
                    <a:pt x="9430" y="4026"/>
                  </a:cubicBezTo>
                  <a:cubicBezTo>
                    <a:pt x="9335" y="3975"/>
                    <a:pt x="9234" y="3953"/>
                    <a:pt x="9131" y="3953"/>
                  </a:cubicBezTo>
                  <a:cubicBezTo>
                    <a:pt x="8967" y="3953"/>
                    <a:pt x="8802" y="4010"/>
                    <a:pt x="8664" y="4098"/>
                  </a:cubicBezTo>
                  <a:cubicBezTo>
                    <a:pt x="8439" y="4251"/>
                    <a:pt x="8276" y="4475"/>
                    <a:pt x="8122" y="4690"/>
                  </a:cubicBezTo>
                  <a:cubicBezTo>
                    <a:pt x="7417" y="4343"/>
                    <a:pt x="6988" y="3658"/>
                    <a:pt x="6375" y="3229"/>
                  </a:cubicBezTo>
                  <a:cubicBezTo>
                    <a:pt x="6130" y="3056"/>
                    <a:pt x="5844" y="2922"/>
                    <a:pt x="5599" y="2749"/>
                  </a:cubicBezTo>
                  <a:cubicBezTo>
                    <a:pt x="4720" y="2136"/>
                    <a:pt x="4271" y="1063"/>
                    <a:pt x="4067" y="1"/>
                  </a:cubicBezTo>
                  <a:close/>
                </a:path>
              </a:pathLst>
            </a:custGeom>
            <a:solidFill>
              <a:srgbClr val="FFC6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8" name="Google Shape;8898;p32"/>
            <p:cNvSpPr/>
            <p:nvPr/>
          </p:nvSpPr>
          <p:spPr>
            <a:xfrm>
              <a:off x="3224525" y="3926925"/>
              <a:ext cx="192325" cy="252175"/>
            </a:xfrm>
            <a:custGeom>
              <a:avLst/>
              <a:gdLst/>
              <a:ahLst/>
              <a:cxnLst/>
              <a:rect l="l" t="t" r="r" b="b"/>
              <a:pathLst>
                <a:path w="7693" h="10087" extrusionOk="0">
                  <a:moveTo>
                    <a:pt x="993" y="1"/>
                  </a:moveTo>
                  <a:cubicBezTo>
                    <a:pt x="727" y="1"/>
                    <a:pt x="460" y="21"/>
                    <a:pt x="194" y="65"/>
                  </a:cubicBezTo>
                  <a:lnTo>
                    <a:pt x="174" y="65"/>
                  </a:lnTo>
                  <a:cubicBezTo>
                    <a:pt x="1" y="3600"/>
                    <a:pt x="266" y="10087"/>
                    <a:pt x="266" y="10087"/>
                  </a:cubicBezTo>
                  <a:cubicBezTo>
                    <a:pt x="266" y="10087"/>
                    <a:pt x="6049" y="10087"/>
                    <a:pt x="6049" y="9944"/>
                  </a:cubicBezTo>
                  <a:cubicBezTo>
                    <a:pt x="6069" y="7472"/>
                    <a:pt x="6487" y="4999"/>
                    <a:pt x="7295" y="2660"/>
                  </a:cubicBezTo>
                  <a:cubicBezTo>
                    <a:pt x="7418" y="2292"/>
                    <a:pt x="7561" y="1925"/>
                    <a:pt x="7693" y="1557"/>
                  </a:cubicBezTo>
                  <a:cubicBezTo>
                    <a:pt x="6426" y="1505"/>
                    <a:pt x="5211" y="1035"/>
                    <a:pt x="4005" y="627"/>
                  </a:cubicBezTo>
                  <a:cubicBezTo>
                    <a:pt x="3033" y="295"/>
                    <a:pt x="2015" y="1"/>
                    <a:pt x="993" y="1"/>
                  </a:cubicBezTo>
                  <a:close/>
                </a:path>
              </a:pathLst>
            </a:custGeom>
            <a:solidFill>
              <a:srgbClr val="FFC6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9" name="Google Shape;8899;p32"/>
            <p:cNvSpPr/>
            <p:nvPr/>
          </p:nvSpPr>
          <p:spPr>
            <a:xfrm>
              <a:off x="3154275" y="3293075"/>
              <a:ext cx="155575" cy="318600"/>
            </a:xfrm>
            <a:custGeom>
              <a:avLst/>
              <a:gdLst/>
              <a:ahLst/>
              <a:cxnLst/>
              <a:rect l="l" t="t" r="r" b="b"/>
              <a:pathLst>
                <a:path w="6223" h="12744" extrusionOk="0">
                  <a:moveTo>
                    <a:pt x="185" y="1"/>
                  </a:moveTo>
                  <a:lnTo>
                    <a:pt x="175" y="11"/>
                  </a:lnTo>
                  <a:cubicBezTo>
                    <a:pt x="11" y="2167"/>
                    <a:pt x="1" y="4333"/>
                    <a:pt x="11" y="6498"/>
                  </a:cubicBezTo>
                  <a:cubicBezTo>
                    <a:pt x="21" y="8204"/>
                    <a:pt x="62" y="9972"/>
                    <a:pt x="757" y="11535"/>
                  </a:cubicBezTo>
                  <a:cubicBezTo>
                    <a:pt x="1002" y="12077"/>
                    <a:pt x="1401" y="12638"/>
                    <a:pt x="1983" y="12730"/>
                  </a:cubicBezTo>
                  <a:cubicBezTo>
                    <a:pt x="2037" y="12739"/>
                    <a:pt x="2092" y="12743"/>
                    <a:pt x="2146" y="12743"/>
                  </a:cubicBezTo>
                  <a:cubicBezTo>
                    <a:pt x="2539" y="12743"/>
                    <a:pt x="2918" y="12527"/>
                    <a:pt x="3178" y="12240"/>
                  </a:cubicBezTo>
                  <a:cubicBezTo>
                    <a:pt x="3485" y="11913"/>
                    <a:pt x="3679" y="11505"/>
                    <a:pt x="3873" y="11096"/>
                  </a:cubicBezTo>
                  <a:cubicBezTo>
                    <a:pt x="3955" y="10922"/>
                    <a:pt x="4037" y="10738"/>
                    <a:pt x="4087" y="10605"/>
                  </a:cubicBezTo>
                  <a:cubicBezTo>
                    <a:pt x="4915" y="8072"/>
                    <a:pt x="5620" y="5497"/>
                    <a:pt x="6202" y="2892"/>
                  </a:cubicBezTo>
                  <a:lnTo>
                    <a:pt x="6223" y="2821"/>
                  </a:lnTo>
                  <a:cubicBezTo>
                    <a:pt x="5875" y="2708"/>
                    <a:pt x="5528" y="2544"/>
                    <a:pt x="5191" y="2371"/>
                  </a:cubicBezTo>
                  <a:cubicBezTo>
                    <a:pt x="4588" y="2065"/>
                    <a:pt x="4016" y="1707"/>
                    <a:pt x="3392" y="1431"/>
                  </a:cubicBezTo>
                  <a:cubicBezTo>
                    <a:pt x="3281" y="1390"/>
                    <a:pt x="3168" y="1339"/>
                    <a:pt x="3056" y="1309"/>
                  </a:cubicBezTo>
                  <a:cubicBezTo>
                    <a:pt x="2923" y="2126"/>
                    <a:pt x="2790" y="2933"/>
                    <a:pt x="2647" y="3740"/>
                  </a:cubicBezTo>
                  <a:cubicBezTo>
                    <a:pt x="2534" y="2585"/>
                    <a:pt x="2422" y="1441"/>
                    <a:pt x="2187" y="317"/>
                  </a:cubicBezTo>
                  <a:cubicBezTo>
                    <a:pt x="2167" y="328"/>
                    <a:pt x="2146" y="328"/>
                    <a:pt x="2126" y="328"/>
                  </a:cubicBezTo>
                  <a:cubicBezTo>
                    <a:pt x="1894" y="454"/>
                    <a:pt x="1632" y="518"/>
                    <a:pt x="1370" y="518"/>
                  </a:cubicBezTo>
                  <a:cubicBezTo>
                    <a:pt x="1124" y="518"/>
                    <a:pt x="877" y="462"/>
                    <a:pt x="655" y="348"/>
                  </a:cubicBezTo>
                  <a:cubicBezTo>
                    <a:pt x="481" y="267"/>
                    <a:pt x="318" y="144"/>
                    <a:pt x="185" y="1"/>
                  </a:cubicBezTo>
                  <a:close/>
                </a:path>
              </a:pathLst>
            </a:custGeom>
            <a:solidFill>
              <a:srgbClr val="FFC6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0" name="Google Shape;8900;p32"/>
            <p:cNvSpPr/>
            <p:nvPr/>
          </p:nvSpPr>
          <p:spPr>
            <a:xfrm>
              <a:off x="3422975" y="3050700"/>
              <a:ext cx="113175" cy="57800"/>
            </a:xfrm>
            <a:custGeom>
              <a:avLst/>
              <a:gdLst/>
              <a:ahLst/>
              <a:cxnLst/>
              <a:rect l="l" t="t" r="r" b="b"/>
              <a:pathLst>
                <a:path w="4527" h="2312" extrusionOk="0">
                  <a:moveTo>
                    <a:pt x="4526" y="0"/>
                  </a:moveTo>
                  <a:lnTo>
                    <a:pt x="3882" y="736"/>
                  </a:lnTo>
                  <a:cubicBezTo>
                    <a:pt x="3668" y="981"/>
                    <a:pt x="3443" y="1206"/>
                    <a:pt x="3198" y="1400"/>
                  </a:cubicBezTo>
                  <a:lnTo>
                    <a:pt x="3188" y="1410"/>
                  </a:lnTo>
                  <a:lnTo>
                    <a:pt x="3174" y="1424"/>
                  </a:lnTo>
                  <a:lnTo>
                    <a:pt x="3174" y="1424"/>
                  </a:lnTo>
                  <a:cubicBezTo>
                    <a:pt x="2714" y="1790"/>
                    <a:pt x="2164" y="2054"/>
                    <a:pt x="1594" y="2064"/>
                  </a:cubicBezTo>
                  <a:cubicBezTo>
                    <a:pt x="1308" y="2064"/>
                    <a:pt x="1022" y="2013"/>
                    <a:pt x="756" y="1891"/>
                  </a:cubicBezTo>
                  <a:cubicBezTo>
                    <a:pt x="481" y="1768"/>
                    <a:pt x="236" y="1605"/>
                    <a:pt x="0" y="1400"/>
                  </a:cubicBezTo>
                  <a:lnTo>
                    <a:pt x="0" y="1400"/>
                  </a:lnTo>
                  <a:cubicBezTo>
                    <a:pt x="174" y="1645"/>
                    <a:pt x="409" y="1870"/>
                    <a:pt x="674" y="2034"/>
                  </a:cubicBezTo>
                  <a:cubicBezTo>
                    <a:pt x="951" y="2187"/>
                    <a:pt x="1267" y="2299"/>
                    <a:pt x="1594" y="2309"/>
                  </a:cubicBezTo>
                  <a:cubicBezTo>
                    <a:pt x="1624" y="2311"/>
                    <a:pt x="1655" y="2311"/>
                    <a:pt x="1685" y="2311"/>
                  </a:cubicBezTo>
                  <a:cubicBezTo>
                    <a:pt x="2306" y="2311"/>
                    <a:pt x="2893" y="2014"/>
                    <a:pt x="3341" y="1614"/>
                  </a:cubicBezTo>
                  <a:lnTo>
                    <a:pt x="3351" y="1614"/>
                  </a:lnTo>
                  <a:lnTo>
                    <a:pt x="3372" y="1594"/>
                  </a:lnTo>
                  <a:lnTo>
                    <a:pt x="3362" y="1594"/>
                  </a:lnTo>
                  <a:cubicBezTo>
                    <a:pt x="3617" y="1380"/>
                    <a:pt x="3821" y="1114"/>
                    <a:pt x="4016" y="838"/>
                  </a:cubicBezTo>
                  <a:cubicBezTo>
                    <a:pt x="4209" y="572"/>
                    <a:pt x="4373" y="286"/>
                    <a:pt x="4526" y="0"/>
                  </a:cubicBezTo>
                  <a:close/>
                </a:path>
              </a:pathLst>
            </a:custGeom>
            <a:solidFill>
              <a:srgbClr val="995A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1" name="Google Shape;8901;p32"/>
            <p:cNvSpPr/>
            <p:nvPr/>
          </p:nvSpPr>
          <p:spPr>
            <a:xfrm>
              <a:off x="3302675" y="2791850"/>
              <a:ext cx="423750" cy="392450"/>
            </a:xfrm>
            <a:custGeom>
              <a:avLst/>
              <a:gdLst/>
              <a:ahLst/>
              <a:cxnLst/>
              <a:rect l="l" t="t" r="r" b="b"/>
              <a:pathLst>
                <a:path w="16950" h="15698" extrusionOk="0">
                  <a:moveTo>
                    <a:pt x="8166" y="0"/>
                  </a:moveTo>
                  <a:cubicBezTo>
                    <a:pt x="7712" y="0"/>
                    <a:pt x="7261" y="50"/>
                    <a:pt x="6825" y="169"/>
                  </a:cubicBezTo>
                  <a:cubicBezTo>
                    <a:pt x="5548" y="516"/>
                    <a:pt x="4475" y="1446"/>
                    <a:pt x="3801" y="2580"/>
                  </a:cubicBezTo>
                  <a:cubicBezTo>
                    <a:pt x="3116" y="3714"/>
                    <a:pt x="2810" y="5032"/>
                    <a:pt x="2739" y="6360"/>
                  </a:cubicBezTo>
                  <a:cubicBezTo>
                    <a:pt x="2718" y="6676"/>
                    <a:pt x="2718" y="6993"/>
                    <a:pt x="2708" y="7310"/>
                  </a:cubicBezTo>
                  <a:cubicBezTo>
                    <a:pt x="2698" y="8076"/>
                    <a:pt x="2687" y="8853"/>
                    <a:pt x="2483" y="9588"/>
                  </a:cubicBezTo>
                  <a:cubicBezTo>
                    <a:pt x="2197" y="10630"/>
                    <a:pt x="1563" y="11529"/>
                    <a:pt x="1022" y="12459"/>
                  </a:cubicBezTo>
                  <a:cubicBezTo>
                    <a:pt x="481" y="13389"/>
                    <a:pt x="1" y="14420"/>
                    <a:pt x="92" y="15493"/>
                  </a:cubicBezTo>
                  <a:cubicBezTo>
                    <a:pt x="695" y="15381"/>
                    <a:pt x="1318" y="15350"/>
                    <a:pt x="1901" y="15167"/>
                  </a:cubicBezTo>
                  <a:cubicBezTo>
                    <a:pt x="1983" y="15146"/>
                    <a:pt x="2064" y="15126"/>
                    <a:pt x="2146" y="15085"/>
                  </a:cubicBezTo>
                  <a:cubicBezTo>
                    <a:pt x="2432" y="14992"/>
                    <a:pt x="2698" y="14860"/>
                    <a:pt x="2963" y="14697"/>
                  </a:cubicBezTo>
                  <a:cubicBezTo>
                    <a:pt x="3229" y="14543"/>
                    <a:pt x="3484" y="14359"/>
                    <a:pt x="3729" y="14155"/>
                  </a:cubicBezTo>
                  <a:cubicBezTo>
                    <a:pt x="4363" y="13623"/>
                    <a:pt x="4935" y="12980"/>
                    <a:pt x="5477" y="12357"/>
                  </a:cubicBezTo>
                  <a:lnTo>
                    <a:pt x="5497" y="12295"/>
                  </a:lnTo>
                  <a:cubicBezTo>
                    <a:pt x="4812" y="11938"/>
                    <a:pt x="4312" y="11182"/>
                    <a:pt x="3995" y="10416"/>
                  </a:cubicBezTo>
                  <a:cubicBezTo>
                    <a:pt x="3974" y="10354"/>
                    <a:pt x="3944" y="10283"/>
                    <a:pt x="3924" y="10211"/>
                  </a:cubicBezTo>
                  <a:cubicBezTo>
                    <a:pt x="3586" y="9292"/>
                    <a:pt x="3423" y="8301"/>
                    <a:pt x="3423" y="7320"/>
                  </a:cubicBezTo>
                  <a:cubicBezTo>
                    <a:pt x="3423" y="7218"/>
                    <a:pt x="3423" y="7116"/>
                    <a:pt x="3433" y="7014"/>
                  </a:cubicBezTo>
                  <a:cubicBezTo>
                    <a:pt x="3454" y="6186"/>
                    <a:pt x="3607" y="5359"/>
                    <a:pt x="3872" y="4572"/>
                  </a:cubicBezTo>
                  <a:cubicBezTo>
                    <a:pt x="3944" y="4378"/>
                    <a:pt x="4015" y="4184"/>
                    <a:pt x="4149" y="4031"/>
                  </a:cubicBezTo>
                  <a:cubicBezTo>
                    <a:pt x="4332" y="3795"/>
                    <a:pt x="4619" y="3683"/>
                    <a:pt x="4894" y="3561"/>
                  </a:cubicBezTo>
                  <a:cubicBezTo>
                    <a:pt x="5661" y="3203"/>
                    <a:pt x="6376" y="2703"/>
                    <a:pt x="7030" y="2059"/>
                  </a:cubicBezTo>
                  <a:cubicBezTo>
                    <a:pt x="7234" y="3121"/>
                    <a:pt x="7683" y="4194"/>
                    <a:pt x="8562" y="4807"/>
                  </a:cubicBezTo>
                  <a:cubicBezTo>
                    <a:pt x="8807" y="4980"/>
                    <a:pt x="9093" y="5114"/>
                    <a:pt x="9338" y="5287"/>
                  </a:cubicBezTo>
                  <a:cubicBezTo>
                    <a:pt x="9951" y="5716"/>
                    <a:pt x="10380" y="6401"/>
                    <a:pt x="11085" y="6748"/>
                  </a:cubicBezTo>
                  <a:cubicBezTo>
                    <a:pt x="11239" y="6533"/>
                    <a:pt x="11402" y="6309"/>
                    <a:pt x="11627" y="6156"/>
                  </a:cubicBezTo>
                  <a:cubicBezTo>
                    <a:pt x="11765" y="6068"/>
                    <a:pt x="11930" y="6011"/>
                    <a:pt x="12094" y="6011"/>
                  </a:cubicBezTo>
                  <a:cubicBezTo>
                    <a:pt x="12197" y="6011"/>
                    <a:pt x="12298" y="6033"/>
                    <a:pt x="12393" y="6084"/>
                  </a:cubicBezTo>
                  <a:cubicBezTo>
                    <a:pt x="12608" y="6197"/>
                    <a:pt x="12720" y="6452"/>
                    <a:pt x="12730" y="6707"/>
                  </a:cubicBezTo>
                  <a:cubicBezTo>
                    <a:pt x="12740" y="6953"/>
                    <a:pt x="12648" y="7198"/>
                    <a:pt x="12556" y="7423"/>
                  </a:cubicBezTo>
                  <a:cubicBezTo>
                    <a:pt x="12403" y="7800"/>
                    <a:pt x="12199" y="8168"/>
                    <a:pt x="11882" y="8413"/>
                  </a:cubicBezTo>
                  <a:cubicBezTo>
                    <a:pt x="11671" y="8571"/>
                    <a:pt x="11400" y="8662"/>
                    <a:pt x="11158" y="8662"/>
                  </a:cubicBezTo>
                  <a:cubicBezTo>
                    <a:pt x="11025" y="8662"/>
                    <a:pt x="10900" y="8634"/>
                    <a:pt x="10799" y="8577"/>
                  </a:cubicBezTo>
                  <a:lnTo>
                    <a:pt x="10799" y="8577"/>
                  </a:lnTo>
                  <a:cubicBezTo>
                    <a:pt x="10819" y="10375"/>
                    <a:pt x="10953" y="12306"/>
                    <a:pt x="12076" y="13705"/>
                  </a:cubicBezTo>
                  <a:cubicBezTo>
                    <a:pt x="12342" y="14032"/>
                    <a:pt x="12669" y="14329"/>
                    <a:pt x="13016" y="14574"/>
                  </a:cubicBezTo>
                  <a:cubicBezTo>
                    <a:pt x="13251" y="14747"/>
                    <a:pt x="13507" y="14901"/>
                    <a:pt x="13762" y="15023"/>
                  </a:cubicBezTo>
                  <a:cubicBezTo>
                    <a:pt x="14058" y="15176"/>
                    <a:pt x="14365" y="15299"/>
                    <a:pt x="14671" y="15412"/>
                  </a:cubicBezTo>
                  <a:cubicBezTo>
                    <a:pt x="14967" y="15514"/>
                    <a:pt x="15274" y="15596"/>
                    <a:pt x="15580" y="15698"/>
                  </a:cubicBezTo>
                  <a:lnTo>
                    <a:pt x="15591" y="15657"/>
                  </a:lnTo>
                  <a:cubicBezTo>
                    <a:pt x="16081" y="14758"/>
                    <a:pt x="15856" y="13644"/>
                    <a:pt x="15437" y="12715"/>
                  </a:cubicBezTo>
                  <a:cubicBezTo>
                    <a:pt x="15019" y="11784"/>
                    <a:pt x="14426" y="10937"/>
                    <a:pt x="14150" y="9946"/>
                  </a:cubicBezTo>
                  <a:cubicBezTo>
                    <a:pt x="14099" y="9741"/>
                    <a:pt x="14058" y="9527"/>
                    <a:pt x="14027" y="9312"/>
                  </a:cubicBezTo>
                  <a:lnTo>
                    <a:pt x="14027" y="9312"/>
                  </a:lnTo>
                  <a:cubicBezTo>
                    <a:pt x="14232" y="9782"/>
                    <a:pt x="14477" y="10222"/>
                    <a:pt x="14753" y="10640"/>
                  </a:cubicBezTo>
                  <a:cubicBezTo>
                    <a:pt x="15131" y="11223"/>
                    <a:pt x="15580" y="11754"/>
                    <a:pt x="16030" y="12265"/>
                  </a:cubicBezTo>
                  <a:cubicBezTo>
                    <a:pt x="16469" y="12786"/>
                    <a:pt x="16888" y="13368"/>
                    <a:pt x="16949" y="14063"/>
                  </a:cubicBezTo>
                  <a:cubicBezTo>
                    <a:pt x="16929" y="13358"/>
                    <a:pt x="16520" y="12745"/>
                    <a:pt x="16102" y="12214"/>
                  </a:cubicBezTo>
                  <a:cubicBezTo>
                    <a:pt x="15673" y="11673"/>
                    <a:pt x="15253" y="11131"/>
                    <a:pt x="14906" y="10549"/>
                  </a:cubicBezTo>
                  <a:cubicBezTo>
                    <a:pt x="14559" y="9956"/>
                    <a:pt x="14272" y="9343"/>
                    <a:pt x="14089" y="8689"/>
                  </a:cubicBezTo>
                  <a:cubicBezTo>
                    <a:pt x="14027" y="8485"/>
                    <a:pt x="13986" y="8270"/>
                    <a:pt x="13946" y="8056"/>
                  </a:cubicBezTo>
                  <a:cubicBezTo>
                    <a:pt x="13946" y="7872"/>
                    <a:pt x="13946" y="7688"/>
                    <a:pt x="13936" y="7504"/>
                  </a:cubicBezTo>
                  <a:cubicBezTo>
                    <a:pt x="13925" y="7310"/>
                    <a:pt x="13915" y="7105"/>
                    <a:pt x="13915" y="6901"/>
                  </a:cubicBezTo>
                  <a:cubicBezTo>
                    <a:pt x="13834" y="5410"/>
                    <a:pt x="13435" y="3929"/>
                    <a:pt x="12751" y="2590"/>
                  </a:cubicBezTo>
                  <a:cubicBezTo>
                    <a:pt x="12444" y="1987"/>
                    <a:pt x="12066" y="1405"/>
                    <a:pt x="11545" y="976"/>
                  </a:cubicBezTo>
                  <a:cubicBezTo>
                    <a:pt x="10901" y="455"/>
                    <a:pt x="10074" y="210"/>
                    <a:pt x="9267" y="87"/>
                  </a:cubicBezTo>
                  <a:cubicBezTo>
                    <a:pt x="8902" y="32"/>
                    <a:pt x="8533" y="0"/>
                    <a:pt x="8166" y="0"/>
                  </a:cubicBezTo>
                  <a:close/>
                </a:path>
              </a:pathLst>
            </a:custGeom>
            <a:solidFill>
              <a:srgbClr val="6E2C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2" name="Google Shape;8902;p32"/>
            <p:cNvSpPr/>
            <p:nvPr/>
          </p:nvSpPr>
          <p:spPr>
            <a:xfrm>
              <a:off x="3464850" y="2934025"/>
              <a:ext cx="52900" cy="13250"/>
            </a:xfrm>
            <a:custGeom>
              <a:avLst/>
              <a:gdLst/>
              <a:ahLst/>
              <a:cxnLst/>
              <a:rect l="l" t="t" r="r" b="b"/>
              <a:pathLst>
                <a:path w="2116" h="530" extrusionOk="0">
                  <a:moveTo>
                    <a:pt x="1283" y="1"/>
                  </a:moveTo>
                  <a:cubicBezTo>
                    <a:pt x="1192" y="1"/>
                    <a:pt x="1102" y="7"/>
                    <a:pt x="1012" y="19"/>
                  </a:cubicBezTo>
                  <a:cubicBezTo>
                    <a:pt x="634" y="70"/>
                    <a:pt x="256" y="233"/>
                    <a:pt x="1" y="530"/>
                  </a:cubicBezTo>
                  <a:cubicBezTo>
                    <a:pt x="368" y="428"/>
                    <a:pt x="706" y="335"/>
                    <a:pt x="1053" y="295"/>
                  </a:cubicBezTo>
                  <a:cubicBezTo>
                    <a:pt x="1390" y="244"/>
                    <a:pt x="1737" y="233"/>
                    <a:pt x="2116" y="224"/>
                  </a:cubicBezTo>
                  <a:cubicBezTo>
                    <a:pt x="1866" y="68"/>
                    <a:pt x="1575" y="1"/>
                    <a:pt x="1283" y="1"/>
                  </a:cubicBezTo>
                  <a:close/>
                </a:path>
              </a:pathLst>
            </a:custGeom>
            <a:solidFill>
              <a:srgbClr val="6E2C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3" name="Google Shape;8903;p32"/>
            <p:cNvSpPr/>
            <p:nvPr/>
          </p:nvSpPr>
          <p:spPr>
            <a:xfrm>
              <a:off x="3393350" y="2928925"/>
              <a:ext cx="32700" cy="14775"/>
            </a:xfrm>
            <a:custGeom>
              <a:avLst/>
              <a:gdLst/>
              <a:ahLst/>
              <a:cxnLst/>
              <a:rect l="l" t="t" r="r" b="b"/>
              <a:pathLst>
                <a:path w="1308" h="591" extrusionOk="0">
                  <a:moveTo>
                    <a:pt x="284" y="1"/>
                  </a:moveTo>
                  <a:cubicBezTo>
                    <a:pt x="186" y="1"/>
                    <a:pt x="85" y="24"/>
                    <a:pt x="0" y="70"/>
                  </a:cubicBezTo>
                  <a:cubicBezTo>
                    <a:pt x="123" y="121"/>
                    <a:pt x="225" y="172"/>
                    <a:pt x="327" y="213"/>
                  </a:cubicBezTo>
                  <a:cubicBezTo>
                    <a:pt x="419" y="264"/>
                    <a:pt x="531" y="315"/>
                    <a:pt x="634" y="366"/>
                  </a:cubicBezTo>
                  <a:cubicBezTo>
                    <a:pt x="848" y="448"/>
                    <a:pt x="1053" y="539"/>
                    <a:pt x="1308" y="591"/>
                  </a:cubicBezTo>
                  <a:cubicBezTo>
                    <a:pt x="1175" y="356"/>
                    <a:pt x="971" y="213"/>
                    <a:pt x="746" y="110"/>
                  </a:cubicBezTo>
                  <a:cubicBezTo>
                    <a:pt x="624" y="60"/>
                    <a:pt x="511" y="19"/>
                    <a:pt x="379" y="8"/>
                  </a:cubicBezTo>
                  <a:cubicBezTo>
                    <a:pt x="348" y="3"/>
                    <a:pt x="316" y="1"/>
                    <a:pt x="284" y="1"/>
                  </a:cubicBezTo>
                  <a:close/>
                </a:path>
              </a:pathLst>
            </a:custGeom>
            <a:solidFill>
              <a:srgbClr val="6E2C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4" name="Google Shape;8904;p32"/>
            <p:cNvSpPr/>
            <p:nvPr/>
          </p:nvSpPr>
          <p:spPr>
            <a:xfrm>
              <a:off x="3427325" y="2963850"/>
              <a:ext cx="16600" cy="61450"/>
            </a:xfrm>
            <a:custGeom>
              <a:avLst/>
              <a:gdLst/>
              <a:ahLst/>
              <a:cxnLst/>
              <a:rect l="l" t="t" r="r" b="b"/>
              <a:pathLst>
                <a:path w="664" h="2458" extrusionOk="0">
                  <a:moveTo>
                    <a:pt x="500" y="1"/>
                  </a:moveTo>
                  <a:cubicBezTo>
                    <a:pt x="276" y="440"/>
                    <a:pt x="143" y="920"/>
                    <a:pt x="62" y="1401"/>
                  </a:cubicBezTo>
                  <a:cubicBezTo>
                    <a:pt x="31" y="1646"/>
                    <a:pt x="0" y="1880"/>
                    <a:pt x="21" y="2146"/>
                  </a:cubicBezTo>
                  <a:cubicBezTo>
                    <a:pt x="31" y="2289"/>
                    <a:pt x="164" y="2422"/>
                    <a:pt x="286" y="2443"/>
                  </a:cubicBezTo>
                  <a:cubicBezTo>
                    <a:pt x="330" y="2453"/>
                    <a:pt x="374" y="2457"/>
                    <a:pt x="417" y="2457"/>
                  </a:cubicBezTo>
                  <a:cubicBezTo>
                    <a:pt x="505" y="2457"/>
                    <a:pt x="589" y="2439"/>
                    <a:pt x="664" y="2412"/>
                  </a:cubicBezTo>
                  <a:lnTo>
                    <a:pt x="664" y="2412"/>
                  </a:lnTo>
                  <a:cubicBezTo>
                    <a:pt x="643" y="2414"/>
                    <a:pt x="621" y="2415"/>
                    <a:pt x="599" y="2415"/>
                  </a:cubicBezTo>
                  <a:cubicBezTo>
                    <a:pt x="380" y="2415"/>
                    <a:pt x="144" y="2322"/>
                    <a:pt x="153" y="2136"/>
                  </a:cubicBezTo>
                  <a:cubicBezTo>
                    <a:pt x="174" y="1912"/>
                    <a:pt x="214" y="1656"/>
                    <a:pt x="245" y="1431"/>
                  </a:cubicBezTo>
                  <a:cubicBezTo>
                    <a:pt x="317" y="951"/>
                    <a:pt x="409" y="491"/>
                    <a:pt x="500" y="1"/>
                  </a:cubicBezTo>
                  <a:close/>
                </a:path>
              </a:pathLst>
            </a:custGeom>
            <a:solidFill>
              <a:srgbClr val="995A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5" name="Google Shape;8905;p32"/>
            <p:cNvSpPr/>
            <p:nvPr/>
          </p:nvSpPr>
          <p:spPr>
            <a:xfrm>
              <a:off x="3428850" y="3038200"/>
              <a:ext cx="58000" cy="20975"/>
            </a:xfrm>
            <a:custGeom>
              <a:avLst/>
              <a:gdLst/>
              <a:ahLst/>
              <a:cxnLst/>
              <a:rect l="l" t="t" r="r" b="b"/>
              <a:pathLst>
                <a:path w="2320" h="839" extrusionOk="0">
                  <a:moveTo>
                    <a:pt x="2319" y="0"/>
                  </a:moveTo>
                  <a:lnTo>
                    <a:pt x="2319" y="0"/>
                  </a:lnTo>
                  <a:cubicBezTo>
                    <a:pt x="2013" y="316"/>
                    <a:pt x="1645" y="541"/>
                    <a:pt x="1247" y="623"/>
                  </a:cubicBezTo>
                  <a:cubicBezTo>
                    <a:pt x="1111" y="654"/>
                    <a:pt x="972" y="668"/>
                    <a:pt x="833" y="668"/>
                  </a:cubicBezTo>
                  <a:cubicBezTo>
                    <a:pt x="555" y="668"/>
                    <a:pt x="273" y="609"/>
                    <a:pt x="1" y="500"/>
                  </a:cubicBezTo>
                  <a:lnTo>
                    <a:pt x="1" y="500"/>
                  </a:lnTo>
                  <a:cubicBezTo>
                    <a:pt x="260" y="721"/>
                    <a:pt x="611" y="838"/>
                    <a:pt x="964" y="838"/>
                  </a:cubicBezTo>
                  <a:cubicBezTo>
                    <a:pt x="1069" y="838"/>
                    <a:pt x="1174" y="828"/>
                    <a:pt x="1277" y="807"/>
                  </a:cubicBezTo>
                  <a:cubicBezTo>
                    <a:pt x="1727" y="715"/>
                    <a:pt x="2135" y="409"/>
                    <a:pt x="2319" y="0"/>
                  </a:cubicBezTo>
                  <a:close/>
                </a:path>
              </a:pathLst>
            </a:custGeom>
            <a:solidFill>
              <a:srgbClr val="995A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6" name="Google Shape;8906;p32"/>
            <p:cNvSpPr/>
            <p:nvPr/>
          </p:nvSpPr>
          <p:spPr>
            <a:xfrm>
              <a:off x="3307525" y="3281325"/>
              <a:ext cx="29150" cy="191850"/>
            </a:xfrm>
            <a:custGeom>
              <a:avLst/>
              <a:gdLst/>
              <a:ahLst/>
              <a:cxnLst/>
              <a:rect l="l" t="t" r="r" b="b"/>
              <a:pathLst>
                <a:path w="1166" h="7674" extrusionOk="0">
                  <a:moveTo>
                    <a:pt x="788" y="1"/>
                  </a:moveTo>
                  <a:lnTo>
                    <a:pt x="828" y="1952"/>
                  </a:lnTo>
                  <a:cubicBezTo>
                    <a:pt x="838" y="2596"/>
                    <a:pt x="808" y="3229"/>
                    <a:pt x="736" y="3873"/>
                  </a:cubicBezTo>
                  <a:cubicBezTo>
                    <a:pt x="613" y="5150"/>
                    <a:pt x="307" y="6396"/>
                    <a:pt x="0" y="7673"/>
                  </a:cubicBezTo>
                  <a:cubicBezTo>
                    <a:pt x="573" y="6499"/>
                    <a:pt x="971" y="5221"/>
                    <a:pt x="1114" y="3913"/>
                  </a:cubicBezTo>
                  <a:cubicBezTo>
                    <a:pt x="1145" y="3586"/>
                    <a:pt x="1155" y="3250"/>
                    <a:pt x="1165" y="2923"/>
                  </a:cubicBezTo>
                  <a:cubicBezTo>
                    <a:pt x="1165" y="2596"/>
                    <a:pt x="1155" y="2258"/>
                    <a:pt x="1114" y="1931"/>
                  </a:cubicBezTo>
                  <a:cubicBezTo>
                    <a:pt x="1053" y="1278"/>
                    <a:pt x="931" y="634"/>
                    <a:pt x="7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7" name="Google Shape;8907;p32"/>
            <p:cNvSpPr/>
            <p:nvPr/>
          </p:nvSpPr>
          <p:spPr>
            <a:xfrm>
              <a:off x="3647225" y="3265750"/>
              <a:ext cx="38600" cy="241400"/>
            </a:xfrm>
            <a:custGeom>
              <a:avLst/>
              <a:gdLst/>
              <a:ahLst/>
              <a:cxnLst/>
              <a:rect l="l" t="t" r="r" b="b"/>
              <a:pathLst>
                <a:path w="1544" h="9656" extrusionOk="0">
                  <a:moveTo>
                    <a:pt x="1523" y="0"/>
                  </a:moveTo>
                  <a:cubicBezTo>
                    <a:pt x="1410" y="818"/>
                    <a:pt x="1196" y="1594"/>
                    <a:pt x="951" y="2381"/>
                  </a:cubicBezTo>
                  <a:cubicBezTo>
                    <a:pt x="695" y="3147"/>
                    <a:pt x="440" y="3934"/>
                    <a:pt x="256" y="4751"/>
                  </a:cubicBezTo>
                  <a:cubicBezTo>
                    <a:pt x="72" y="5569"/>
                    <a:pt x="0" y="6406"/>
                    <a:pt x="72" y="7234"/>
                  </a:cubicBezTo>
                  <a:cubicBezTo>
                    <a:pt x="102" y="7653"/>
                    <a:pt x="164" y="8061"/>
                    <a:pt x="245" y="8470"/>
                  </a:cubicBezTo>
                  <a:cubicBezTo>
                    <a:pt x="347" y="8868"/>
                    <a:pt x="460" y="9267"/>
                    <a:pt x="613" y="9655"/>
                  </a:cubicBezTo>
                  <a:cubicBezTo>
                    <a:pt x="542" y="9247"/>
                    <a:pt x="460" y="8848"/>
                    <a:pt x="429" y="8439"/>
                  </a:cubicBezTo>
                  <a:cubicBezTo>
                    <a:pt x="379" y="8030"/>
                    <a:pt x="358" y="7632"/>
                    <a:pt x="358" y="7224"/>
                  </a:cubicBezTo>
                  <a:cubicBezTo>
                    <a:pt x="358" y="6416"/>
                    <a:pt x="440" y="5610"/>
                    <a:pt x="613" y="4833"/>
                  </a:cubicBezTo>
                  <a:cubicBezTo>
                    <a:pt x="787" y="4036"/>
                    <a:pt x="1032" y="3260"/>
                    <a:pt x="1216" y="2452"/>
                  </a:cubicBezTo>
                  <a:cubicBezTo>
                    <a:pt x="1318" y="2054"/>
                    <a:pt x="1400" y="1646"/>
                    <a:pt x="1461" y="1237"/>
                  </a:cubicBezTo>
                  <a:cubicBezTo>
                    <a:pt x="1512" y="828"/>
                    <a:pt x="1543" y="409"/>
                    <a:pt x="15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8" name="Google Shape;8908;p32"/>
            <p:cNvSpPr/>
            <p:nvPr/>
          </p:nvSpPr>
          <p:spPr>
            <a:xfrm>
              <a:off x="3133100" y="3174300"/>
              <a:ext cx="39600" cy="63650"/>
            </a:xfrm>
            <a:custGeom>
              <a:avLst/>
              <a:gdLst/>
              <a:ahLst/>
              <a:cxnLst/>
              <a:rect l="l" t="t" r="r" b="b"/>
              <a:pathLst>
                <a:path w="1584" h="2546" extrusionOk="0">
                  <a:moveTo>
                    <a:pt x="1583" y="1"/>
                  </a:moveTo>
                  <a:cubicBezTo>
                    <a:pt x="1185" y="318"/>
                    <a:pt x="858" y="706"/>
                    <a:pt x="582" y="1135"/>
                  </a:cubicBezTo>
                  <a:cubicBezTo>
                    <a:pt x="316" y="1574"/>
                    <a:pt x="112" y="2044"/>
                    <a:pt x="0" y="2545"/>
                  </a:cubicBezTo>
                  <a:cubicBezTo>
                    <a:pt x="245" y="2096"/>
                    <a:pt x="480" y="1656"/>
                    <a:pt x="746" y="1237"/>
                  </a:cubicBezTo>
                  <a:cubicBezTo>
                    <a:pt x="1001" y="818"/>
                    <a:pt x="1287" y="410"/>
                    <a:pt x="1583" y="1"/>
                  </a:cubicBezTo>
                  <a:close/>
                </a:path>
              </a:pathLst>
            </a:custGeom>
            <a:solidFill>
              <a:srgbClr val="995A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9" name="Google Shape;8909;p32"/>
            <p:cNvSpPr/>
            <p:nvPr/>
          </p:nvSpPr>
          <p:spPr>
            <a:xfrm>
              <a:off x="3117000" y="3162825"/>
              <a:ext cx="40625" cy="64400"/>
            </a:xfrm>
            <a:custGeom>
              <a:avLst/>
              <a:gdLst/>
              <a:ahLst/>
              <a:cxnLst/>
              <a:rect l="l" t="t" r="r" b="b"/>
              <a:pathLst>
                <a:path w="1625" h="2576" extrusionOk="0">
                  <a:moveTo>
                    <a:pt x="1625" y="1"/>
                  </a:moveTo>
                  <a:lnTo>
                    <a:pt x="1625" y="1"/>
                  </a:lnTo>
                  <a:cubicBezTo>
                    <a:pt x="1216" y="328"/>
                    <a:pt x="889" y="726"/>
                    <a:pt x="613" y="1165"/>
                  </a:cubicBezTo>
                  <a:cubicBezTo>
                    <a:pt x="338" y="1604"/>
                    <a:pt x="113" y="2074"/>
                    <a:pt x="0" y="2575"/>
                  </a:cubicBezTo>
                  <a:cubicBezTo>
                    <a:pt x="256" y="2126"/>
                    <a:pt x="490" y="1686"/>
                    <a:pt x="767" y="1267"/>
                  </a:cubicBezTo>
                  <a:cubicBezTo>
                    <a:pt x="899" y="1052"/>
                    <a:pt x="1042" y="838"/>
                    <a:pt x="1185" y="634"/>
                  </a:cubicBezTo>
                  <a:lnTo>
                    <a:pt x="1625" y="1"/>
                  </a:lnTo>
                  <a:close/>
                </a:path>
              </a:pathLst>
            </a:custGeom>
            <a:solidFill>
              <a:srgbClr val="995A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0" name="Google Shape;8910;p32"/>
            <p:cNvSpPr/>
            <p:nvPr/>
          </p:nvSpPr>
          <p:spPr>
            <a:xfrm>
              <a:off x="3105000" y="3155400"/>
              <a:ext cx="36300" cy="58775"/>
            </a:xfrm>
            <a:custGeom>
              <a:avLst/>
              <a:gdLst/>
              <a:ahLst/>
              <a:cxnLst/>
              <a:rect l="l" t="t" r="r" b="b"/>
              <a:pathLst>
                <a:path w="1452" h="2351" extrusionOk="0">
                  <a:moveTo>
                    <a:pt x="1451" y="1"/>
                  </a:moveTo>
                  <a:lnTo>
                    <a:pt x="1420" y="32"/>
                  </a:lnTo>
                  <a:cubicBezTo>
                    <a:pt x="1052" y="318"/>
                    <a:pt x="766" y="686"/>
                    <a:pt x="541" y="1084"/>
                  </a:cubicBezTo>
                  <a:cubicBezTo>
                    <a:pt x="317" y="1483"/>
                    <a:pt x="133" y="1912"/>
                    <a:pt x="0" y="2351"/>
                  </a:cubicBezTo>
                  <a:cubicBezTo>
                    <a:pt x="266" y="1973"/>
                    <a:pt x="470" y="1564"/>
                    <a:pt x="705" y="1176"/>
                  </a:cubicBezTo>
                  <a:cubicBezTo>
                    <a:pt x="930" y="788"/>
                    <a:pt x="1165" y="410"/>
                    <a:pt x="1431" y="32"/>
                  </a:cubicBezTo>
                  <a:lnTo>
                    <a:pt x="1451" y="1"/>
                  </a:lnTo>
                  <a:close/>
                </a:path>
              </a:pathLst>
            </a:custGeom>
            <a:solidFill>
              <a:srgbClr val="995A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1" name="Google Shape;8911;p32"/>
            <p:cNvSpPr/>
            <p:nvPr/>
          </p:nvSpPr>
          <p:spPr>
            <a:xfrm>
              <a:off x="3208925" y="3301000"/>
              <a:ext cx="31975" cy="201550"/>
            </a:xfrm>
            <a:custGeom>
              <a:avLst/>
              <a:gdLst/>
              <a:ahLst/>
              <a:cxnLst/>
              <a:rect l="l" t="t" r="r" b="b"/>
              <a:pathLst>
                <a:path w="1279" h="8062" extrusionOk="0">
                  <a:moveTo>
                    <a:pt x="1" y="0"/>
                  </a:moveTo>
                  <a:lnTo>
                    <a:pt x="1" y="0"/>
                  </a:lnTo>
                  <a:cubicBezTo>
                    <a:pt x="83" y="685"/>
                    <a:pt x="155" y="1359"/>
                    <a:pt x="216" y="2043"/>
                  </a:cubicBezTo>
                  <a:lnTo>
                    <a:pt x="389" y="4087"/>
                  </a:lnTo>
                  <a:cubicBezTo>
                    <a:pt x="461" y="4761"/>
                    <a:pt x="543" y="5446"/>
                    <a:pt x="675" y="6120"/>
                  </a:cubicBezTo>
                  <a:cubicBezTo>
                    <a:pt x="737" y="6457"/>
                    <a:pt x="808" y="6794"/>
                    <a:pt x="890" y="7121"/>
                  </a:cubicBezTo>
                  <a:cubicBezTo>
                    <a:pt x="941" y="7295"/>
                    <a:pt x="992" y="7458"/>
                    <a:pt x="1043" y="7622"/>
                  </a:cubicBezTo>
                  <a:lnTo>
                    <a:pt x="1115" y="7867"/>
                  </a:lnTo>
                  <a:cubicBezTo>
                    <a:pt x="1145" y="7939"/>
                    <a:pt x="1186" y="8041"/>
                    <a:pt x="1278" y="8061"/>
                  </a:cubicBezTo>
                  <a:cubicBezTo>
                    <a:pt x="1197" y="8030"/>
                    <a:pt x="1176" y="7928"/>
                    <a:pt x="1156" y="7857"/>
                  </a:cubicBezTo>
                  <a:lnTo>
                    <a:pt x="1115" y="7601"/>
                  </a:lnTo>
                  <a:cubicBezTo>
                    <a:pt x="1084" y="7438"/>
                    <a:pt x="1054" y="7264"/>
                    <a:pt x="1023" y="7101"/>
                  </a:cubicBezTo>
                  <a:cubicBezTo>
                    <a:pt x="972" y="6763"/>
                    <a:pt x="920" y="6427"/>
                    <a:pt x="880" y="6089"/>
                  </a:cubicBezTo>
                  <a:cubicBezTo>
                    <a:pt x="808" y="5415"/>
                    <a:pt x="737" y="4731"/>
                    <a:pt x="665" y="4057"/>
                  </a:cubicBezTo>
                  <a:cubicBezTo>
                    <a:pt x="594" y="3372"/>
                    <a:pt x="532" y="2697"/>
                    <a:pt x="420" y="2013"/>
                  </a:cubicBezTo>
                  <a:cubicBezTo>
                    <a:pt x="318" y="1339"/>
                    <a:pt x="195" y="665"/>
                    <a:pt x="1" y="0"/>
                  </a:cubicBezTo>
                  <a:close/>
                </a:path>
              </a:pathLst>
            </a:custGeom>
            <a:solidFill>
              <a:srgbClr val="995A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2" name="Google Shape;8912;p32"/>
            <p:cNvSpPr/>
            <p:nvPr/>
          </p:nvSpPr>
          <p:spPr>
            <a:xfrm>
              <a:off x="3679900" y="3586500"/>
              <a:ext cx="105025" cy="37625"/>
            </a:xfrm>
            <a:custGeom>
              <a:avLst/>
              <a:gdLst/>
              <a:ahLst/>
              <a:cxnLst/>
              <a:rect l="l" t="t" r="r" b="b"/>
              <a:pathLst>
                <a:path w="4201" h="1505" extrusionOk="0">
                  <a:moveTo>
                    <a:pt x="1217" y="135"/>
                  </a:moveTo>
                  <a:cubicBezTo>
                    <a:pt x="1227" y="135"/>
                    <a:pt x="1258" y="145"/>
                    <a:pt x="1268" y="156"/>
                  </a:cubicBezTo>
                  <a:lnTo>
                    <a:pt x="1217" y="135"/>
                  </a:lnTo>
                  <a:close/>
                  <a:moveTo>
                    <a:pt x="2471" y="1"/>
                  </a:moveTo>
                  <a:cubicBezTo>
                    <a:pt x="2397" y="1"/>
                    <a:pt x="2322" y="14"/>
                    <a:pt x="2248" y="43"/>
                  </a:cubicBezTo>
                  <a:cubicBezTo>
                    <a:pt x="2177" y="63"/>
                    <a:pt x="2105" y="125"/>
                    <a:pt x="2064" y="156"/>
                  </a:cubicBezTo>
                  <a:cubicBezTo>
                    <a:pt x="2038" y="175"/>
                    <a:pt x="2021" y="182"/>
                    <a:pt x="2003" y="182"/>
                  </a:cubicBezTo>
                  <a:cubicBezTo>
                    <a:pt x="1994" y="182"/>
                    <a:pt x="1984" y="180"/>
                    <a:pt x="1973" y="176"/>
                  </a:cubicBezTo>
                  <a:lnTo>
                    <a:pt x="1973" y="166"/>
                  </a:lnTo>
                  <a:lnTo>
                    <a:pt x="1809" y="74"/>
                  </a:lnTo>
                  <a:cubicBezTo>
                    <a:pt x="1738" y="33"/>
                    <a:pt x="1656" y="13"/>
                    <a:pt x="1574" y="13"/>
                  </a:cubicBezTo>
                  <a:cubicBezTo>
                    <a:pt x="1503" y="13"/>
                    <a:pt x="1421" y="23"/>
                    <a:pt x="1349" y="63"/>
                  </a:cubicBezTo>
                  <a:cubicBezTo>
                    <a:pt x="1308" y="84"/>
                    <a:pt x="1278" y="104"/>
                    <a:pt x="1258" y="125"/>
                  </a:cubicBezTo>
                  <a:cubicBezTo>
                    <a:pt x="1247" y="125"/>
                    <a:pt x="1237" y="135"/>
                    <a:pt x="1227" y="135"/>
                  </a:cubicBezTo>
                  <a:lnTo>
                    <a:pt x="1217" y="135"/>
                  </a:lnTo>
                  <a:cubicBezTo>
                    <a:pt x="1216" y="136"/>
                    <a:pt x="1215" y="136"/>
                    <a:pt x="1213" y="136"/>
                  </a:cubicBezTo>
                  <a:cubicBezTo>
                    <a:pt x="1188" y="136"/>
                    <a:pt x="1108" y="53"/>
                    <a:pt x="982" y="43"/>
                  </a:cubicBezTo>
                  <a:cubicBezTo>
                    <a:pt x="972" y="42"/>
                    <a:pt x="963" y="42"/>
                    <a:pt x="954" y="42"/>
                  </a:cubicBezTo>
                  <a:cubicBezTo>
                    <a:pt x="854" y="42"/>
                    <a:pt x="771" y="89"/>
                    <a:pt x="706" y="145"/>
                  </a:cubicBezTo>
                  <a:cubicBezTo>
                    <a:pt x="552" y="258"/>
                    <a:pt x="461" y="411"/>
                    <a:pt x="369" y="554"/>
                  </a:cubicBezTo>
                  <a:cubicBezTo>
                    <a:pt x="175" y="840"/>
                    <a:pt x="103" y="1187"/>
                    <a:pt x="1" y="1504"/>
                  </a:cubicBezTo>
                  <a:lnTo>
                    <a:pt x="205" y="1044"/>
                  </a:lnTo>
                  <a:cubicBezTo>
                    <a:pt x="277" y="891"/>
                    <a:pt x="369" y="748"/>
                    <a:pt x="461" y="615"/>
                  </a:cubicBezTo>
                  <a:cubicBezTo>
                    <a:pt x="552" y="483"/>
                    <a:pt x="665" y="340"/>
                    <a:pt x="788" y="258"/>
                  </a:cubicBezTo>
                  <a:cubicBezTo>
                    <a:pt x="841" y="223"/>
                    <a:pt x="901" y="194"/>
                    <a:pt x="950" y="194"/>
                  </a:cubicBezTo>
                  <a:cubicBezTo>
                    <a:pt x="958" y="194"/>
                    <a:pt x="965" y="195"/>
                    <a:pt x="972" y="197"/>
                  </a:cubicBezTo>
                  <a:cubicBezTo>
                    <a:pt x="1002" y="197"/>
                    <a:pt x="1022" y="206"/>
                    <a:pt x="1053" y="227"/>
                  </a:cubicBezTo>
                  <a:cubicBezTo>
                    <a:pt x="1084" y="247"/>
                    <a:pt x="1125" y="288"/>
                    <a:pt x="1206" y="299"/>
                  </a:cubicBezTo>
                  <a:lnTo>
                    <a:pt x="1199" y="296"/>
                  </a:lnTo>
                  <a:lnTo>
                    <a:pt x="1199" y="296"/>
                  </a:lnTo>
                  <a:cubicBezTo>
                    <a:pt x="1207" y="298"/>
                    <a:pt x="1213" y="299"/>
                    <a:pt x="1217" y="299"/>
                  </a:cubicBezTo>
                  <a:lnTo>
                    <a:pt x="1247" y="299"/>
                  </a:lnTo>
                  <a:cubicBezTo>
                    <a:pt x="1258" y="299"/>
                    <a:pt x="1268" y="299"/>
                    <a:pt x="1288" y="288"/>
                  </a:cubicBezTo>
                  <a:lnTo>
                    <a:pt x="1349" y="258"/>
                  </a:lnTo>
                  <a:cubicBezTo>
                    <a:pt x="1380" y="237"/>
                    <a:pt x="1401" y="227"/>
                    <a:pt x="1421" y="217"/>
                  </a:cubicBezTo>
                  <a:cubicBezTo>
                    <a:pt x="1472" y="197"/>
                    <a:pt x="1523" y="186"/>
                    <a:pt x="1574" y="186"/>
                  </a:cubicBezTo>
                  <a:cubicBezTo>
                    <a:pt x="1626" y="186"/>
                    <a:pt x="1676" y="197"/>
                    <a:pt x="1717" y="227"/>
                  </a:cubicBezTo>
                  <a:lnTo>
                    <a:pt x="1901" y="340"/>
                  </a:lnTo>
                  <a:lnTo>
                    <a:pt x="1891" y="329"/>
                  </a:lnTo>
                  <a:lnTo>
                    <a:pt x="1891" y="329"/>
                  </a:lnTo>
                  <a:cubicBezTo>
                    <a:pt x="1923" y="352"/>
                    <a:pt x="1963" y="363"/>
                    <a:pt x="2004" y="363"/>
                  </a:cubicBezTo>
                  <a:cubicBezTo>
                    <a:pt x="2071" y="363"/>
                    <a:pt x="2139" y="337"/>
                    <a:pt x="2177" y="299"/>
                  </a:cubicBezTo>
                  <a:cubicBezTo>
                    <a:pt x="2239" y="247"/>
                    <a:pt x="2259" y="227"/>
                    <a:pt x="2320" y="206"/>
                  </a:cubicBezTo>
                  <a:cubicBezTo>
                    <a:pt x="2366" y="186"/>
                    <a:pt x="2420" y="176"/>
                    <a:pt x="2476" y="176"/>
                  </a:cubicBezTo>
                  <a:cubicBezTo>
                    <a:pt x="2532" y="176"/>
                    <a:pt x="2591" y="186"/>
                    <a:pt x="2647" y="206"/>
                  </a:cubicBezTo>
                  <a:cubicBezTo>
                    <a:pt x="2729" y="237"/>
                    <a:pt x="2800" y="278"/>
                    <a:pt x="2872" y="340"/>
                  </a:cubicBezTo>
                  <a:cubicBezTo>
                    <a:pt x="2913" y="370"/>
                    <a:pt x="2984" y="421"/>
                    <a:pt x="3056" y="421"/>
                  </a:cubicBezTo>
                  <a:cubicBezTo>
                    <a:pt x="3168" y="411"/>
                    <a:pt x="3209" y="340"/>
                    <a:pt x="3240" y="319"/>
                  </a:cubicBezTo>
                  <a:cubicBezTo>
                    <a:pt x="3282" y="281"/>
                    <a:pt x="3345" y="262"/>
                    <a:pt x="3412" y="262"/>
                  </a:cubicBezTo>
                  <a:cubicBezTo>
                    <a:pt x="3505" y="262"/>
                    <a:pt x="3607" y="298"/>
                    <a:pt x="3679" y="370"/>
                  </a:cubicBezTo>
                  <a:cubicBezTo>
                    <a:pt x="3822" y="492"/>
                    <a:pt x="3924" y="667"/>
                    <a:pt x="4016" y="830"/>
                  </a:cubicBezTo>
                  <a:cubicBezTo>
                    <a:pt x="4098" y="1003"/>
                    <a:pt x="4159" y="1198"/>
                    <a:pt x="4200" y="1391"/>
                  </a:cubicBezTo>
                  <a:cubicBezTo>
                    <a:pt x="4189" y="1198"/>
                    <a:pt x="4149" y="993"/>
                    <a:pt x="4077" y="810"/>
                  </a:cubicBezTo>
                  <a:cubicBezTo>
                    <a:pt x="4006" y="615"/>
                    <a:pt x="3914" y="431"/>
                    <a:pt x="3760" y="278"/>
                  </a:cubicBezTo>
                  <a:cubicBezTo>
                    <a:pt x="3672" y="184"/>
                    <a:pt x="3534" y="112"/>
                    <a:pt x="3390" y="112"/>
                  </a:cubicBezTo>
                  <a:cubicBezTo>
                    <a:pt x="3301" y="112"/>
                    <a:pt x="3209" y="140"/>
                    <a:pt x="3127" y="206"/>
                  </a:cubicBezTo>
                  <a:cubicBezTo>
                    <a:pt x="3086" y="247"/>
                    <a:pt x="3066" y="258"/>
                    <a:pt x="3066" y="258"/>
                  </a:cubicBezTo>
                  <a:cubicBezTo>
                    <a:pt x="3035" y="258"/>
                    <a:pt x="3015" y="247"/>
                    <a:pt x="2984" y="217"/>
                  </a:cubicBezTo>
                  <a:cubicBezTo>
                    <a:pt x="2913" y="145"/>
                    <a:pt x="2811" y="74"/>
                    <a:pt x="2698" y="43"/>
                  </a:cubicBezTo>
                  <a:lnTo>
                    <a:pt x="2709" y="43"/>
                  </a:lnTo>
                  <a:cubicBezTo>
                    <a:pt x="2634" y="16"/>
                    <a:pt x="2553" y="1"/>
                    <a:pt x="2471" y="1"/>
                  </a:cubicBezTo>
                  <a:close/>
                </a:path>
              </a:pathLst>
            </a:custGeom>
            <a:solidFill>
              <a:srgbClr val="995A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3" name="Google Shape;8913;p32"/>
            <p:cNvSpPr/>
            <p:nvPr/>
          </p:nvSpPr>
          <p:spPr>
            <a:xfrm>
              <a:off x="3751175" y="3593175"/>
              <a:ext cx="5650" cy="62350"/>
            </a:xfrm>
            <a:custGeom>
              <a:avLst/>
              <a:gdLst/>
              <a:ahLst/>
              <a:cxnLst/>
              <a:rect l="l" t="t" r="r" b="b"/>
              <a:pathLst>
                <a:path w="226" h="2494" extrusionOk="0">
                  <a:moveTo>
                    <a:pt x="174" y="1"/>
                  </a:moveTo>
                  <a:lnTo>
                    <a:pt x="164" y="62"/>
                  </a:lnTo>
                  <a:cubicBezTo>
                    <a:pt x="82" y="461"/>
                    <a:pt x="41" y="869"/>
                    <a:pt x="21" y="1278"/>
                  </a:cubicBezTo>
                  <a:cubicBezTo>
                    <a:pt x="1" y="1676"/>
                    <a:pt x="1" y="2085"/>
                    <a:pt x="51" y="2493"/>
                  </a:cubicBezTo>
                  <a:cubicBezTo>
                    <a:pt x="144" y="2085"/>
                    <a:pt x="184" y="1687"/>
                    <a:pt x="205" y="1288"/>
                  </a:cubicBezTo>
                  <a:cubicBezTo>
                    <a:pt x="225" y="879"/>
                    <a:pt x="225" y="471"/>
                    <a:pt x="184" y="62"/>
                  </a:cubicBezTo>
                  <a:lnTo>
                    <a:pt x="174" y="1"/>
                  </a:lnTo>
                  <a:close/>
                </a:path>
              </a:pathLst>
            </a:custGeom>
            <a:solidFill>
              <a:srgbClr val="995A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4" name="Google Shape;8914;p32"/>
            <p:cNvSpPr/>
            <p:nvPr/>
          </p:nvSpPr>
          <p:spPr>
            <a:xfrm>
              <a:off x="3724350" y="3591125"/>
              <a:ext cx="5400" cy="61600"/>
            </a:xfrm>
            <a:custGeom>
              <a:avLst/>
              <a:gdLst/>
              <a:ahLst/>
              <a:cxnLst/>
              <a:rect l="l" t="t" r="r" b="b"/>
              <a:pathLst>
                <a:path w="216" h="2464" extrusionOk="0">
                  <a:moveTo>
                    <a:pt x="154" y="1"/>
                  </a:moveTo>
                  <a:cubicBezTo>
                    <a:pt x="72" y="410"/>
                    <a:pt x="31" y="818"/>
                    <a:pt x="11" y="1227"/>
                  </a:cubicBezTo>
                  <a:cubicBezTo>
                    <a:pt x="0" y="1636"/>
                    <a:pt x="0" y="2055"/>
                    <a:pt x="52" y="2464"/>
                  </a:cubicBezTo>
                  <a:cubicBezTo>
                    <a:pt x="143" y="2055"/>
                    <a:pt x="174" y="1646"/>
                    <a:pt x="195" y="1238"/>
                  </a:cubicBezTo>
                  <a:cubicBezTo>
                    <a:pt x="215" y="818"/>
                    <a:pt x="215" y="410"/>
                    <a:pt x="154" y="1"/>
                  </a:cubicBezTo>
                  <a:close/>
                </a:path>
              </a:pathLst>
            </a:custGeom>
            <a:solidFill>
              <a:srgbClr val="995A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5" name="Google Shape;8915;p32"/>
            <p:cNvSpPr/>
            <p:nvPr/>
          </p:nvSpPr>
          <p:spPr>
            <a:xfrm>
              <a:off x="3699075" y="3590125"/>
              <a:ext cx="11500" cy="58750"/>
            </a:xfrm>
            <a:custGeom>
              <a:avLst/>
              <a:gdLst/>
              <a:ahLst/>
              <a:cxnLst/>
              <a:rect l="l" t="t" r="r" b="b"/>
              <a:pathLst>
                <a:path w="460" h="2350" extrusionOk="0">
                  <a:moveTo>
                    <a:pt x="460" y="0"/>
                  </a:moveTo>
                  <a:cubicBezTo>
                    <a:pt x="296" y="368"/>
                    <a:pt x="194" y="756"/>
                    <a:pt x="123" y="1155"/>
                  </a:cubicBezTo>
                  <a:cubicBezTo>
                    <a:pt x="51" y="1543"/>
                    <a:pt x="0" y="1941"/>
                    <a:pt x="21" y="2350"/>
                  </a:cubicBezTo>
                  <a:cubicBezTo>
                    <a:pt x="143" y="1962"/>
                    <a:pt x="225" y="1573"/>
                    <a:pt x="296" y="1185"/>
                  </a:cubicBezTo>
                  <a:cubicBezTo>
                    <a:pt x="337" y="991"/>
                    <a:pt x="368" y="797"/>
                    <a:pt x="398" y="593"/>
                  </a:cubicBezTo>
                  <a:cubicBezTo>
                    <a:pt x="419" y="399"/>
                    <a:pt x="450" y="204"/>
                    <a:pt x="460" y="0"/>
                  </a:cubicBezTo>
                  <a:close/>
                </a:path>
              </a:pathLst>
            </a:custGeom>
            <a:solidFill>
              <a:srgbClr val="995A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6" name="Google Shape;8916;p32"/>
            <p:cNvSpPr/>
            <p:nvPr/>
          </p:nvSpPr>
          <p:spPr>
            <a:xfrm>
              <a:off x="3725625" y="3452450"/>
              <a:ext cx="14075" cy="113950"/>
            </a:xfrm>
            <a:custGeom>
              <a:avLst/>
              <a:gdLst/>
              <a:ahLst/>
              <a:cxnLst/>
              <a:rect l="l" t="t" r="r" b="b"/>
              <a:pathLst>
                <a:path w="563" h="4558" extrusionOk="0">
                  <a:moveTo>
                    <a:pt x="185" y="1"/>
                  </a:moveTo>
                  <a:cubicBezTo>
                    <a:pt x="92" y="583"/>
                    <a:pt x="42" y="1175"/>
                    <a:pt x="21" y="1768"/>
                  </a:cubicBezTo>
                  <a:cubicBezTo>
                    <a:pt x="11" y="2065"/>
                    <a:pt x="1" y="2360"/>
                    <a:pt x="1" y="2657"/>
                  </a:cubicBezTo>
                  <a:cubicBezTo>
                    <a:pt x="1" y="2953"/>
                    <a:pt x="11" y="3260"/>
                    <a:pt x="92" y="3556"/>
                  </a:cubicBezTo>
                  <a:lnTo>
                    <a:pt x="92" y="3566"/>
                  </a:lnTo>
                  <a:cubicBezTo>
                    <a:pt x="185" y="3934"/>
                    <a:pt x="378" y="4251"/>
                    <a:pt x="562" y="4557"/>
                  </a:cubicBezTo>
                  <a:cubicBezTo>
                    <a:pt x="471" y="4210"/>
                    <a:pt x="348" y="3863"/>
                    <a:pt x="297" y="3525"/>
                  </a:cubicBezTo>
                  <a:lnTo>
                    <a:pt x="297" y="3515"/>
                  </a:lnTo>
                  <a:cubicBezTo>
                    <a:pt x="256" y="3239"/>
                    <a:pt x="267" y="2953"/>
                    <a:pt x="276" y="2657"/>
                  </a:cubicBezTo>
                  <a:cubicBezTo>
                    <a:pt x="287" y="2360"/>
                    <a:pt x="287" y="2065"/>
                    <a:pt x="287" y="1779"/>
                  </a:cubicBezTo>
                  <a:cubicBezTo>
                    <a:pt x="276" y="1186"/>
                    <a:pt x="256" y="593"/>
                    <a:pt x="185" y="1"/>
                  </a:cubicBezTo>
                  <a:close/>
                </a:path>
              </a:pathLst>
            </a:custGeom>
            <a:solidFill>
              <a:srgbClr val="995A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7" name="Google Shape;8917;p32"/>
            <p:cNvSpPr/>
            <p:nvPr/>
          </p:nvSpPr>
          <p:spPr>
            <a:xfrm>
              <a:off x="3685025" y="3534750"/>
              <a:ext cx="45475" cy="9425"/>
            </a:xfrm>
            <a:custGeom>
              <a:avLst/>
              <a:gdLst/>
              <a:ahLst/>
              <a:cxnLst/>
              <a:rect l="l" t="t" r="r" b="b"/>
              <a:pathLst>
                <a:path w="1819" h="377" extrusionOk="0">
                  <a:moveTo>
                    <a:pt x="1055" y="0"/>
                  </a:moveTo>
                  <a:cubicBezTo>
                    <a:pt x="999" y="0"/>
                    <a:pt x="944" y="3"/>
                    <a:pt x="889" y="8"/>
                  </a:cubicBezTo>
                  <a:cubicBezTo>
                    <a:pt x="562" y="60"/>
                    <a:pt x="266" y="172"/>
                    <a:pt x="0" y="376"/>
                  </a:cubicBezTo>
                  <a:cubicBezTo>
                    <a:pt x="338" y="376"/>
                    <a:pt x="634" y="315"/>
                    <a:pt x="920" y="285"/>
                  </a:cubicBezTo>
                  <a:cubicBezTo>
                    <a:pt x="1162" y="259"/>
                    <a:pt x="1391" y="241"/>
                    <a:pt x="1645" y="241"/>
                  </a:cubicBezTo>
                  <a:cubicBezTo>
                    <a:pt x="1701" y="241"/>
                    <a:pt x="1759" y="242"/>
                    <a:pt x="1819" y="244"/>
                  </a:cubicBezTo>
                  <a:cubicBezTo>
                    <a:pt x="1607" y="66"/>
                    <a:pt x="1326" y="0"/>
                    <a:pt x="1055" y="0"/>
                  </a:cubicBezTo>
                  <a:close/>
                </a:path>
              </a:pathLst>
            </a:custGeom>
            <a:solidFill>
              <a:srgbClr val="995A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8" name="Google Shape;8918;p32"/>
            <p:cNvSpPr/>
            <p:nvPr/>
          </p:nvSpPr>
          <p:spPr>
            <a:xfrm>
              <a:off x="3431400" y="3760725"/>
              <a:ext cx="31425" cy="167075"/>
            </a:xfrm>
            <a:custGeom>
              <a:avLst/>
              <a:gdLst/>
              <a:ahLst/>
              <a:cxnLst/>
              <a:rect l="l" t="t" r="r" b="b"/>
              <a:pathLst>
                <a:path w="1257" h="6683" extrusionOk="0">
                  <a:moveTo>
                    <a:pt x="1237" y="1"/>
                  </a:moveTo>
                  <a:lnTo>
                    <a:pt x="1237" y="1"/>
                  </a:lnTo>
                  <a:cubicBezTo>
                    <a:pt x="1114" y="563"/>
                    <a:pt x="1012" y="1124"/>
                    <a:pt x="941" y="1687"/>
                  </a:cubicBezTo>
                  <a:cubicBezTo>
                    <a:pt x="859" y="2248"/>
                    <a:pt x="807" y="2811"/>
                    <a:pt x="716" y="3362"/>
                  </a:cubicBezTo>
                  <a:cubicBezTo>
                    <a:pt x="624" y="3924"/>
                    <a:pt x="532" y="4475"/>
                    <a:pt x="389" y="5027"/>
                  </a:cubicBezTo>
                  <a:cubicBezTo>
                    <a:pt x="246" y="5569"/>
                    <a:pt x="113" y="6121"/>
                    <a:pt x="1" y="6682"/>
                  </a:cubicBezTo>
                  <a:cubicBezTo>
                    <a:pt x="246" y="6171"/>
                    <a:pt x="471" y="5640"/>
                    <a:pt x="675" y="5099"/>
                  </a:cubicBezTo>
                  <a:cubicBezTo>
                    <a:pt x="869" y="4557"/>
                    <a:pt x="982" y="3996"/>
                    <a:pt x="1073" y="3423"/>
                  </a:cubicBezTo>
                  <a:cubicBezTo>
                    <a:pt x="1175" y="2851"/>
                    <a:pt x="1206" y="2289"/>
                    <a:pt x="1227" y="1717"/>
                  </a:cubicBezTo>
                  <a:cubicBezTo>
                    <a:pt x="1257" y="1145"/>
                    <a:pt x="1257" y="573"/>
                    <a:pt x="12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9" name="Google Shape;8919;p32"/>
            <p:cNvSpPr/>
            <p:nvPr/>
          </p:nvSpPr>
          <p:spPr>
            <a:xfrm>
              <a:off x="3404075" y="2957475"/>
              <a:ext cx="13050" cy="18150"/>
            </a:xfrm>
            <a:custGeom>
              <a:avLst/>
              <a:gdLst/>
              <a:ahLst/>
              <a:cxnLst/>
              <a:rect l="l" t="t" r="r" b="b"/>
              <a:pathLst>
                <a:path w="522" h="726" extrusionOk="0">
                  <a:moveTo>
                    <a:pt x="266" y="1"/>
                  </a:moveTo>
                  <a:cubicBezTo>
                    <a:pt x="113" y="1"/>
                    <a:pt x="0" y="164"/>
                    <a:pt x="0" y="358"/>
                  </a:cubicBezTo>
                  <a:cubicBezTo>
                    <a:pt x="0" y="562"/>
                    <a:pt x="113" y="726"/>
                    <a:pt x="266" y="726"/>
                  </a:cubicBezTo>
                  <a:cubicBezTo>
                    <a:pt x="409" y="726"/>
                    <a:pt x="522" y="562"/>
                    <a:pt x="522" y="358"/>
                  </a:cubicBezTo>
                  <a:cubicBezTo>
                    <a:pt x="522" y="164"/>
                    <a:pt x="409" y="1"/>
                    <a:pt x="26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0" name="Google Shape;8920;p32"/>
            <p:cNvSpPr/>
            <p:nvPr/>
          </p:nvSpPr>
          <p:spPr>
            <a:xfrm>
              <a:off x="3469725" y="2963100"/>
              <a:ext cx="13025" cy="18150"/>
            </a:xfrm>
            <a:custGeom>
              <a:avLst/>
              <a:gdLst/>
              <a:ahLst/>
              <a:cxnLst/>
              <a:rect l="l" t="t" r="r" b="b"/>
              <a:pathLst>
                <a:path w="521" h="726" extrusionOk="0">
                  <a:moveTo>
                    <a:pt x="266" y="0"/>
                  </a:moveTo>
                  <a:cubicBezTo>
                    <a:pt x="123" y="0"/>
                    <a:pt x="0" y="164"/>
                    <a:pt x="0" y="358"/>
                  </a:cubicBezTo>
                  <a:cubicBezTo>
                    <a:pt x="0" y="562"/>
                    <a:pt x="123" y="725"/>
                    <a:pt x="266" y="725"/>
                  </a:cubicBezTo>
                  <a:cubicBezTo>
                    <a:pt x="409" y="725"/>
                    <a:pt x="521" y="562"/>
                    <a:pt x="521" y="358"/>
                  </a:cubicBezTo>
                  <a:cubicBezTo>
                    <a:pt x="521" y="164"/>
                    <a:pt x="409" y="0"/>
                    <a:pt x="26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2" name="Google Shape;8932;p34"/>
          <p:cNvSpPr txBox="1">
            <a:spLocks noGrp="1"/>
          </p:cNvSpPr>
          <p:nvPr>
            <p:ph type="title"/>
          </p:nvPr>
        </p:nvSpPr>
        <p:spPr>
          <a:xfrm>
            <a:off x="325173" y="3428040"/>
            <a:ext cx="7433373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0" i="0"/>
              <a:t>Problem Statement </a:t>
            </a:r>
            <a:endParaRPr/>
          </a:p>
        </p:txBody>
      </p:sp>
      <p:sp>
        <p:nvSpPr>
          <p:cNvPr id="8933" name="Google Shape;8933;p34"/>
          <p:cNvSpPr txBox="1">
            <a:spLocks noGrp="1"/>
          </p:cNvSpPr>
          <p:nvPr>
            <p:ph type="title" idx="2"/>
          </p:nvPr>
        </p:nvSpPr>
        <p:spPr>
          <a:xfrm>
            <a:off x="560700" y="2436531"/>
            <a:ext cx="1210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935" name="Google Shape;8935;p34"/>
          <p:cNvSpPr/>
          <p:nvPr/>
        </p:nvSpPr>
        <p:spPr>
          <a:xfrm>
            <a:off x="-206742" y="670818"/>
            <a:ext cx="1281912" cy="1162406"/>
          </a:xfrm>
          <a:custGeom>
            <a:avLst/>
            <a:gdLst/>
            <a:ahLst/>
            <a:cxnLst/>
            <a:rect l="l" t="t" r="r" b="b"/>
            <a:pathLst>
              <a:path w="10452" h="9478" extrusionOk="0">
                <a:moveTo>
                  <a:pt x="5225" y="0"/>
                </a:moveTo>
                <a:cubicBezTo>
                  <a:pt x="4038" y="0"/>
                  <a:pt x="2851" y="443"/>
                  <a:pt x="1932" y="1332"/>
                </a:cubicBezTo>
                <a:cubicBezTo>
                  <a:pt x="52" y="3150"/>
                  <a:pt x="0" y="6154"/>
                  <a:pt x="1819" y="8034"/>
                </a:cubicBezTo>
                <a:cubicBezTo>
                  <a:pt x="2748" y="8994"/>
                  <a:pt x="3985" y="9477"/>
                  <a:pt x="5224" y="9477"/>
                </a:cubicBezTo>
                <a:cubicBezTo>
                  <a:pt x="6409" y="9477"/>
                  <a:pt x="7597" y="9035"/>
                  <a:pt x="8521" y="8146"/>
                </a:cubicBezTo>
                <a:cubicBezTo>
                  <a:pt x="10400" y="6328"/>
                  <a:pt x="10452" y="3324"/>
                  <a:pt x="8633" y="1444"/>
                </a:cubicBezTo>
                <a:cubicBezTo>
                  <a:pt x="7704" y="484"/>
                  <a:pt x="6465" y="0"/>
                  <a:pt x="52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36" name="Google Shape;8936;p34"/>
          <p:cNvGrpSpPr/>
          <p:nvPr/>
        </p:nvGrpSpPr>
        <p:grpSpPr>
          <a:xfrm>
            <a:off x="4041832" y="387090"/>
            <a:ext cx="1517538" cy="1495345"/>
            <a:chOff x="-1517525" y="-541175"/>
            <a:chExt cx="1096725" cy="1080686"/>
          </a:xfrm>
        </p:grpSpPr>
        <p:sp>
          <p:nvSpPr>
            <p:cNvPr id="8937" name="Google Shape;8937;p34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8" name="Google Shape;8938;p34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9" name="Google Shape;8939;p34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0" name="Google Shape;8940;p34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1" name="Google Shape;8941;p34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2" name="Google Shape;8942;p34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3" name="Google Shape;8943;p34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4" name="Google Shape;8944;p34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5" name="Google Shape;8945;p34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6" name="Google Shape;8946;p34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7" name="Google Shape;8947;p34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8" name="Google Shape;8948;p34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9" name="Google Shape;8949;p34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0" name="Google Shape;8950;p34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1" name="Google Shape;8951;p34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2" name="Google Shape;8952;p34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3" name="Google Shape;8953;p34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4" name="Google Shape;8954;p34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5" name="Google Shape;8955;p34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6" name="Google Shape;8956;p34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7" name="Google Shape;8957;p34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8" name="Google Shape;8958;p34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9" name="Google Shape;8959;p34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0" name="Google Shape;8960;p34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1" name="Google Shape;8961;p34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2" name="Google Shape;8962;p34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3" name="Google Shape;8963;p34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4" name="Google Shape;8964;p34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5" name="Google Shape;8965;p34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6" name="Google Shape;8966;p34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7" name="Google Shape;8967;p34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8" name="Google Shape;8968;p34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9" name="Google Shape;8969;p34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0" name="Google Shape;8970;p34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1" name="Google Shape;8971;p34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2" name="Google Shape;8972;p34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3" name="Google Shape;8973;p34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4" name="Google Shape;8974;p34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5" name="Google Shape;8975;p34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6" name="Google Shape;8976;p34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7" name="Google Shape;8977;p34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8" name="Google Shape;8978;p34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9" name="Google Shape;8979;p34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0" name="Google Shape;8980;p34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1" name="Google Shape;8981;p34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2" name="Google Shape;8982;p34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3" name="Google Shape;8983;p34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4" name="Google Shape;8984;p34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5" name="Google Shape;8985;p34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6" name="Google Shape;8986;p34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7" name="Google Shape;8987;p34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8" name="Google Shape;8988;p34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9" name="Google Shape;8989;p34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0" name="Google Shape;8990;p34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1" name="Google Shape;8991;p34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2" name="Google Shape;8992;p34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3" name="Google Shape;8993;p34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4" name="Google Shape;8994;p34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5" name="Google Shape;8995;p34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6" name="Google Shape;8996;p34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7" name="Google Shape;8997;p34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8" name="Google Shape;8998;p34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9" name="Google Shape;8999;p34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0" name="Google Shape;9000;p34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1" name="Google Shape;9001;p34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2" name="Google Shape;9002;p34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3" name="Google Shape;9003;p34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4" name="Google Shape;9004;p34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5" name="Google Shape;9005;p34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6" name="Google Shape;9006;p34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7" name="Google Shape;9007;p34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8" name="Google Shape;9008;p34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9" name="Google Shape;9009;p34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0" name="Google Shape;9010;p34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1" name="Google Shape;9011;p34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2" name="Google Shape;9012;p34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3" name="Google Shape;9013;p34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4" name="Google Shape;9014;p34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5" name="Google Shape;9015;p34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6" name="Google Shape;9016;p34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7" name="Google Shape;9017;p34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8" name="Google Shape;9018;p34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9" name="Google Shape;9019;p34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0" name="Google Shape;9020;p34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1" name="Google Shape;9021;p34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2" name="Google Shape;9022;p34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3" name="Google Shape;9023;p34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4" name="Google Shape;9024;p34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5" name="Google Shape;9025;p34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6" name="Google Shape;9026;p34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7" name="Google Shape;9027;p34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8" name="Google Shape;9028;p34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9" name="Google Shape;9029;p34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0" name="Google Shape;9030;p34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1" name="Google Shape;9031;p34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2" name="Google Shape;9032;p34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3" name="Google Shape;9033;p34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4" name="Google Shape;9034;p34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5" name="Google Shape;9035;p34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6" name="Google Shape;9036;p34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7" name="Google Shape;9037;p34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8" name="Google Shape;9038;p34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9" name="Google Shape;9039;p34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0" name="Google Shape;9040;p34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1" name="Google Shape;9041;p34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2" name="Google Shape;9042;p34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3" name="Google Shape;9043;p34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4" name="Google Shape;9044;p34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5" name="Google Shape;9045;p34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6" name="Google Shape;9046;p34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7" name="Google Shape;9047;p34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8" name="Google Shape;9048;p34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9" name="Google Shape;9049;p34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0" name="Google Shape;9050;p34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1" name="Google Shape;9051;p34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2" name="Google Shape;9052;p34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3" name="Google Shape;9053;p34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4" name="Google Shape;9054;p34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5" name="Google Shape;9055;p34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6" name="Google Shape;9056;p34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7" name="Google Shape;9057;p34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8" name="Google Shape;9058;p34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9" name="Google Shape;9059;p34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0" name="Google Shape;9060;p34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1" name="Google Shape;9061;p34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2" name="Google Shape;9062;p34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3" name="Google Shape;9063;p34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4" name="Google Shape;9064;p34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5" name="Google Shape;9065;p34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6" name="Google Shape;9066;p34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7" name="Google Shape;9067;p34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8" name="Google Shape;9068;p34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9" name="Google Shape;9069;p34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0" name="Google Shape;9070;p34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1" name="Google Shape;9071;p34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2" name="Google Shape;9072;p34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3" name="Google Shape;9073;p34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4" name="Google Shape;9074;p34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5" name="Google Shape;9075;p34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6" name="Google Shape;9076;p34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7" name="Google Shape;9077;p34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8" name="Google Shape;9078;p34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9" name="Google Shape;9079;p34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0" name="Google Shape;9080;p34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1" name="Google Shape;9081;p34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2" name="Google Shape;9082;p34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3" name="Google Shape;9083;p34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4" name="Google Shape;9084;p34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5" name="Google Shape;9085;p34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6" name="Google Shape;9086;p34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7" name="Google Shape;9087;p34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8" name="Google Shape;9088;p34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9" name="Google Shape;9089;p34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0" name="Google Shape;9090;p34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1" name="Google Shape;9091;p34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2" name="Google Shape;9092;p34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3" name="Google Shape;9093;p34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4" name="Google Shape;9094;p34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5" name="Google Shape;9095;p34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6" name="Google Shape;9096;p34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7" name="Google Shape;9097;p34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8" name="Google Shape;9098;p34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9" name="Google Shape;9099;p34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0" name="Google Shape;9100;p34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1" name="Google Shape;9101;p34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2" name="Google Shape;9102;p34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3" name="Google Shape;9103;p34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4" name="Google Shape;9104;p34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5" name="Google Shape;9105;p34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6" name="Google Shape;9106;p34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7" name="Google Shape;9107;p34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8" name="Google Shape;9108;p34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9" name="Google Shape;9109;p34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0" name="Google Shape;9110;p34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1" name="Google Shape;9111;p34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2" name="Google Shape;9112;p34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3" name="Google Shape;9113;p34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4" name="Google Shape;9114;p34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5" name="Google Shape;9115;p34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6" name="Google Shape;9116;p34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7" name="Google Shape;9117;p34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8" name="Google Shape;9118;p34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9" name="Google Shape;9119;p34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0" name="Google Shape;9120;p34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1" name="Google Shape;9121;p34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2" name="Google Shape;9122;p34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3" name="Google Shape;9123;p34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4" name="Google Shape;9124;p34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5" name="Google Shape;9125;p34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6" name="Google Shape;9126;p34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7" name="Google Shape;9127;p34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8" name="Google Shape;9128;p34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9" name="Google Shape;9129;p34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0" name="Google Shape;9130;p34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1" name="Google Shape;9131;p34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2" name="Google Shape;9132;p34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3" name="Google Shape;9133;p34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4" name="Google Shape;9134;p34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5" name="Google Shape;9135;p34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6" name="Google Shape;9136;p34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7" name="Google Shape;9137;p34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8" name="Google Shape;9138;p34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9" name="Google Shape;9139;p34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0" name="Google Shape;9140;p34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1" name="Google Shape;9141;p34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2" name="Google Shape;9142;p34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3" name="Google Shape;9143;p34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4" name="Google Shape;9144;p34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5" name="Google Shape;9145;p34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6" name="Google Shape;9146;p34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7" name="Google Shape;9147;p34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8" name="Google Shape;9148;p34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9" name="Google Shape;9149;p34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0" name="Google Shape;9150;p34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1" name="Google Shape;9151;p34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2" name="Google Shape;9152;p34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3" name="Google Shape;9153;p34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4" name="Google Shape;9154;p34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5" name="Google Shape;9155;p34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6" name="Google Shape;9156;p34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7" name="Google Shape;9157;p34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8" name="Google Shape;9158;p34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9" name="Google Shape;9159;p34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0" name="Google Shape;9160;p34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1" name="Google Shape;9161;p34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2" name="Google Shape;9162;p34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3" name="Google Shape;9163;p34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4" name="Google Shape;9164;p34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5" name="Google Shape;9165;p34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6" name="Google Shape;9166;p34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7" name="Google Shape;9167;p34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8" name="Google Shape;9168;p34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9" name="Google Shape;9169;p34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0" name="Google Shape;9170;p34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1" name="Google Shape;9171;p34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2" name="Google Shape;9172;p34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3" name="Google Shape;9173;p34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4" name="Google Shape;9174;p34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5" name="Google Shape;9175;p34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6" name="Google Shape;9176;p34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7" name="Google Shape;9177;p34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8" name="Google Shape;9178;p34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9" name="Google Shape;9179;p34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0" name="Google Shape;9180;p34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1" name="Google Shape;9181;p34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2" name="Google Shape;9182;p34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3" name="Google Shape;9183;p34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4" name="Google Shape;9184;p34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5" name="Google Shape;9185;p34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6" name="Google Shape;9186;p34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7" name="Google Shape;9187;p34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8" name="Google Shape;9188;p34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9" name="Google Shape;9189;p34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0" name="Google Shape;9190;p34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1" name="Google Shape;9191;p34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2" name="Google Shape;9192;p34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3" name="Google Shape;9193;p34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4" name="Google Shape;9194;p34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5" name="Google Shape;9195;p34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6" name="Google Shape;9196;p34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7" name="Google Shape;9197;p34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8" name="Google Shape;9198;p34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9" name="Google Shape;9199;p34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0" name="Google Shape;9200;p34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1" name="Google Shape;9201;p34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2" name="Google Shape;9202;p34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3" name="Google Shape;9203;p34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4" name="Google Shape;9204;p34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5" name="Google Shape;9205;p34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6" name="Google Shape;9206;p34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7" name="Google Shape;9207;p34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8" name="Google Shape;9208;p34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9" name="Google Shape;9209;p34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0" name="Google Shape;9210;p34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1" name="Google Shape;9211;p34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2" name="Google Shape;9212;p34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3" name="Google Shape;9213;p34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4" name="Google Shape;9214;p34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5" name="Google Shape;9215;p34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6" name="Google Shape;9216;p34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7" name="Google Shape;9217;p34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8" name="Google Shape;9218;p34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9" name="Google Shape;9219;p34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0" name="Google Shape;9220;p34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1" name="Google Shape;9221;p34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2" name="Google Shape;9222;p34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3" name="Google Shape;9223;p34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4" name="Google Shape;9224;p34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5" name="Google Shape;9225;p34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6" name="Google Shape;9226;p34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7" name="Google Shape;9227;p34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8" name="Google Shape;9228;p34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9" name="Google Shape;9229;p34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0" name="Google Shape;9230;p34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1" name="Google Shape;9231;p34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2" name="Google Shape;9232;p34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3" name="Google Shape;9233;p34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4" name="Google Shape;9234;p34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5" name="Google Shape;9235;p34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6" name="Google Shape;9236;p34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7" name="Google Shape;9237;p34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8" name="Google Shape;9238;p34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9" name="Google Shape;9239;p34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0" name="Google Shape;9240;p34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1" name="Google Shape;9241;p34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2" name="Google Shape;9242;p34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3" name="Google Shape;9243;p34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4" name="Google Shape;9244;p34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5" name="Google Shape;9245;p34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6" name="Google Shape;9246;p34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7" name="Google Shape;9247;p34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8" name="Google Shape;9248;p34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9" name="Google Shape;9249;p34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0" name="Google Shape;9250;p34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1" name="Google Shape;9251;p34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2" name="Google Shape;9252;p34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3" name="Google Shape;9253;p34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4" name="Google Shape;9254;p34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5" name="Google Shape;9255;p34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6" name="Google Shape;9256;p34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7" name="Google Shape;9257;p34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8" name="Google Shape;9258;p34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9" name="Google Shape;9259;p34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0" name="Google Shape;9260;p34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1" name="Google Shape;9261;p34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2" name="Google Shape;9262;p34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3" name="Google Shape;9263;p34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4" name="Google Shape;9264;p34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5" name="Google Shape;9265;p34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6" name="Google Shape;9266;p34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7" name="Google Shape;9267;p34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8" name="Google Shape;9268;p34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9" name="Google Shape;9269;p34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0" name="Google Shape;9270;p34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1" name="Google Shape;9271;p34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2" name="Google Shape;9272;p34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73" name="Google Shape;9273;p34"/>
          <p:cNvSpPr/>
          <p:nvPr/>
        </p:nvSpPr>
        <p:spPr>
          <a:xfrm>
            <a:off x="2285675" y="-373482"/>
            <a:ext cx="2053902" cy="2035379"/>
          </a:xfrm>
          <a:custGeom>
            <a:avLst/>
            <a:gdLst/>
            <a:ahLst/>
            <a:cxnLst/>
            <a:rect l="l" t="t" r="r" b="b"/>
            <a:pathLst>
              <a:path w="13466" h="13345" extrusionOk="0">
                <a:moveTo>
                  <a:pt x="6730" y="1257"/>
                </a:moveTo>
                <a:cubicBezTo>
                  <a:pt x="6762" y="1257"/>
                  <a:pt x="6793" y="1258"/>
                  <a:pt x="6825" y="1258"/>
                </a:cubicBezTo>
                <a:cubicBezTo>
                  <a:pt x="9818" y="1309"/>
                  <a:pt x="12199" y="3771"/>
                  <a:pt x="12147" y="6775"/>
                </a:cubicBezTo>
                <a:cubicBezTo>
                  <a:pt x="12097" y="9736"/>
                  <a:pt x="9686" y="12098"/>
                  <a:pt x="6737" y="12098"/>
                </a:cubicBezTo>
                <a:cubicBezTo>
                  <a:pt x="6705" y="12098"/>
                  <a:pt x="6673" y="12098"/>
                  <a:pt x="6641" y="12097"/>
                </a:cubicBezTo>
                <a:cubicBezTo>
                  <a:pt x="3647" y="12047"/>
                  <a:pt x="1257" y="9574"/>
                  <a:pt x="1308" y="6580"/>
                </a:cubicBezTo>
                <a:cubicBezTo>
                  <a:pt x="1359" y="3619"/>
                  <a:pt x="3779" y="1257"/>
                  <a:pt x="6730" y="1257"/>
                </a:cubicBezTo>
                <a:close/>
                <a:moveTo>
                  <a:pt x="6732" y="0"/>
                </a:moveTo>
                <a:cubicBezTo>
                  <a:pt x="3095" y="0"/>
                  <a:pt x="123" y="2920"/>
                  <a:pt x="62" y="6560"/>
                </a:cubicBezTo>
                <a:cubicBezTo>
                  <a:pt x="1" y="10248"/>
                  <a:pt x="2932" y="13282"/>
                  <a:pt x="6621" y="13344"/>
                </a:cubicBezTo>
                <a:cubicBezTo>
                  <a:pt x="6665" y="13344"/>
                  <a:pt x="6709" y="13345"/>
                  <a:pt x="6753" y="13345"/>
                </a:cubicBezTo>
                <a:cubicBezTo>
                  <a:pt x="10371" y="13345"/>
                  <a:pt x="13333" y="10429"/>
                  <a:pt x="13404" y="6795"/>
                </a:cubicBezTo>
                <a:cubicBezTo>
                  <a:pt x="13466" y="3107"/>
                  <a:pt x="10533" y="73"/>
                  <a:pt x="6846" y="1"/>
                </a:cubicBezTo>
                <a:cubicBezTo>
                  <a:pt x="6808" y="0"/>
                  <a:pt x="6770" y="0"/>
                  <a:pt x="67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74" name="Google Shape;9274;p34"/>
          <p:cNvGrpSpPr/>
          <p:nvPr/>
        </p:nvGrpSpPr>
        <p:grpSpPr>
          <a:xfrm>
            <a:off x="7885331" y="2952980"/>
            <a:ext cx="1090898" cy="1982465"/>
            <a:chOff x="2068900" y="2391075"/>
            <a:chExt cx="187475" cy="340700"/>
          </a:xfrm>
        </p:grpSpPr>
        <p:sp>
          <p:nvSpPr>
            <p:cNvPr id="9275" name="Google Shape;9275;p34"/>
            <p:cNvSpPr/>
            <p:nvPr/>
          </p:nvSpPr>
          <p:spPr>
            <a:xfrm>
              <a:off x="2096750" y="2581350"/>
              <a:ext cx="124650" cy="84825"/>
            </a:xfrm>
            <a:custGeom>
              <a:avLst/>
              <a:gdLst/>
              <a:ahLst/>
              <a:cxnLst/>
              <a:rect l="l" t="t" r="r" b="b"/>
              <a:pathLst>
                <a:path w="4986" h="3393" extrusionOk="0">
                  <a:moveTo>
                    <a:pt x="633" y="0"/>
                  </a:moveTo>
                  <a:cubicBezTo>
                    <a:pt x="429" y="665"/>
                    <a:pt x="214" y="1339"/>
                    <a:pt x="0" y="1993"/>
                  </a:cubicBezTo>
                  <a:lnTo>
                    <a:pt x="30" y="2064"/>
                  </a:lnTo>
                  <a:cubicBezTo>
                    <a:pt x="1297" y="2913"/>
                    <a:pt x="2820" y="3372"/>
                    <a:pt x="4342" y="3392"/>
                  </a:cubicBezTo>
                  <a:cubicBezTo>
                    <a:pt x="4332" y="3383"/>
                    <a:pt x="4321" y="3372"/>
                    <a:pt x="4301" y="3362"/>
                  </a:cubicBezTo>
                  <a:cubicBezTo>
                    <a:pt x="4546" y="2688"/>
                    <a:pt x="4771" y="2014"/>
                    <a:pt x="4986" y="1339"/>
                  </a:cubicBezTo>
                  <a:cubicBezTo>
                    <a:pt x="3453" y="1278"/>
                    <a:pt x="1941" y="808"/>
                    <a:pt x="6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6" name="Google Shape;9276;p34"/>
            <p:cNvSpPr/>
            <p:nvPr/>
          </p:nvSpPr>
          <p:spPr>
            <a:xfrm>
              <a:off x="2210650" y="2392850"/>
              <a:ext cx="26825" cy="30175"/>
            </a:xfrm>
            <a:custGeom>
              <a:avLst/>
              <a:gdLst/>
              <a:ahLst/>
              <a:cxnLst/>
              <a:rect l="l" t="t" r="r" b="b"/>
              <a:pathLst>
                <a:path w="1073" h="1207" extrusionOk="0">
                  <a:moveTo>
                    <a:pt x="317" y="1"/>
                  </a:moveTo>
                  <a:cubicBezTo>
                    <a:pt x="215" y="338"/>
                    <a:pt x="112" y="675"/>
                    <a:pt x="1" y="1013"/>
                  </a:cubicBezTo>
                  <a:lnTo>
                    <a:pt x="1" y="1022"/>
                  </a:lnTo>
                  <a:cubicBezTo>
                    <a:pt x="41" y="1022"/>
                    <a:pt x="72" y="1033"/>
                    <a:pt x="112" y="1043"/>
                  </a:cubicBezTo>
                  <a:cubicBezTo>
                    <a:pt x="327" y="1084"/>
                    <a:pt x="542" y="1135"/>
                    <a:pt x="746" y="1206"/>
                  </a:cubicBezTo>
                  <a:cubicBezTo>
                    <a:pt x="838" y="879"/>
                    <a:pt x="950" y="553"/>
                    <a:pt x="1073" y="246"/>
                  </a:cubicBezTo>
                  <a:cubicBezTo>
                    <a:pt x="828" y="155"/>
                    <a:pt x="573" y="73"/>
                    <a:pt x="3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7" name="Google Shape;9277;p34"/>
            <p:cNvSpPr/>
            <p:nvPr/>
          </p:nvSpPr>
          <p:spPr>
            <a:xfrm>
              <a:off x="2184100" y="2418025"/>
              <a:ext cx="59500" cy="43850"/>
            </a:xfrm>
            <a:custGeom>
              <a:avLst/>
              <a:gdLst/>
              <a:ahLst/>
              <a:cxnLst/>
              <a:rect l="l" t="t" r="r" b="b"/>
              <a:pathLst>
                <a:path w="2380" h="1754" extrusionOk="0">
                  <a:moveTo>
                    <a:pt x="851" y="1"/>
                  </a:moveTo>
                  <a:cubicBezTo>
                    <a:pt x="695" y="1"/>
                    <a:pt x="539" y="47"/>
                    <a:pt x="418" y="159"/>
                  </a:cubicBezTo>
                  <a:cubicBezTo>
                    <a:pt x="184" y="373"/>
                    <a:pt x="204" y="771"/>
                    <a:pt x="0" y="1027"/>
                  </a:cubicBezTo>
                  <a:lnTo>
                    <a:pt x="41" y="1068"/>
                  </a:lnTo>
                  <a:cubicBezTo>
                    <a:pt x="214" y="1191"/>
                    <a:pt x="429" y="1262"/>
                    <a:pt x="643" y="1344"/>
                  </a:cubicBezTo>
                  <a:cubicBezTo>
                    <a:pt x="899" y="1425"/>
                    <a:pt x="1165" y="1518"/>
                    <a:pt x="1420" y="1599"/>
                  </a:cubicBezTo>
                  <a:cubicBezTo>
                    <a:pt x="1660" y="1676"/>
                    <a:pt x="1910" y="1753"/>
                    <a:pt x="2151" y="1753"/>
                  </a:cubicBezTo>
                  <a:cubicBezTo>
                    <a:pt x="2166" y="1753"/>
                    <a:pt x="2181" y="1753"/>
                    <a:pt x="2196" y="1752"/>
                  </a:cubicBezTo>
                  <a:lnTo>
                    <a:pt x="2207" y="1752"/>
                  </a:lnTo>
                  <a:lnTo>
                    <a:pt x="2207" y="1742"/>
                  </a:lnTo>
                  <a:cubicBezTo>
                    <a:pt x="2207" y="1518"/>
                    <a:pt x="2288" y="1313"/>
                    <a:pt x="2329" y="1098"/>
                  </a:cubicBezTo>
                  <a:cubicBezTo>
                    <a:pt x="2380" y="884"/>
                    <a:pt x="2380" y="639"/>
                    <a:pt x="2257" y="455"/>
                  </a:cubicBezTo>
                  <a:cubicBezTo>
                    <a:pt x="2166" y="333"/>
                    <a:pt x="2012" y="261"/>
                    <a:pt x="1859" y="210"/>
                  </a:cubicBezTo>
                  <a:cubicBezTo>
                    <a:pt x="1839" y="210"/>
                    <a:pt x="1828" y="199"/>
                    <a:pt x="1808" y="199"/>
                  </a:cubicBezTo>
                  <a:cubicBezTo>
                    <a:pt x="1604" y="128"/>
                    <a:pt x="1389" y="77"/>
                    <a:pt x="1174" y="36"/>
                  </a:cubicBezTo>
                  <a:cubicBezTo>
                    <a:pt x="1134" y="26"/>
                    <a:pt x="1103" y="15"/>
                    <a:pt x="1063" y="15"/>
                  </a:cubicBezTo>
                  <a:cubicBezTo>
                    <a:pt x="1022" y="6"/>
                    <a:pt x="981" y="6"/>
                    <a:pt x="940" y="6"/>
                  </a:cubicBezTo>
                  <a:cubicBezTo>
                    <a:pt x="910" y="2"/>
                    <a:pt x="881" y="1"/>
                    <a:pt x="8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8" name="Google Shape;9278;p34"/>
            <p:cNvSpPr/>
            <p:nvPr/>
          </p:nvSpPr>
          <p:spPr>
            <a:xfrm>
              <a:off x="2068900" y="2663075"/>
              <a:ext cx="139225" cy="68700"/>
            </a:xfrm>
            <a:custGeom>
              <a:avLst/>
              <a:gdLst/>
              <a:ahLst/>
              <a:cxnLst/>
              <a:rect l="l" t="t" r="r" b="b"/>
              <a:pathLst>
                <a:path w="5569" h="2748" extrusionOk="0">
                  <a:moveTo>
                    <a:pt x="174" y="1"/>
                  </a:moveTo>
                  <a:lnTo>
                    <a:pt x="174" y="11"/>
                  </a:lnTo>
                  <a:cubicBezTo>
                    <a:pt x="0" y="461"/>
                    <a:pt x="102" y="972"/>
                    <a:pt x="409" y="1349"/>
                  </a:cubicBezTo>
                  <a:cubicBezTo>
                    <a:pt x="746" y="1758"/>
                    <a:pt x="1175" y="2095"/>
                    <a:pt x="1655" y="2330"/>
                  </a:cubicBezTo>
                  <a:cubicBezTo>
                    <a:pt x="2227" y="2612"/>
                    <a:pt x="2861" y="2748"/>
                    <a:pt x="3499" y="2748"/>
                  </a:cubicBezTo>
                  <a:cubicBezTo>
                    <a:pt x="3671" y="2748"/>
                    <a:pt x="3844" y="2738"/>
                    <a:pt x="4015" y="2718"/>
                  </a:cubicBezTo>
                  <a:cubicBezTo>
                    <a:pt x="4261" y="2688"/>
                    <a:pt x="4506" y="2647"/>
                    <a:pt x="4731" y="2555"/>
                  </a:cubicBezTo>
                  <a:lnTo>
                    <a:pt x="4751" y="2555"/>
                  </a:lnTo>
                  <a:cubicBezTo>
                    <a:pt x="5139" y="2412"/>
                    <a:pt x="5446" y="2085"/>
                    <a:pt x="5558" y="1676"/>
                  </a:cubicBezTo>
                  <a:cubicBezTo>
                    <a:pt x="5558" y="1666"/>
                    <a:pt x="5568" y="1656"/>
                    <a:pt x="5568" y="1646"/>
                  </a:cubicBezTo>
                  <a:lnTo>
                    <a:pt x="5568" y="1646"/>
                  </a:lnTo>
                  <a:cubicBezTo>
                    <a:pt x="5170" y="1880"/>
                    <a:pt x="4710" y="1961"/>
                    <a:pt x="4247" y="1961"/>
                  </a:cubicBezTo>
                  <a:cubicBezTo>
                    <a:pt x="4022" y="1961"/>
                    <a:pt x="3796" y="1942"/>
                    <a:pt x="3576" y="1912"/>
                  </a:cubicBezTo>
                  <a:cubicBezTo>
                    <a:pt x="2922" y="1819"/>
                    <a:pt x="2268" y="1646"/>
                    <a:pt x="1676" y="1329"/>
                  </a:cubicBezTo>
                  <a:cubicBezTo>
                    <a:pt x="1083" y="1022"/>
                    <a:pt x="562" y="573"/>
                    <a:pt x="204" y="11"/>
                  </a:cubicBezTo>
                  <a:lnTo>
                    <a:pt x="1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9" name="Google Shape;9279;p34"/>
            <p:cNvSpPr/>
            <p:nvPr/>
          </p:nvSpPr>
          <p:spPr>
            <a:xfrm>
              <a:off x="2125600" y="2494000"/>
              <a:ext cx="127475" cy="65950"/>
            </a:xfrm>
            <a:custGeom>
              <a:avLst/>
              <a:gdLst/>
              <a:ahLst/>
              <a:cxnLst/>
              <a:rect l="l" t="t" r="r" b="b"/>
              <a:pathLst>
                <a:path w="5099" h="2638" extrusionOk="0">
                  <a:moveTo>
                    <a:pt x="327" y="1"/>
                  </a:moveTo>
                  <a:cubicBezTo>
                    <a:pt x="235" y="195"/>
                    <a:pt x="164" y="389"/>
                    <a:pt x="82" y="593"/>
                  </a:cubicBezTo>
                  <a:cubicBezTo>
                    <a:pt x="41" y="695"/>
                    <a:pt x="0" y="808"/>
                    <a:pt x="31" y="920"/>
                  </a:cubicBezTo>
                  <a:lnTo>
                    <a:pt x="61" y="981"/>
                  </a:lnTo>
                  <a:cubicBezTo>
                    <a:pt x="572" y="1646"/>
                    <a:pt x="1287" y="2146"/>
                    <a:pt x="2084" y="2412"/>
                  </a:cubicBezTo>
                  <a:cubicBezTo>
                    <a:pt x="2529" y="2562"/>
                    <a:pt x="2997" y="2637"/>
                    <a:pt x="3466" y="2637"/>
                  </a:cubicBezTo>
                  <a:cubicBezTo>
                    <a:pt x="3826" y="2637"/>
                    <a:pt x="4186" y="2593"/>
                    <a:pt x="4536" y="2504"/>
                  </a:cubicBezTo>
                  <a:cubicBezTo>
                    <a:pt x="4649" y="2371"/>
                    <a:pt x="4812" y="2289"/>
                    <a:pt x="4894" y="2136"/>
                  </a:cubicBezTo>
                  <a:cubicBezTo>
                    <a:pt x="4945" y="2044"/>
                    <a:pt x="4945" y="1921"/>
                    <a:pt x="4965" y="1819"/>
                  </a:cubicBezTo>
                  <a:cubicBezTo>
                    <a:pt x="4986" y="1717"/>
                    <a:pt x="5026" y="1615"/>
                    <a:pt x="5058" y="1523"/>
                  </a:cubicBezTo>
                  <a:cubicBezTo>
                    <a:pt x="5067" y="1482"/>
                    <a:pt x="5088" y="1441"/>
                    <a:pt x="5098" y="1401"/>
                  </a:cubicBezTo>
                  <a:lnTo>
                    <a:pt x="5078" y="1401"/>
                  </a:lnTo>
                  <a:cubicBezTo>
                    <a:pt x="5006" y="1492"/>
                    <a:pt x="4883" y="1523"/>
                    <a:pt x="4761" y="1544"/>
                  </a:cubicBezTo>
                  <a:cubicBezTo>
                    <a:pt x="4448" y="1608"/>
                    <a:pt x="4128" y="1640"/>
                    <a:pt x="3807" y="1640"/>
                  </a:cubicBezTo>
                  <a:cubicBezTo>
                    <a:pt x="3310" y="1640"/>
                    <a:pt x="2812" y="1562"/>
                    <a:pt x="2340" y="1401"/>
                  </a:cubicBezTo>
                  <a:cubicBezTo>
                    <a:pt x="1573" y="1135"/>
                    <a:pt x="869" y="654"/>
                    <a:pt x="358" y="11"/>
                  </a:cubicBezTo>
                  <a:lnTo>
                    <a:pt x="32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0" name="Google Shape;9280;p34"/>
            <p:cNvSpPr/>
            <p:nvPr/>
          </p:nvSpPr>
          <p:spPr>
            <a:xfrm>
              <a:off x="2073250" y="2631175"/>
              <a:ext cx="137675" cy="80925"/>
            </a:xfrm>
            <a:custGeom>
              <a:avLst/>
              <a:gdLst/>
              <a:ahLst/>
              <a:cxnLst/>
              <a:rect l="l" t="t" r="r" b="b"/>
              <a:pathLst>
                <a:path w="5507" h="3237" extrusionOk="0">
                  <a:moveTo>
                    <a:pt x="940" y="0"/>
                  </a:moveTo>
                  <a:cubicBezTo>
                    <a:pt x="603" y="92"/>
                    <a:pt x="378" y="429"/>
                    <a:pt x="225" y="745"/>
                  </a:cubicBezTo>
                  <a:cubicBezTo>
                    <a:pt x="143" y="920"/>
                    <a:pt x="71" y="1093"/>
                    <a:pt x="0" y="1277"/>
                  </a:cubicBezTo>
                  <a:lnTo>
                    <a:pt x="30" y="1287"/>
                  </a:lnTo>
                  <a:cubicBezTo>
                    <a:pt x="388" y="1849"/>
                    <a:pt x="909" y="2298"/>
                    <a:pt x="1502" y="2605"/>
                  </a:cubicBezTo>
                  <a:cubicBezTo>
                    <a:pt x="2094" y="2922"/>
                    <a:pt x="2748" y="3095"/>
                    <a:pt x="3402" y="3188"/>
                  </a:cubicBezTo>
                  <a:cubicBezTo>
                    <a:pt x="3622" y="3218"/>
                    <a:pt x="3848" y="3237"/>
                    <a:pt x="4073" y="3237"/>
                  </a:cubicBezTo>
                  <a:cubicBezTo>
                    <a:pt x="4536" y="3237"/>
                    <a:pt x="4996" y="3156"/>
                    <a:pt x="5394" y="2922"/>
                  </a:cubicBezTo>
                  <a:cubicBezTo>
                    <a:pt x="5497" y="2544"/>
                    <a:pt x="5506" y="2135"/>
                    <a:pt x="5435" y="1747"/>
                  </a:cubicBezTo>
                  <a:cubicBezTo>
                    <a:pt x="5415" y="1614"/>
                    <a:pt x="5374" y="1471"/>
                    <a:pt x="5282" y="1399"/>
                  </a:cubicBezTo>
                  <a:cubicBezTo>
                    <a:pt x="3760" y="1379"/>
                    <a:pt x="2237" y="920"/>
                    <a:pt x="970" y="71"/>
                  </a:cubicBezTo>
                  <a:lnTo>
                    <a:pt x="9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1" name="Google Shape;9281;p34"/>
            <p:cNvSpPr/>
            <p:nvPr/>
          </p:nvSpPr>
          <p:spPr>
            <a:xfrm>
              <a:off x="2133775" y="2443700"/>
              <a:ext cx="122600" cy="91325"/>
            </a:xfrm>
            <a:custGeom>
              <a:avLst/>
              <a:gdLst/>
              <a:ahLst/>
              <a:cxnLst/>
              <a:rect l="l" t="t" r="r" b="b"/>
              <a:pathLst>
                <a:path w="4904" h="3653" extrusionOk="0">
                  <a:moveTo>
                    <a:pt x="2013" y="0"/>
                  </a:moveTo>
                  <a:cubicBezTo>
                    <a:pt x="1850" y="205"/>
                    <a:pt x="1584" y="276"/>
                    <a:pt x="1359" y="378"/>
                  </a:cubicBezTo>
                  <a:cubicBezTo>
                    <a:pt x="930" y="582"/>
                    <a:pt x="603" y="940"/>
                    <a:pt x="347" y="1328"/>
                  </a:cubicBezTo>
                  <a:cubicBezTo>
                    <a:pt x="215" y="1553"/>
                    <a:pt x="102" y="1778"/>
                    <a:pt x="0" y="2013"/>
                  </a:cubicBezTo>
                  <a:lnTo>
                    <a:pt x="31" y="2023"/>
                  </a:lnTo>
                  <a:cubicBezTo>
                    <a:pt x="542" y="2666"/>
                    <a:pt x="1246" y="3147"/>
                    <a:pt x="2013" y="3413"/>
                  </a:cubicBezTo>
                  <a:cubicBezTo>
                    <a:pt x="2485" y="3574"/>
                    <a:pt x="2983" y="3652"/>
                    <a:pt x="3480" y="3652"/>
                  </a:cubicBezTo>
                  <a:cubicBezTo>
                    <a:pt x="3801" y="3652"/>
                    <a:pt x="4121" y="3620"/>
                    <a:pt x="4434" y="3556"/>
                  </a:cubicBezTo>
                  <a:cubicBezTo>
                    <a:pt x="4556" y="3535"/>
                    <a:pt x="4679" y="3504"/>
                    <a:pt x="4751" y="3413"/>
                  </a:cubicBezTo>
                  <a:lnTo>
                    <a:pt x="4771" y="3413"/>
                  </a:lnTo>
                  <a:cubicBezTo>
                    <a:pt x="4812" y="3238"/>
                    <a:pt x="4833" y="3055"/>
                    <a:pt x="4853" y="2871"/>
                  </a:cubicBezTo>
                  <a:cubicBezTo>
                    <a:pt x="4883" y="2687"/>
                    <a:pt x="4904" y="2503"/>
                    <a:pt x="4883" y="2330"/>
                  </a:cubicBezTo>
                  <a:cubicBezTo>
                    <a:pt x="4874" y="2196"/>
                    <a:pt x="4833" y="2074"/>
                    <a:pt x="4781" y="1951"/>
                  </a:cubicBezTo>
                  <a:cubicBezTo>
                    <a:pt x="4669" y="1624"/>
                    <a:pt x="4516" y="1318"/>
                    <a:pt x="4332" y="1022"/>
                  </a:cubicBezTo>
                  <a:cubicBezTo>
                    <a:pt x="4291" y="970"/>
                    <a:pt x="4261" y="909"/>
                    <a:pt x="4240" y="848"/>
                  </a:cubicBezTo>
                  <a:cubicBezTo>
                    <a:pt x="4230" y="807"/>
                    <a:pt x="4220" y="766"/>
                    <a:pt x="4220" y="725"/>
                  </a:cubicBezTo>
                  <a:lnTo>
                    <a:pt x="4209" y="725"/>
                  </a:lnTo>
                  <a:cubicBezTo>
                    <a:pt x="4194" y="726"/>
                    <a:pt x="4179" y="726"/>
                    <a:pt x="4164" y="726"/>
                  </a:cubicBezTo>
                  <a:cubicBezTo>
                    <a:pt x="3923" y="726"/>
                    <a:pt x="3673" y="649"/>
                    <a:pt x="3433" y="572"/>
                  </a:cubicBezTo>
                  <a:cubicBezTo>
                    <a:pt x="3178" y="491"/>
                    <a:pt x="2912" y="398"/>
                    <a:pt x="2656" y="317"/>
                  </a:cubicBezTo>
                  <a:cubicBezTo>
                    <a:pt x="2442" y="235"/>
                    <a:pt x="2227" y="164"/>
                    <a:pt x="2054" y="41"/>
                  </a:cubicBezTo>
                  <a:lnTo>
                    <a:pt x="201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2" name="Google Shape;9282;p34"/>
            <p:cNvSpPr/>
            <p:nvPr/>
          </p:nvSpPr>
          <p:spPr>
            <a:xfrm>
              <a:off x="2112575" y="2518525"/>
              <a:ext cx="126450" cy="96325"/>
            </a:xfrm>
            <a:custGeom>
              <a:avLst/>
              <a:gdLst/>
              <a:ahLst/>
              <a:cxnLst/>
              <a:rect l="l" t="t" r="r" b="b"/>
              <a:pathLst>
                <a:path w="5058" h="3853" extrusionOk="0">
                  <a:moveTo>
                    <a:pt x="582" y="0"/>
                  </a:moveTo>
                  <a:lnTo>
                    <a:pt x="644" y="123"/>
                  </a:lnTo>
                  <a:cubicBezTo>
                    <a:pt x="675" y="236"/>
                    <a:pt x="654" y="348"/>
                    <a:pt x="613" y="450"/>
                  </a:cubicBezTo>
                  <a:cubicBezTo>
                    <a:pt x="419" y="1145"/>
                    <a:pt x="215" y="1829"/>
                    <a:pt x="0" y="2513"/>
                  </a:cubicBezTo>
                  <a:cubicBezTo>
                    <a:pt x="1308" y="3321"/>
                    <a:pt x="2820" y="3791"/>
                    <a:pt x="4353" y="3852"/>
                  </a:cubicBezTo>
                  <a:cubicBezTo>
                    <a:pt x="4587" y="3096"/>
                    <a:pt x="4802" y="2350"/>
                    <a:pt x="4996" y="1605"/>
                  </a:cubicBezTo>
                  <a:cubicBezTo>
                    <a:pt x="5006" y="1574"/>
                    <a:pt x="5037" y="1543"/>
                    <a:pt x="5057" y="1523"/>
                  </a:cubicBezTo>
                  <a:lnTo>
                    <a:pt x="5057" y="1523"/>
                  </a:lnTo>
                  <a:cubicBezTo>
                    <a:pt x="4707" y="1612"/>
                    <a:pt x="4347" y="1656"/>
                    <a:pt x="3987" y="1656"/>
                  </a:cubicBezTo>
                  <a:cubicBezTo>
                    <a:pt x="3518" y="1656"/>
                    <a:pt x="3050" y="1581"/>
                    <a:pt x="2605" y="1431"/>
                  </a:cubicBezTo>
                  <a:cubicBezTo>
                    <a:pt x="1808" y="1165"/>
                    <a:pt x="1093" y="665"/>
                    <a:pt x="5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3" name="Google Shape;9283;p34"/>
            <p:cNvSpPr/>
            <p:nvPr/>
          </p:nvSpPr>
          <p:spPr>
            <a:xfrm>
              <a:off x="2212700" y="2391075"/>
              <a:ext cx="30900" cy="10250"/>
            </a:xfrm>
            <a:custGeom>
              <a:avLst/>
              <a:gdLst/>
              <a:ahLst/>
              <a:cxnLst/>
              <a:rect l="l" t="t" r="r" b="b"/>
              <a:pathLst>
                <a:path w="1236" h="410" extrusionOk="0">
                  <a:moveTo>
                    <a:pt x="0" y="1"/>
                  </a:moveTo>
                  <a:lnTo>
                    <a:pt x="0" y="1"/>
                  </a:lnTo>
                  <a:cubicBezTo>
                    <a:pt x="102" y="62"/>
                    <a:pt x="205" y="92"/>
                    <a:pt x="296" y="133"/>
                  </a:cubicBezTo>
                  <a:cubicBezTo>
                    <a:pt x="398" y="185"/>
                    <a:pt x="500" y="215"/>
                    <a:pt x="603" y="256"/>
                  </a:cubicBezTo>
                  <a:cubicBezTo>
                    <a:pt x="705" y="287"/>
                    <a:pt x="807" y="317"/>
                    <a:pt x="920" y="337"/>
                  </a:cubicBezTo>
                  <a:cubicBezTo>
                    <a:pt x="1022" y="358"/>
                    <a:pt x="1124" y="389"/>
                    <a:pt x="1236" y="409"/>
                  </a:cubicBezTo>
                  <a:cubicBezTo>
                    <a:pt x="1052" y="287"/>
                    <a:pt x="848" y="205"/>
                    <a:pt x="643" y="144"/>
                  </a:cubicBezTo>
                  <a:cubicBezTo>
                    <a:pt x="429" y="72"/>
                    <a:pt x="225" y="1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4" name="Google Shape;9284;p34"/>
            <p:cNvSpPr/>
            <p:nvPr/>
          </p:nvSpPr>
          <p:spPr>
            <a:xfrm>
              <a:off x="2127125" y="2518525"/>
              <a:ext cx="112400" cy="43600"/>
            </a:xfrm>
            <a:custGeom>
              <a:avLst/>
              <a:gdLst/>
              <a:ahLst/>
              <a:cxnLst/>
              <a:rect l="l" t="t" r="r" b="b"/>
              <a:pathLst>
                <a:path w="4496" h="1744" extrusionOk="0">
                  <a:moveTo>
                    <a:pt x="0" y="0"/>
                  </a:moveTo>
                  <a:cubicBezTo>
                    <a:pt x="440" y="715"/>
                    <a:pt x="1165" y="1267"/>
                    <a:pt x="1973" y="1543"/>
                  </a:cubicBezTo>
                  <a:cubicBezTo>
                    <a:pt x="2372" y="1675"/>
                    <a:pt x="2797" y="1744"/>
                    <a:pt x="3219" y="1744"/>
                  </a:cubicBezTo>
                  <a:cubicBezTo>
                    <a:pt x="3650" y="1744"/>
                    <a:pt x="4078" y="1672"/>
                    <a:pt x="4475" y="1523"/>
                  </a:cubicBezTo>
                  <a:lnTo>
                    <a:pt x="4496" y="1512"/>
                  </a:lnTo>
                  <a:lnTo>
                    <a:pt x="4475" y="1512"/>
                  </a:lnTo>
                  <a:cubicBezTo>
                    <a:pt x="4202" y="1553"/>
                    <a:pt x="3928" y="1573"/>
                    <a:pt x="3657" y="1573"/>
                  </a:cubicBezTo>
                  <a:cubicBezTo>
                    <a:pt x="3106" y="1573"/>
                    <a:pt x="2564" y="1489"/>
                    <a:pt x="2044" y="1319"/>
                  </a:cubicBezTo>
                  <a:cubicBezTo>
                    <a:pt x="1278" y="1053"/>
                    <a:pt x="583" y="60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5" name="Google Shape;9285;p34"/>
            <p:cNvSpPr/>
            <p:nvPr/>
          </p:nvSpPr>
          <p:spPr>
            <a:xfrm>
              <a:off x="2134550" y="2494275"/>
              <a:ext cx="118000" cy="43025"/>
            </a:xfrm>
            <a:custGeom>
              <a:avLst/>
              <a:gdLst/>
              <a:ahLst/>
              <a:cxnLst/>
              <a:rect l="l" t="t" r="r" b="b"/>
              <a:pathLst>
                <a:path w="4720" h="1721" extrusionOk="0">
                  <a:moveTo>
                    <a:pt x="0" y="0"/>
                  </a:moveTo>
                  <a:cubicBezTo>
                    <a:pt x="480" y="756"/>
                    <a:pt x="1267" y="1297"/>
                    <a:pt x="2125" y="1553"/>
                  </a:cubicBezTo>
                  <a:cubicBezTo>
                    <a:pt x="2494" y="1667"/>
                    <a:pt x="2877" y="1721"/>
                    <a:pt x="3263" y="1721"/>
                  </a:cubicBezTo>
                  <a:cubicBezTo>
                    <a:pt x="3327" y="1721"/>
                    <a:pt x="3390" y="1719"/>
                    <a:pt x="3453" y="1716"/>
                  </a:cubicBezTo>
                  <a:cubicBezTo>
                    <a:pt x="3678" y="1716"/>
                    <a:pt x="3903" y="1685"/>
                    <a:pt x="4117" y="1645"/>
                  </a:cubicBezTo>
                  <a:cubicBezTo>
                    <a:pt x="4230" y="1614"/>
                    <a:pt x="4332" y="1594"/>
                    <a:pt x="4444" y="1563"/>
                  </a:cubicBezTo>
                  <a:cubicBezTo>
                    <a:pt x="4546" y="1533"/>
                    <a:pt x="4659" y="1481"/>
                    <a:pt x="4720" y="1390"/>
                  </a:cubicBezTo>
                  <a:lnTo>
                    <a:pt x="4720" y="1390"/>
                  </a:lnTo>
                  <a:cubicBezTo>
                    <a:pt x="4638" y="1461"/>
                    <a:pt x="4536" y="1481"/>
                    <a:pt x="4434" y="1502"/>
                  </a:cubicBezTo>
                  <a:cubicBezTo>
                    <a:pt x="4321" y="1512"/>
                    <a:pt x="4209" y="1522"/>
                    <a:pt x="4107" y="1533"/>
                  </a:cubicBezTo>
                  <a:cubicBezTo>
                    <a:pt x="3882" y="1542"/>
                    <a:pt x="3667" y="1542"/>
                    <a:pt x="3453" y="1542"/>
                  </a:cubicBezTo>
                  <a:cubicBezTo>
                    <a:pt x="3024" y="1522"/>
                    <a:pt x="2605" y="1451"/>
                    <a:pt x="2186" y="1328"/>
                  </a:cubicBezTo>
                  <a:cubicBezTo>
                    <a:pt x="1778" y="1215"/>
                    <a:pt x="1389" y="1032"/>
                    <a:pt x="1022" y="807"/>
                  </a:cubicBezTo>
                  <a:cubicBezTo>
                    <a:pt x="654" y="582"/>
                    <a:pt x="316" y="316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6" name="Google Shape;9286;p34"/>
            <p:cNvSpPr/>
            <p:nvPr/>
          </p:nvSpPr>
          <p:spPr>
            <a:xfrm>
              <a:off x="2097500" y="2632950"/>
              <a:ext cx="109325" cy="33950"/>
            </a:xfrm>
            <a:custGeom>
              <a:avLst/>
              <a:gdLst/>
              <a:ahLst/>
              <a:cxnLst/>
              <a:rect l="l" t="t" r="r" b="b"/>
              <a:pathLst>
                <a:path w="4373" h="1358" extrusionOk="0">
                  <a:moveTo>
                    <a:pt x="0" y="0"/>
                  </a:moveTo>
                  <a:cubicBezTo>
                    <a:pt x="583" y="501"/>
                    <a:pt x="1288" y="858"/>
                    <a:pt x="2023" y="1094"/>
                  </a:cubicBezTo>
                  <a:cubicBezTo>
                    <a:pt x="2580" y="1264"/>
                    <a:pt x="3167" y="1358"/>
                    <a:pt x="3751" y="1358"/>
                  </a:cubicBezTo>
                  <a:cubicBezTo>
                    <a:pt x="3939" y="1358"/>
                    <a:pt x="4126" y="1348"/>
                    <a:pt x="4312" y="1328"/>
                  </a:cubicBezTo>
                  <a:lnTo>
                    <a:pt x="4373" y="1328"/>
                  </a:lnTo>
                  <a:lnTo>
                    <a:pt x="4312" y="1319"/>
                  </a:lnTo>
                  <a:cubicBezTo>
                    <a:pt x="3556" y="1226"/>
                    <a:pt x="2810" y="1083"/>
                    <a:pt x="2095" y="869"/>
                  </a:cubicBezTo>
                  <a:cubicBezTo>
                    <a:pt x="1369" y="644"/>
                    <a:pt x="685" y="34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7" name="Google Shape;9287;p34"/>
            <p:cNvSpPr/>
            <p:nvPr/>
          </p:nvSpPr>
          <p:spPr>
            <a:xfrm>
              <a:off x="2074000" y="2663350"/>
              <a:ext cx="134625" cy="50825"/>
            </a:xfrm>
            <a:custGeom>
              <a:avLst/>
              <a:gdLst/>
              <a:ahLst/>
              <a:cxnLst/>
              <a:rect l="l" t="t" r="r" b="b"/>
              <a:pathLst>
                <a:path w="5385" h="2033" extrusionOk="0">
                  <a:moveTo>
                    <a:pt x="0" y="0"/>
                  </a:moveTo>
                  <a:lnTo>
                    <a:pt x="0" y="0"/>
                  </a:lnTo>
                  <a:cubicBezTo>
                    <a:pt x="113" y="225"/>
                    <a:pt x="266" y="439"/>
                    <a:pt x="429" y="634"/>
                  </a:cubicBezTo>
                  <a:cubicBezTo>
                    <a:pt x="604" y="827"/>
                    <a:pt x="797" y="991"/>
                    <a:pt x="1002" y="1145"/>
                  </a:cubicBezTo>
                  <a:cubicBezTo>
                    <a:pt x="1421" y="1451"/>
                    <a:pt x="1901" y="1665"/>
                    <a:pt x="2391" y="1808"/>
                  </a:cubicBezTo>
                  <a:cubicBezTo>
                    <a:pt x="2892" y="1951"/>
                    <a:pt x="3403" y="2033"/>
                    <a:pt x="3914" y="2033"/>
                  </a:cubicBezTo>
                  <a:cubicBezTo>
                    <a:pt x="4179" y="2033"/>
                    <a:pt x="4434" y="2003"/>
                    <a:pt x="4679" y="1941"/>
                  </a:cubicBezTo>
                  <a:cubicBezTo>
                    <a:pt x="4935" y="1880"/>
                    <a:pt x="5170" y="1778"/>
                    <a:pt x="5385" y="1624"/>
                  </a:cubicBezTo>
                  <a:lnTo>
                    <a:pt x="5385" y="1624"/>
                  </a:lnTo>
                  <a:cubicBezTo>
                    <a:pt x="5012" y="1795"/>
                    <a:pt x="4619" y="1862"/>
                    <a:pt x="4228" y="1862"/>
                  </a:cubicBezTo>
                  <a:cubicBezTo>
                    <a:pt x="4126" y="1862"/>
                    <a:pt x="4025" y="1858"/>
                    <a:pt x="3923" y="1849"/>
                  </a:cubicBezTo>
                  <a:cubicBezTo>
                    <a:pt x="3433" y="1808"/>
                    <a:pt x="2933" y="1726"/>
                    <a:pt x="2463" y="1583"/>
                  </a:cubicBezTo>
                  <a:cubicBezTo>
                    <a:pt x="1982" y="1451"/>
                    <a:pt x="1533" y="1257"/>
                    <a:pt x="1104" y="1002"/>
                  </a:cubicBezTo>
                  <a:cubicBezTo>
                    <a:pt x="899" y="868"/>
                    <a:pt x="695" y="715"/>
                    <a:pt x="511" y="552"/>
                  </a:cubicBezTo>
                  <a:cubicBezTo>
                    <a:pt x="327" y="389"/>
                    <a:pt x="164" y="205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79">
          <a:extLst>
            <a:ext uri="{FF2B5EF4-FFF2-40B4-BE49-F238E27FC236}">
              <a16:creationId xmlns:a16="http://schemas.microsoft.com/office/drawing/2014/main" id="{5FD82A8B-0604-0520-4343-AC706AE1A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0" name="Google Shape;9380;p38">
            <a:extLst>
              <a:ext uri="{FF2B5EF4-FFF2-40B4-BE49-F238E27FC236}">
                <a16:creationId xmlns:a16="http://schemas.microsoft.com/office/drawing/2014/main" id="{2417D37A-0C24-1583-4E7E-2EA58B0E63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Problem &amp; Background</a:t>
            </a:r>
            <a:endParaRPr/>
          </a:p>
        </p:txBody>
      </p:sp>
      <p:sp>
        <p:nvSpPr>
          <p:cNvPr id="9381" name="Google Shape;9381;p38">
            <a:extLst>
              <a:ext uri="{FF2B5EF4-FFF2-40B4-BE49-F238E27FC236}">
                <a16:creationId xmlns:a16="http://schemas.microsoft.com/office/drawing/2014/main" id="{E4D862D1-E0F0-0231-847B-230F7E96355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9999" y="1618001"/>
            <a:ext cx="4823109" cy="22806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Font typeface="Arial"/>
              <a:buChar char="•"/>
            </a:pPr>
            <a:r>
              <a:rPr lang="en-US"/>
              <a:t>People with busy schedules often struggle to stay consistent with workouts due to limited time, lack of personalized guidance, and difficulty balancing fitness with school or work responsibilities.</a:t>
            </a:r>
          </a:p>
          <a:p>
            <a:pPr marL="171450" indent="-171450">
              <a:buFont typeface="Arial"/>
              <a:buChar char="•"/>
            </a:pP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/>
              <a:t>Most fitness apps provide generic workout plans that do not adapt to a user’s schedule or fitness level. This project focuses on a mobile fitness app that offers flexible and personalized workout recommendations for students.</a:t>
            </a:r>
          </a:p>
        </p:txBody>
      </p:sp>
      <p:sp>
        <p:nvSpPr>
          <p:cNvPr id="9385" name="Google Shape;9385;p38">
            <a:extLst>
              <a:ext uri="{FF2B5EF4-FFF2-40B4-BE49-F238E27FC236}">
                <a16:creationId xmlns:a16="http://schemas.microsoft.com/office/drawing/2014/main" id="{418CE4EF-5138-D315-D733-A4206DE09644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720000" y="1317163"/>
            <a:ext cx="2880893" cy="4851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>
                <a:solidFill>
                  <a:schemeClr val="accent2"/>
                </a:solidFill>
              </a:rPr>
              <a:t>Project Background</a:t>
            </a:r>
          </a:p>
          <a:p>
            <a:pPr marL="0" lvl="0" inden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967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42">
          <a:extLst>
            <a:ext uri="{FF2B5EF4-FFF2-40B4-BE49-F238E27FC236}">
              <a16:creationId xmlns:a16="http://schemas.microsoft.com/office/drawing/2014/main" id="{EFEB3696-F4DB-374A-C16F-1660BDE01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3" name="Google Shape;9343;p37">
            <a:extLst>
              <a:ext uri="{FF2B5EF4-FFF2-40B4-BE49-F238E27FC236}">
                <a16:creationId xmlns:a16="http://schemas.microsoft.com/office/drawing/2014/main" id="{A1006732-13BC-71C2-4FD0-79D1C147B3D0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1362125" y="2929250"/>
            <a:ext cx="2853600" cy="66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/>
              <a:t>Target users</a:t>
            </a:r>
          </a:p>
        </p:txBody>
      </p:sp>
      <p:sp>
        <p:nvSpPr>
          <p:cNvPr id="9344" name="Google Shape;9344;p37">
            <a:extLst>
              <a:ext uri="{FF2B5EF4-FFF2-40B4-BE49-F238E27FC236}">
                <a16:creationId xmlns:a16="http://schemas.microsoft.com/office/drawing/2014/main" id="{4C096D66-606F-4D23-2D87-9A57037FB0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ideas in market opportunity</a:t>
            </a:r>
            <a:endParaRPr/>
          </a:p>
        </p:txBody>
      </p:sp>
      <p:sp>
        <p:nvSpPr>
          <p:cNvPr id="9345" name="Google Shape;9345;p37">
            <a:extLst>
              <a:ext uri="{FF2B5EF4-FFF2-40B4-BE49-F238E27FC236}">
                <a16:creationId xmlns:a16="http://schemas.microsoft.com/office/drawing/2014/main" id="{9A02BAF5-964B-80B0-2F6E-4CCA4D35409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62125" y="1825100"/>
            <a:ext cx="2853600" cy="10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</a:rPr>
              <a:t>Students using the app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</a:rPr>
              <a:t>App developers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cs typeface="Times New Roman"/>
              </a:rPr>
              <a:t>System administrators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cs typeface="Times New Roman"/>
              </a:rPr>
              <a:t>Instructors evaluating the project</a:t>
            </a:r>
          </a:p>
          <a:p>
            <a:pPr marL="0" indent="0"/>
            <a:endParaRPr lang="en-US">
              <a:solidFill>
                <a:srgbClr val="FFFFFF"/>
              </a:solidFill>
              <a:cs typeface="Times New Roman"/>
            </a:endParaRPr>
          </a:p>
        </p:txBody>
      </p:sp>
      <p:sp>
        <p:nvSpPr>
          <p:cNvPr id="9346" name="Google Shape;9346;p37">
            <a:extLst>
              <a:ext uri="{FF2B5EF4-FFF2-40B4-BE49-F238E27FC236}">
                <a16:creationId xmlns:a16="http://schemas.microsoft.com/office/drawing/2014/main" id="{60CC7FED-4385-7FA3-D675-5D89846E19E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570403" y="1825100"/>
            <a:ext cx="2853600" cy="10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</a:rPr>
              <a:t>Data security issues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</a:rPr>
              <a:t>Mobile performance or compatibility problems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</a:rPr>
              <a:t>Users may stop using the app if the recommendations are not helpful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tx1"/>
              </a:solidFill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9347" name="Google Shape;9347;p37">
            <a:extLst>
              <a:ext uri="{FF2B5EF4-FFF2-40B4-BE49-F238E27FC236}">
                <a16:creationId xmlns:a16="http://schemas.microsoft.com/office/drawing/2014/main" id="{4F746087-3D71-3CFB-D32F-00F892FF08F3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362125" y="3538648"/>
            <a:ext cx="2853600" cy="10725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</a:rPr>
              <a:t>College students with busy schedules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</a:rPr>
              <a:t>People wanting flexible workout guidance</a:t>
            </a:r>
          </a:p>
          <a:p>
            <a:pPr marL="0" indent="0"/>
            <a:endParaRPr lang="en-US">
              <a:solidFill>
                <a:schemeClr val="tx1"/>
              </a:solidFill>
            </a:endParaRPr>
          </a:p>
        </p:txBody>
      </p:sp>
      <p:sp>
        <p:nvSpPr>
          <p:cNvPr id="9348" name="Google Shape;9348;p37">
            <a:extLst>
              <a:ext uri="{FF2B5EF4-FFF2-40B4-BE49-F238E27FC236}">
                <a16:creationId xmlns:a16="http://schemas.microsoft.com/office/drawing/2014/main" id="{F6D6B5B1-6CC2-85B6-03A2-667D73712C59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570403" y="3573925"/>
            <a:ext cx="2853600" cy="10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Users have access to a smartphone and internet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Users will regularly use the app</a:t>
            </a:r>
          </a:p>
          <a:p>
            <a:pPr marL="0" indent="0"/>
            <a:endParaRPr lang="en-US"/>
          </a:p>
        </p:txBody>
      </p:sp>
      <p:sp>
        <p:nvSpPr>
          <p:cNvPr id="9349" name="Google Shape;9349;p37">
            <a:extLst>
              <a:ext uri="{FF2B5EF4-FFF2-40B4-BE49-F238E27FC236}">
                <a16:creationId xmlns:a16="http://schemas.microsoft.com/office/drawing/2014/main" id="{361703FB-FF91-2636-2880-85EEBFD41F00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362125" y="1243775"/>
            <a:ext cx="2853600" cy="66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/>
              <a:t>Stakeholders</a:t>
            </a:r>
            <a:endParaRPr/>
          </a:p>
        </p:txBody>
      </p:sp>
      <p:sp>
        <p:nvSpPr>
          <p:cNvPr id="9350" name="Google Shape;9350;p37">
            <a:extLst>
              <a:ext uri="{FF2B5EF4-FFF2-40B4-BE49-F238E27FC236}">
                <a16:creationId xmlns:a16="http://schemas.microsoft.com/office/drawing/2014/main" id="{39059F1E-1387-7F8A-C69A-2CAB9A311B5C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5570403" y="1243775"/>
            <a:ext cx="2853600" cy="66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Risks</a:t>
            </a:r>
            <a:endParaRPr/>
          </a:p>
        </p:txBody>
      </p:sp>
      <p:sp>
        <p:nvSpPr>
          <p:cNvPr id="9351" name="Google Shape;9351;p37">
            <a:extLst>
              <a:ext uri="{FF2B5EF4-FFF2-40B4-BE49-F238E27FC236}">
                <a16:creationId xmlns:a16="http://schemas.microsoft.com/office/drawing/2014/main" id="{E55F0C65-176E-03C9-F74A-BB36CB6A7E72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570403" y="2992750"/>
            <a:ext cx="2853600" cy="66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Assumptions</a:t>
            </a:r>
            <a:endParaRPr/>
          </a:p>
        </p:txBody>
      </p:sp>
      <p:sp>
        <p:nvSpPr>
          <p:cNvPr id="9352" name="Google Shape;9352;p37">
            <a:extLst>
              <a:ext uri="{FF2B5EF4-FFF2-40B4-BE49-F238E27FC236}">
                <a16:creationId xmlns:a16="http://schemas.microsoft.com/office/drawing/2014/main" id="{E00DDE8A-7D38-B6AE-CF03-2830100DA7C1}"/>
              </a:ext>
            </a:extLst>
          </p:cNvPr>
          <p:cNvSpPr/>
          <p:nvPr/>
        </p:nvSpPr>
        <p:spPr>
          <a:xfrm rot="5400000">
            <a:off x="191507" y="3514467"/>
            <a:ext cx="1616136" cy="572701"/>
          </a:xfrm>
          <a:custGeom>
            <a:avLst/>
            <a:gdLst/>
            <a:ahLst/>
            <a:cxnLst/>
            <a:rect l="l" t="t" r="r" b="b"/>
            <a:pathLst>
              <a:path w="12526" h="12516" extrusionOk="0">
                <a:moveTo>
                  <a:pt x="0" y="0"/>
                </a:moveTo>
                <a:lnTo>
                  <a:pt x="0" y="12515"/>
                </a:lnTo>
                <a:lnTo>
                  <a:pt x="12525" y="12515"/>
                </a:lnTo>
                <a:lnTo>
                  <a:pt x="125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3" name="Google Shape;9353;p37">
            <a:extLst>
              <a:ext uri="{FF2B5EF4-FFF2-40B4-BE49-F238E27FC236}">
                <a16:creationId xmlns:a16="http://schemas.microsoft.com/office/drawing/2014/main" id="{E67E88CC-3194-ECBA-A59D-8D1DE6893EA6}"/>
              </a:ext>
            </a:extLst>
          </p:cNvPr>
          <p:cNvSpPr/>
          <p:nvPr/>
        </p:nvSpPr>
        <p:spPr>
          <a:xfrm rot="5400000">
            <a:off x="191507" y="1765493"/>
            <a:ext cx="1616136" cy="572701"/>
          </a:xfrm>
          <a:custGeom>
            <a:avLst/>
            <a:gdLst/>
            <a:ahLst/>
            <a:cxnLst/>
            <a:rect l="l" t="t" r="r" b="b"/>
            <a:pathLst>
              <a:path w="12526" h="12516" extrusionOk="0">
                <a:moveTo>
                  <a:pt x="0" y="0"/>
                </a:moveTo>
                <a:lnTo>
                  <a:pt x="0" y="12515"/>
                </a:lnTo>
                <a:lnTo>
                  <a:pt x="12525" y="12515"/>
                </a:lnTo>
                <a:lnTo>
                  <a:pt x="125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4" name="Google Shape;9354;p37">
            <a:extLst>
              <a:ext uri="{FF2B5EF4-FFF2-40B4-BE49-F238E27FC236}">
                <a16:creationId xmlns:a16="http://schemas.microsoft.com/office/drawing/2014/main" id="{DC17B465-3414-54C3-01CE-84B26B716DE3}"/>
              </a:ext>
            </a:extLst>
          </p:cNvPr>
          <p:cNvSpPr/>
          <p:nvPr/>
        </p:nvSpPr>
        <p:spPr>
          <a:xfrm rot="5400000">
            <a:off x="4399782" y="3514468"/>
            <a:ext cx="1616136" cy="572701"/>
          </a:xfrm>
          <a:custGeom>
            <a:avLst/>
            <a:gdLst/>
            <a:ahLst/>
            <a:cxnLst/>
            <a:rect l="l" t="t" r="r" b="b"/>
            <a:pathLst>
              <a:path w="12526" h="12516" extrusionOk="0">
                <a:moveTo>
                  <a:pt x="0" y="0"/>
                </a:moveTo>
                <a:lnTo>
                  <a:pt x="0" y="12515"/>
                </a:lnTo>
                <a:lnTo>
                  <a:pt x="12525" y="12515"/>
                </a:lnTo>
                <a:lnTo>
                  <a:pt x="125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5" name="Google Shape;9355;p37">
            <a:extLst>
              <a:ext uri="{FF2B5EF4-FFF2-40B4-BE49-F238E27FC236}">
                <a16:creationId xmlns:a16="http://schemas.microsoft.com/office/drawing/2014/main" id="{1420C4AF-58E8-4F1E-2741-9EEEBEC45C38}"/>
              </a:ext>
            </a:extLst>
          </p:cNvPr>
          <p:cNvSpPr/>
          <p:nvPr/>
        </p:nvSpPr>
        <p:spPr>
          <a:xfrm rot="5400000">
            <a:off x="4399782" y="1765493"/>
            <a:ext cx="1616136" cy="572701"/>
          </a:xfrm>
          <a:custGeom>
            <a:avLst/>
            <a:gdLst/>
            <a:ahLst/>
            <a:cxnLst/>
            <a:rect l="l" t="t" r="r" b="b"/>
            <a:pathLst>
              <a:path w="12526" h="12516" extrusionOk="0">
                <a:moveTo>
                  <a:pt x="0" y="0"/>
                </a:moveTo>
                <a:lnTo>
                  <a:pt x="0" y="12515"/>
                </a:lnTo>
                <a:lnTo>
                  <a:pt x="12525" y="12515"/>
                </a:lnTo>
                <a:lnTo>
                  <a:pt x="125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5231;p64">
            <a:extLst>
              <a:ext uri="{FF2B5EF4-FFF2-40B4-BE49-F238E27FC236}">
                <a16:creationId xmlns:a16="http://schemas.microsoft.com/office/drawing/2014/main" id="{0B886D5F-96AE-9CE6-1EDD-61BB3716818D}"/>
              </a:ext>
            </a:extLst>
          </p:cNvPr>
          <p:cNvGrpSpPr/>
          <p:nvPr/>
        </p:nvGrpSpPr>
        <p:grpSpPr>
          <a:xfrm>
            <a:off x="813974" y="1359441"/>
            <a:ext cx="350079" cy="350079"/>
            <a:chOff x="3497300" y="3227275"/>
            <a:chExt cx="296175" cy="296175"/>
          </a:xfrm>
        </p:grpSpPr>
        <p:sp>
          <p:nvSpPr>
            <p:cNvPr id="11" name="Google Shape;15232;p64">
              <a:extLst>
                <a:ext uri="{FF2B5EF4-FFF2-40B4-BE49-F238E27FC236}">
                  <a16:creationId xmlns:a16="http://schemas.microsoft.com/office/drawing/2014/main" id="{989C7261-4E89-AB27-E835-525B57BA1247}"/>
                </a:ext>
              </a:extLst>
            </p:cNvPr>
            <p:cNvSpPr/>
            <p:nvPr/>
          </p:nvSpPr>
          <p:spPr>
            <a:xfrm>
              <a:off x="3609925" y="3339900"/>
              <a:ext cx="69350" cy="68550"/>
            </a:xfrm>
            <a:custGeom>
              <a:avLst/>
              <a:gdLst/>
              <a:ahLst/>
              <a:cxnLst/>
              <a:rect l="l" t="t" r="r" b="b"/>
              <a:pathLst>
                <a:path w="2774" h="2742" extrusionOk="0">
                  <a:moveTo>
                    <a:pt x="1387" y="1"/>
                  </a:moveTo>
                  <a:cubicBezTo>
                    <a:pt x="631" y="1"/>
                    <a:pt x="1" y="631"/>
                    <a:pt x="1" y="1355"/>
                  </a:cubicBezTo>
                  <a:cubicBezTo>
                    <a:pt x="1" y="2112"/>
                    <a:pt x="631" y="2742"/>
                    <a:pt x="1387" y="2742"/>
                  </a:cubicBezTo>
                  <a:cubicBezTo>
                    <a:pt x="2143" y="2742"/>
                    <a:pt x="2773" y="2112"/>
                    <a:pt x="2773" y="1355"/>
                  </a:cubicBezTo>
                  <a:cubicBezTo>
                    <a:pt x="2773" y="631"/>
                    <a:pt x="2143" y="1"/>
                    <a:pt x="1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5233;p64">
              <a:extLst>
                <a:ext uri="{FF2B5EF4-FFF2-40B4-BE49-F238E27FC236}">
                  <a16:creationId xmlns:a16="http://schemas.microsoft.com/office/drawing/2014/main" id="{57D01441-E585-E27E-BC1D-030DA69B2EB0}"/>
                </a:ext>
              </a:extLst>
            </p:cNvPr>
            <p:cNvSpPr/>
            <p:nvPr/>
          </p:nvSpPr>
          <p:spPr>
            <a:xfrm>
              <a:off x="3531175" y="3227275"/>
              <a:ext cx="86650" cy="86675"/>
            </a:xfrm>
            <a:custGeom>
              <a:avLst/>
              <a:gdLst/>
              <a:ahLst/>
              <a:cxnLst/>
              <a:rect l="l" t="t" r="r" b="b"/>
              <a:pathLst>
                <a:path w="3466" h="3467" extrusionOk="0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8"/>
                    <a:pt x="788" y="3466"/>
                    <a:pt x="1733" y="3466"/>
                  </a:cubicBezTo>
                  <a:cubicBezTo>
                    <a:pt x="2741" y="3466"/>
                    <a:pt x="3466" y="2678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5234;p64">
              <a:extLst>
                <a:ext uri="{FF2B5EF4-FFF2-40B4-BE49-F238E27FC236}">
                  <a16:creationId xmlns:a16="http://schemas.microsoft.com/office/drawing/2014/main" id="{13C9866A-853F-A6D1-5A39-52DB3537D1E3}"/>
                </a:ext>
              </a:extLst>
            </p:cNvPr>
            <p:cNvSpPr/>
            <p:nvPr/>
          </p:nvSpPr>
          <p:spPr>
            <a:xfrm>
              <a:off x="3670575" y="3227275"/>
              <a:ext cx="86675" cy="86675"/>
            </a:xfrm>
            <a:custGeom>
              <a:avLst/>
              <a:gdLst/>
              <a:ahLst/>
              <a:cxnLst/>
              <a:rect l="l" t="t" r="r" b="b"/>
              <a:pathLst>
                <a:path w="3467" h="3467" extrusionOk="0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8"/>
                    <a:pt x="788" y="3466"/>
                    <a:pt x="1733" y="3466"/>
                  </a:cubicBezTo>
                  <a:cubicBezTo>
                    <a:pt x="2679" y="3466"/>
                    <a:pt x="3466" y="2678"/>
                    <a:pt x="3466" y="1733"/>
                  </a:cubicBez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5235;p64">
              <a:extLst>
                <a:ext uri="{FF2B5EF4-FFF2-40B4-BE49-F238E27FC236}">
                  <a16:creationId xmlns:a16="http://schemas.microsoft.com/office/drawing/2014/main" id="{C7BBDA82-75A7-E82E-3CF0-18DF0A6531A4}"/>
                </a:ext>
              </a:extLst>
            </p:cNvPr>
            <p:cNvSpPr/>
            <p:nvPr/>
          </p:nvSpPr>
          <p:spPr>
            <a:xfrm>
              <a:off x="3622525" y="3421825"/>
              <a:ext cx="41775" cy="25225"/>
            </a:xfrm>
            <a:custGeom>
              <a:avLst/>
              <a:gdLst/>
              <a:ahLst/>
              <a:cxnLst/>
              <a:rect l="l" t="t" r="r" b="b"/>
              <a:pathLst>
                <a:path w="1671" h="1009" extrusionOk="0">
                  <a:moveTo>
                    <a:pt x="1" y="0"/>
                  </a:moveTo>
                  <a:lnTo>
                    <a:pt x="851" y="1008"/>
                  </a:lnTo>
                  <a:lnTo>
                    <a:pt x="1671" y="0"/>
                  </a:lnTo>
                  <a:lnTo>
                    <a:pt x="1671" y="0"/>
                  </a:lnTo>
                  <a:cubicBezTo>
                    <a:pt x="1450" y="126"/>
                    <a:pt x="1167" y="158"/>
                    <a:pt x="851" y="158"/>
                  </a:cubicBezTo>
                  <a:cubicBezTo>
                    <a:pt x="568" y="158"/>
                    <a:pt x="284" y="95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236;p64">
              <a:extLst>
                <a:ext uri="{FF2B5EF4-FFF2-40B4-BE49-F238E27FC236}">
                  <a16:creationId xmlns:a16="http://schemas.microsoft.com/office/drawing/2014/main" id="{A6056207-70AA-1BA2-B960-AA18DC7FE503}"/>
                </a:ext>
              </a:extLst>
            </p:cNvPr>
            <p:cNvSpPr/>
            <p:nvPr/>
          </p:nvSpPr>
          <p:spPr>
            <a:xfrm>
              <a:off x="3566600" y="3416300"/>
              <a:ext cx="70125" cy="106350"/>
            </a:xfrm>
            <a:custGeom>
              <a:avLst/>
              <a:gdLst/>
              <a:ahLst/>
              <a:cxnLst/>
              <a:rect l="l" t="t" r="r" b="b"/>
              <a:pathLst>
                <a:path w="2805" h="4254" extrusionOk="0">
                  <a:moveTo>
                    <a:pt x="1261" y="1"/>
                  </a:moveTo>
                  <a:cubicBezTo>
                    <a:pt x="474" y="599"/>
                    <a:pt x="1" y="1513"/>
                    <a:pt x="1" y="2490"/>
                  </a:cubicBezTo>
                  <a:lnTo>
                    <a:pt x="1" y="3907"/>
                  </a:lnTo>
                  <a:cubicBezTo>
                    <a:pt x="1" y="4096"/>
                    <a:pt x="158" y="4254"/>
                    <a:pt x="379" y="4254"/>
                  </a:cubicBezTo>
                  <a:lnTo>
                    <a:pt x="2805" y="4254"/>
                  </a:lnTo>
                  <a:lnTo>
                    <a:pt x="2805" y="1891"/>
                  </a:lnTo>
                  <a:lnTo>
                    <a:pt x="12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5237;p64">
              <a:extLst>
                <a:ext uri="{FF2B5EF4-FFF2-40B4-BE49-F238E27FC236}">
                  <a16:creationId xmlns:a16="http://schemas.microsoft.com/office/drawing/2014/main" id="{3547120A-752B-3C5C-9339-9E4E203045D2}"/>
                </a:ext>
              </a:extLst>
            </p:cNvPr>
            <p:cNvSpPr/>
            <p:nvPr/>
          </p:nvSpPr>
          <p:spPr>
            <a:xfrm>
              <a:off x="3653250" y="3417100"/>
              <a:ext cx="70125" cy="106350"/>
            </a:xfrm>
            <a:custGeom>
              <a:avLst/>
              <a:gdLst/>
              <a:ahLst/>
              <a:cxnLst/>
              <a:rect l="l" t="t" r="r" b="b"/>
              <a:pathLst>
                <a:path w="2805" h="4254" extrusionOk="0">
                  <a:moveTo>
                    <a:pt x="1544" y="0"/>
                  </a:moveTo>
                  <a:lnTo>
                    <a:pt x="1" y="1890"/>
                  </a:lnTo>
                  <a:lnTo>
                    <a:pt x="1" y="4253"/>
                  </a:lnTo>
                  <a:lnTo>
                    <a:pt x="2458" y="4253"/>
                  </a:lnTo>
                  <a:cubicBezTo>
                    <a:pt x="2647" y="4253"/>
                    <a:pt x="2804" y="4096"/>
                    <a:pt x="2804" y="3907"/>
                  </a:cubicBezTo>
                  <a:lnTo>
                    <a:pt x="2804" y="2489"/>
                  </a:lnTo>
                  <a:cubicBezTo>
                    <a:pt x="2773" y="1481"/>
                    <a:pt x="2300" y="567"/>
                    <a:pt x="15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5238;p64">
              <a:extLst>
                <a:ext uri="{FF2B5EF4-FFF2-40B4-BE49-F238E27FC236}">
                  <a16:creationId xmlns:a16="http://schemas.microsoft.com/office/drawing/2014/main" id="{DFB289BF-4750-E46B-72CE-4CF0D56BEBC0}"/>
                </a:ext>
              </a:extLst>
            </p:cNvPr>
            <p:cNvSpPr/>
            <p:nvPr/>
          </p:nvSpPr>
          <p:spPr>
            <a:xfrm>
              <a:off x="3655625" y="3310775"/>
              <a:ext cx="137850" cy="108700"/>
            </a:xfrm>
            <a:custGeom>
              <a:avLst/>
              <a:gdLst/>
              <a:ahLst/>
              <a:cxnLst/>
              <a:rect l="l" t="t" r="r" b="b"/>
              <a:pathLst>
                <a:path w="5514" h="4348" extrusionOk="0">
                  <a:moveTo>
                    <a:pt x="3686" y="1512"/>
                  </a:moveTo>
                  <a:cubicBezTo>
                    <a:pt x="3907" y="1512"/>
                    <a:pt x="4064" y="1670"/>
                    <a:pt x="4064" y="1859"/>
                  </a:cubicBezTo>
                  <a:cubicBezTo>
                    <a:pt x="4064" y="2048"/>
                    <a:pt x="3907" y="2205"/>
                    <a:pt x="3686" y="2205"/>
                  </a:cubicBezTo>
                  <a:lnTo>
                    <a:pt x="2993" y="2205"/>
                  </a:lnTo>
                  <a:cubicBezTo>
                    <a:pt x="2804" y="2205"/>
                    <a:pt x="2646" y="2048"/>
                    <a:pt x="2646" y="1859"/>
                  </a:cubicBezTo>
                  <a:cubicBezTo>
                    <a:pt x="2646" y="1670"/>
                    <a:pt x="2804" y="1512"/>
                    <a:pt x="2993" y="1512"/>
                  </a:cubicBezTo>
                  <a:close/>
                  <a:moveTo>
                    <a:pt x="4127" y="0"/>
                  </a:moveTo>
                  <a:cubicBezTo>
                    <a:pt x="3686" y="536"/>
                    <a:pt x="3056" y="851"/>
                    <a:pt x="2331" y="851"/>
                  </a:cubicBezTo>
                  <a:cubicBezTo>
                    <a:pt x="1607" y="851"/>
                    <a:pt x="977" y="504"/>
                    <a:pt x="536" y="63"/>
                  </a:cubicBezTo>
                  <a:cubicBezTo>
                    <a:pt x="347" y="221"/>
                    <a:pt x="158" y="378"/>
                    <a:pt x="0" y="567"/>
                  </a:cubicBezTo>
                  <a:cubicBezTo>
                    <a:pt x="945" y="756"/>
                    <a:pt x="1638" y="1575"/>
                    <a:pt x="1638" y="2615"/>
                  </a:cubicBezTo>
                  <a:cubicBezTo>
                    <a:pt x="1638" y="2930"/>
                    <a:pt x="1575" y="3214"/>
                    <a:pt x="1449" y="3466"/>
                  </a:cubicBezTo>
                  <a:cubicBezTo>
                    <a:pt x="1859" y="3718"/>
                    <a:pt x="2205" y="4001"/>
                    <a:pt x="2520" y="4348"/>
                  </a:cubicBezTo>
                  <a:lnTo>
                    <a:pt x="5167" y="4348"/>
                  </a:lnTo>
                  <a:cubicBezTo>
                    <a:pt x="5356" y="4348"/>
                    <a:pt x="5513" y="4190"/>
                    <a:pt x="5513" y="4001"/>
                  </a:cubicBezTo>
                  <a:lnTo>
                    <a:pt x="5513" y="2615"/>
                  </a:lnTo>
                  <a:cubicBezTo>
                    <a:pt x="5482" y="1512"/>
                    <a:pt x="4915" y="567"/>
                    <a:pt x="41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5239;p64">
              <a:extLst>
                <a:ext uri="{FF2B5EF4-FFF2-40B4-BE49-F238E27FC236}">
                  <a16:creationId xmlns:a16="http://schemas.microsoft.com/office/drawing/2014/main" id="{B858277F-7AE7-C353-77A8-BAC0B7F18952}"/>
                </a:ext>
              </a:extLst>
            </p:cNvPr>
            <p:cNvSpPr/>
            <p:nvPr/>
          </p:nvSpPr>
          <p:spPr>
            <a:xfrm>
              <a:off x="3497300" y="3309975"/>
              <a:ext cx="136275" cy="108725"/>
            </a:xfrm>
            <a:custGeom>
              <a:avLst/>
              <a:gdLst/>
              <a:ahLst/>
              <a:cxnLst/>
              <a:rect l="l" t="t" r="r" b="b"/>
              <a:pathLst>
                <a:path w="5451" h="4349" extrusionOk="0">
                  <a:moveTo>
                    <a:pt x="2426" y="1544"/>
                  </a:moveTo>
                  <a:cubicBezTo>
                    <a:pt x="2615" y="1544"/>
                    <a:pt x="2773" y="1702"/>
                    <a:pt x="2773" y="1891"/>
                  </a:cubicBezTo>
                  <a:cubicBezTo>
                    <a:pt x="2773" y="2080"/>
                    <a:pt x="2615" y="2237"/>
                    <a:pt x="2426" y="2237"/>
                  </a:cubicBezTo>
                  <a:lnTo>
                    <a:pt x="1733" y="2237"/>
                  </a:lnTo>
                  <a:cubicBezTo>
                    <a:pt x="1513" y="2237"/>
                    <a:pt x="1355" y="2080"/>
                    <a:pt x="1355" y="1891"/>
                  </a:cubicBezTo>
                  <a:cubicBezTo>
                    <a:pt x="1355" y="1702"/>
                    <a:pt x="1513" y="1544"/>
                    <a:pt x="1733" y="1544"/>
                  </a:cubicBezTo>
                  <a:close/>
                  <a:moveTo>
                    <a:pt x="1324" y="1"/>
                  </a:moveTo>
                  <a:cubicBezTo>
                    <a:pt x="536" y="568"/>
                    <a:pt x="1" y="1513"/>
                    <a:pt x="1" y="2552"/>
                  </a:cubicBezTo>
                  <a:lnTo>
                    <a:pt x="1" y="3939"/>
                  </a:lnTo>
                  <a:cubicBezTo>
                    <a:pt x="1" y="4191"/>
                    <a:pt x="95" y="4348"/>
                    <a:pt x="316" y="4348"/>
                  </a:cubicBezTo>
                  <a:lnTo>
                    <a:pt x="2930" y="4348"/>
                  </a:lnTo>
                  <a:cubicBezTo>
                    <a:pt x="3214" y="3970"/>
                    <a:pt x="3561" y="3655"/>
                    <a:pt x="4002" y="3466"/>
                  </a:cubicBezTo>
                  <a:cubicBezTo>
                    <a:pt x="3876" y="3183"/>
                    <a:pt x="3813" y="2930"/>
                    <a:pt x="3813" y="2615"/>
                  </a:cubicBezTo>
                  <a:cubicBezTo>
                    <a:pt x="3813" y="1607"/>
                    <a:pt x="4506" y="757"/>
                    <a:pt x="5451" y="568"/>
                  </a:cubicBezTo>
                  <a:cubicBezTo>
                    <a:pt x="5293" y="347"/>
                    <a:pt x="5104" y="190"/>
                    <a:pt x="4915" y="32"/>
                  </a:cubicBezTo>
                  <a:cubicBezTo>
                    <a:pt x="4474" y="505"/>
                    <a:pt x="3844" y="820"/>
                    <a:pt x="3151" y="820"/>
                  </a:cubicBezTo>
                  <a:cubicBezTo>
                    <a:pt x="2426" y="820"/>
                    <a:pt x="1796" y="505"/>
                    <a:pt x="13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4425;p62">
            <a:extLst>
              <a:ext uri="{FF2B5EF4-FFF2-40B4-BE49-F238E27FC236}">
                <a16:creationId xmlns:a16="http://schemas.microsoft.com/office/drawing/2014/main" id="{C18EFCE3-45DE-D649-6F78-5FD9FD9FD205}"/>
              </a:ext>
            </a:extLst>
          </p:cNvPr>
          <p:cNvGrpSpPr/>
          <p:nvPr/>
        </p:nvGrpSpPr>
        <p:grpSpPr>
          <a:xfrm>
            <a:off x="5026191" y="1352752"/>
            <a:ext cx="363316" cy="315437"/>
            <a:chOff x="6218300" y="4416175"/>
            <a:chExt cx="516000" cy="448000"/>
          </a:xfrm>
        </p:grpSpPr>
        <p:sp>
          <p:nvSpPr>
            <p:cNvPr id="20" name="Google Shape;14426;p62">
              <a:extLst>
                <a:ext uri="{FF2B5EF4-FFF2-40B4-BE49-F238E27FC236}">
                  <a16:creationId xmlns:a16="http://schemas.microsoft.com/office/drawing/2014/main" id="{CC4E6C7A-C4E3-F6DB-A355-B0ABCFAB6164}"/>
                </a:ext>
              </a:extLst>
            </p:cNvPr>
            <p:cNvSpPr/>
            <p:nvPr/>
          </p:nvSpPr>
          <p:spPr>
            <a:xfrm>
              <a:off x="6462150" y="4525375"/>
              <a:ext cx="28250" cy="141250"/>
            </a:xfrm>
            <a:custGeom>
              <a:avLst/>
              <a:gdLst/>
              <a:ahLst/>
              <a:cxnLst/>
              <a:rect l="l" t="t" r="r" b="b"/>
              <a:pathLst>
                <a:path w="1130" h="5650" extrusionOk="0">
                  <a:moveTo>
                    <a:pt x="566" y="1"/>
                  </a:moveTo>
                  <a:cubicBezTo>
                    <a:pt x="253" y="1"/>
                    <a:pt x="0" y="254"/>
                    <a:pt x="0" y="567"/>
                  </a:cubicBezTo>
                  <a:lnTo>
                    <a:pt x="0" y="5087"/>
                  </a:lnTo>
                  <a:cubicBezTo>
                    <a:pt x="0" y="5397"/>
                    <a:pt x="253" y="5650"/>
                    <a:pt x="566" y="5650"/>
                  </a:cubicBezTo>
                  <a:cubicBezTo>
                    <a:pt x="877" y="5650"/>
                    <a:pt x="1130" y="5397"/>
                    <a:pt x="1130" y="5087"/>
                  </a:cubicBezTo>
                  <a:lnTo>
                    <a:pt x="1130" y="567"/>
                  </a:lnTo>
                  <a:cubicBezTo>
                    <a:pt x="1130" y="254"/>
                    <a:pt x="877" y="1"/>
                    <a:pt x="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1" name="Google Shape;14427;p62">
              <a:extLst>
                <a:ext uri="{FF2B5EF4-FFF2-40B4-BE49-F238E27FC236}">
                  <a16:creationId xmlns:a16="http://schemas.microsoft.com/office/drawing/2014/main" id="{14D87052-4249-C83C-58CD-A1A8EA759F00}"/>
                </a:ext>
              </a:extLst>
            </p:cNvPr>
            <p:cNvSpPr/>
            <p:nvPr/>
          </p:nvSpPr>
          <p:spPr>
            <a:xfrm>
              <a:off x="6218300" y="4416175"/>
              <a:ext cx="516000" cy="448000"/>
            </a:xfrm>
            <a:custGeom>
              <a:avLst/>
              <a:gdLst/>
              <a:ahLst/>
              <a:cxnLst/>
              <a:rect l="l" t="t" r="r" b="b"/>
              <a:pathLst>
                <a:path w="20640" h="17920" extrusionOk="0">
                  <a:moveTo>
                    <a:pt x="10320" y="3240"/>
                  </a:moveTo>
                  <a:cubicBezTo>
                    <a:pt x="11254" y="3240"/>
                    <a:pt x="12013" y="3998"/>
                    <a:pt x="12013" y="4935"/>
                  </a:cubicBezTo>
                  <a:lnTo>
                    <a:pt x="12013" y="9452"/>
                  </a:lnTo>
                  <a:cubicBezTo>
                    <a:pt x="12013" y="10385"/>
                    <a:pt x="11254" y="11144"/>
                    <a:pt x="10320" y="11144"/>
                  </a:cubicBezTo>
                  <a:cubicBezTo>
                    <a:pt x="9384" y="11144"/>
                    <a:pt x="8625" y="10385"/>
                    <a:pt x="8625" y="9452"/>
                  </a:cubicBezTo>
                  <a:lnTo>
                    <a:pt x="8625" y="4935"/>
                  </a:lnTo>
                  <a:cubicBezTo>
                    <a:pt x="8625" y="3998"/>
                    <a:pt x="9384" y="3240"/>
                    <a:pt x="10320" y="3240"/>
                  </a:cubicBezTo>
                  <a:close/>
                  <a:moveTo>
                    <a:pt x="10320" y="12274"/>
                  </a:moveTo>
                  <a:cubicBezTo>
                    <a:pt x="10538" y="12274"/>
                    <a:pt x="10758" y="12316"/>
                    <a:pt x="10968" y="12403"/>
                  </a:cubicBezTo>
                  <a:cubicBezTo>
                    <a:pt x="11600" y="12665"/>
                    <a:pt x="12013" y="13282"/>
                    <a:pt x="12013" y="13969"/>
                  </a:cubicBezTo>
                  <a:cubicBezTo>
                    <a:pt x="12013" y="14902"/>
                    <a:pt x="11254" y="15661"/>
                    <a:pt x="10320" y="15661"/>
                  </a:cubicBezTo>
                  <a:cubicBezTo>
                    <a:pt x="9634" y="15661"/>
                    <a:pt x="9017" y="15248"/>
                    <a:pt x="8755" y="14616"/>
                  </a:cubicBezTo>
                  <a:cubicBezTo>
                    <a:pt x="8493" y="13984"/>
                    <a:pt x="8637" y="13255"/>
                    <a:pt x="9122" y="12770"/>
                  </a:cubicBezTo>
                  <a:cubicBezTo>
                    <a:pt x="9446" y="12446"/>
                    <a:pt x="9880" y="12274"/>
                    <a:pt x="10320" y="12274"/>
                  </a:cubicBezTo>
                  <a:close/>
                  <a:moveTo>
                    <a:pt x="10319" y="1"/>
                  </a:moveTo>
                  <a:cubicBezTo>
                    <a:pt x="9352" y="1"/>
                    <a:pt x="8386" y="487"/>
                    <a:pt x="7848" y="1460"/>
                  </a:cubicBezTo>
                  <a:lnTo>
                    <a:pt x="1040" y="13731"/>
                  </a:lnTo>
                  <a:cubicBezTo>
                    <a:pt x="1" y="15613"/>
                    <a:pt x="1359" y="17919"/>
                    <a:pt x="3509" y="17919"/>
                  </a:cubicBezTo>
                  <a:lnTo>
                    <a:pt x="17129" y="17919"/>
                  </a:lnTo>
                  <a:cubicBezTo>
                    <a:pt x="19279" y="17919"/>
                    <a:pt x="20640" y="15616"/>
                    <a:pt x="19598" y="13731"/>
                  </a:cubicBezTo>
                  <a:lnTo>
                    <a:pt x="12790" y="1460"/>
                  </a:lnTo>
                  <a:cubicBezTo>
                    <a:pt x="12252" y="487"/>
                    <a:pt x="11286" y="1"/>
                    <a:pt x="103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2" name="Google Shape;14428;p62">
              <a:extLst>
                <a:ext uri="{FF2B5EF4-FFF2-40B4-BE49-F238E27FC236}">
                  <a16:creationId xmlns:a16="http://schemas.microsoft.com/office/drawing/2014/main" id="{BDF84B6B-DFF3-06E4-4994-A7F1A1FF2B28}"/>
                </a:ext>
              </a:extLst>
            </p:cNvPr>
            <p:cNvSpPr/>
            <p:nvPr/>
          </p:nvSpPr>
          <p:spPr>
            <a:xfrm>
              <a:off x="6462150" y="4751225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6" y="1"/>
                  </a:moveTo>
                  <a:cubicBezTo>
                    <a:pt x="253" y="1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877" y="1130"/>
                    <a:pt x="1130" y="877"/>
                    <a:pt x="1130" y="567"/>
                  </a:cubicBezTo>
                  <a:cubicBezTo>
                    <a:pt x="1130" y="253"/>
                    <a:pt x="877" y="1"/>
                    <a:pt x="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</p:grpSp>
      <p:grpSp>
        <p:nvGrpSpPr>
          <p:cNvPr id="26" name="Google Shape;9299;p35">
            <a:extLst>
              <a:ext uri="{FF2B5EF4-FFF2-40B4-BE49-F238E27FC236}">
                <a16:creationId xmlns:a16="http://schemas.microsoft.com/office/drawing/2014/main" id="{742929A2-F176-E9E7-6985-4D18FCE494A4}"/>
              </a:ext>
            </a:extLst>
          </p:cNvPr>
          <p:cNvGrpSpPr/>
          <p:nvPr/>
        </p:nvGrpSpPr>
        <p:grpSpPr>
          <a:xfrm>
            <a:off x="5038231" y="3092336"/>
            <a:ext cx="339200" cy="339271"/>
            <a:chOff x="5049725" y="2027900"/>
            <a:chExt cx="481750" cy="481850"/>
          </a:xfrm>
        </p:grpSpPr>
        <p:sp>
          <p:nvSpPr>
            <p:cNvPr id="27" name="Google Shape;9300;p35">
              <a:extLst>
                <a:ext uri="{FF2B5EF4-FFF2-40B4-BE49-F238E27FC236}">
                  <a16:creationId xmlns:a16="http://schemas.microsoft.com/office/drawing/2014/main" id="{22D82321-85BA-67C0-AEEB-72990834B7B9}"/>
                </a:ext>
              </a:extLst>
            </p:cNvPr>
            <p:cNvSpPr/>
            <p:nvPr/>
          </p:nvSpPr>
          <p:spPr>
            <a:xfrm>
              <a:off x="5191775" y="2394925"/>
              <a:ext cx="197625" cy="114825"/>
            </a:xfrm>
            <a:custGeom>
              <a:avLst/>
              <a:gdLst/>
              <a:ahLst/>
              <a:cxnLst/>
              <a:rect l="l" t="t" r="r" b="b"/>
              <a:pathLst>
                <a:path w="7905" h="4593" extrusionOk="0">
                  <a:moveTo>
                    <a:pt x="0" y="0"/>
                  </a:moveTo>
                  <a:lnTo>
                    <a:pt x="0" y="566"/>
                  </a:lnTo>
                  <a:cubicBezTo>
                    <a:pt x="3" y="1298"/>
                    <a:pt x="479" y="1949"/>
                    <a:pt x="1178" y="2171"/>
                  </a:cubicBezTo>
                  <a:cubicBezTo>
                    <a:pt x="1407" y="3502"/>
                    <a:pt x="2560" y="4593"/>
                    <a:pt x="3954" y="4593"/>
                  </a:cubicBezTo>
                  <a:cubicBezTo>
                    <a:pt x="5345" y="4593"/>
                    <a:pt x="6499" y="3502"/>
                    <a:pt x="6728" y="2171"/>
                  </a:cubicBezTo>
                  <a:cubicBezTo>
                    <a:pt x="7426" y="1949"/>
                    <a:pt x="7902" y="1298"/>
                    <a:pt x="7905" y="566"/>
                  </a:cubicBezTo>
                  <a:lnTo>
                    <a:pt x="79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8" name="Google Shape;9301;p35">
              <a:extLst>
                <a:ext uri="{FF2B5EF4-FFF2-40B4-BE49-F238E27FC236}">
                  <a16:creationId xmlns:a16="http://schemas.microsoft.com/office/drawing/2014/main" id="{DDFFAE1F-5F5D-E6C3-ADE5-EBAC04456E29}"/>
                </a:ext>
              </a:extLst>
            </p:cNvPr>
            <p:cNvSpPr/>
            <p:nvPr/>
          </p:nvSpPr>
          <p:spPr>
            <a:xfrm>
              <a:off x="5113625" y="2027900"/>
              <a:ext cx="347300" cy="338825"/>
            </a:xfrm>
            <a:custGeom>
              <a:avLst/>
              <a:gdLst/>
              <a:ahLst/>
              <a:cxnLst/>
              <a:rect l="l" t="t" r="r" b="b"/>
              <a:pathLst>
                <a:path w="13892" h="13553" extrusionOk="0">
                  <a:moveTo>
                    <a:pt x="7080" y="2260"/>
                  </a:moveTo>
                  <a:cubicBezTo>
                    <a:pt x="9574" y="2263"/>
                    <a:pt x="11594" y="4284"/>
                    <a:pt x="11597" y="6777"/>
                  </a:cubicBezTo>
                  <a:cubicBezTo>
                    <a:pt x="11597" y="7090"/>
                    <a:pt x="11344" y="7340"/>
                    <a:pt x="11031" y="7340"/>
                  </a:cubicBezTo>
                  <a:cubicBezTo>
                    <a:pt x="10718" y="7340"/>
                    <a:pt x="10468" y="7090"/>
                    <a:pt x="10468" y="6777"/>
                  </a:cubicBezTo>
                  <a:cubicBezTo>
                    <a:pt x="10465" y="4907"/>
                    <a:pt x="8950" y="3392"/>
                    <a:pt x="7080" y="3389"/>
                  </a:cubicBezTo>
                  <a:cubicBezTo>
                    <a:pt x="6767" y="3389"/>
                    <a:pt x="6514" y="3136"/>
                    <a:pt x="6514" y="2826"/>
                  </a:cubicBezTo>
                  <a:cubicBezTo>
                    <a:pt x="6514" y="2513"/>
                    <a:pt x="6767" y="2260"/>
                    <a:pt x="7080" y="2260"/>
                  </a:cubicBezTo>
                  <a:close/>
                  <a:moveTo>
                    <a:pt x="7070" y="1"/>
                  </a:moveTo>
                  <a:cubicBezTo>
                    <a:pt x="6595" y="1"/>
                    <a:pt x="6111" y="50"/>
                    <a:pt x="5623" y="152"/>
                  </a:cubicBezTo>
                  <a:cubicBezTo>
                    <a:pt x="3075" y="685"/>
                    <a:pt x="1001" y="2754"/>
                    <a:pt x="459" y="5301"/>
                  </a:cubicBezTo>
                  <a:cubicBezTo>
                    <a:pt x="1" y="7469"/>
                    <a:pt x="567" y="9644"/>
                    <a:pt x="2015" y="11270"/>
                  </a:cubicBezTo>
                  <a:cubicBezTo>
                    <a:pt x="2584" y="11908"/>
                    <a:pt x="2952" y="12703"/>
                    <a:pt x="3072" y="13552"/>
                  </a:cubicBezTo>
                  <a:lnTo>
                    <a:pt x="11088" y="13552"/>
                  </a:lnTo>
                  <a:cubicBezTo>
                    <a:pt x="11221" y="12691"/>
                    <a:pt x="11597" y="11887"/>
                    <a:pt x="12175" y="11233"/>
                  </a:cubicBezTo>
                  <a:cubicBezTo>
                    <a:pt x="13259" y="10002"/>
                    <a:pt x="13892" y="8418"/>
                    <a:pt x="13892" y="6777"/>
                  </a:cubicBezTo>
                  <a:cubicBezTo>
                    <a:pt x="13892" y="2969"/>
                    <a:pt x="10766" y="1"/>
                    <a:pt x="70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" name="Google Shape;9302;p35">
              <a:extLst>
                <a:ext uri="{FF2B5EF4-FFF2-40B4-BE49-F238E27FC236}">
                  <a16:creationId xmlns:a16="http://schemas.microsoft.com/office/drawing/2014/main" id="{B0DE6E55-D366-F8D3-E47E-DF43DA810110}"/>
                </a:ext>
              </a:extLst>
            </p:cNvPr>
            <p:cNvSpPr/>
            <p:nvPr/>
          </p:nvSpPr>
          <p:spPr>
            <a:xfrm>
              <a:off x="5049725" y="2197300"/>
              <a:ext cx="56400" cy="28275"/>
            </a:xfrm>
            <a:custGeom>
              <a:avLst/>
              <a:gdLst/>
              <a:ahLst/>
              <a:cxnLst/>
              <a:rect l="l" t="t" r="r" b="b"/>
              <a:pathLst>
                <a:path w="2256" h="1131" extrusionOk="0">
                  <a:moveTo>
                    <a:pt x="563" y="1"/>
                  </a:moveTo>
                  <a:cubicBezTo>
                    <a:pt x="250" y="1"/>
                    <a:pt x="0" y="254"/>
                    <a:pt x="0" y="567"/>
                  </a:cubicBezTo>
                  <a:cubicBezTo>
                    <a:pt x="0" y="877"/>
                    <a:pt x="250" y="1130"/>
                    <a:pt x="563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" name="Google Shape;9303;p35">
              <a:extLst>
                <a:ext uri="{FF2B5EF4-FFF2-40B4-BE49-F238E27FC236}">
                  <a16:creationId xmlns:a16="http://schemas.microsoft.com/office/drawing/2014/main" id="{FFC0F070-552B-12E0-FE8F-B90D0A200FCB}"/>
                </a:ext>
              </a:extLst>
            </p:cNvPr>
            <p:cNvSpPr/>
            <p:nvPr/>
          </p:nvSpPr>
          <p:spPr>
            <a:xfrm>
              <a:off x="5052575" y="2102800"/>
              <a:ext cx="50850" cy="48075"/>
            </a:xfrm>
            <a:custGeom>
              <a:avLst/>
              <a:gdLst/>
              <a:ahLst/>
              <a:cxnLst/>
              <a:rect l="l" t="t" r="r" b="b"/>
              <a:pathLst>
                <a:path w="2034" h="1923" extrusionOk="0">
                  <a:moveTo>
                    <a:pt x="623" y="0"/>
                  </a:moveTo>
                  <a:cubicBezTo>
                    <a:pt x="478" y="0"/>
                    <a:pt x="333" y="56"/>
                    <a:pt x="224" y="167"/>
                  </a:cubicBezTo>
                  <a:cubicBezTo>
                    <a:pt x="4" y="384"/>
                    <a:pt x="1" y="736"/>
                    <a:pt x="214" y="959"/>
                  </a:cubicBezTo>
                  <a:lnTo>
                    <a:pt x="1015" y="1757"/>
                  </a:lnTo>
                  <a:cubicBezTo>
                    <a:pt x="1125" y="1867"/>
                    <a:pt x="1269" y="1922"/>
                    <a:pt x="1413" y="1922"/>
                  </a:cubicBezTo>
                  <a:cubicBezTo>
                    <a:pt x="1558" y="1922"/>
                    <a:pt x="1702" y="1867"/>
                    <a:pt x="1813" y="1757"/>
                  </a:cubicBezTo>
                  <a:cubicBezTo>
                    <a:pt x="2033" y="1534"/>
                    <a:pt x="2033" y="1179"/>
                    <a:pt x="1813" y="959"/>
                  </a:cubicBezTo>
                  <a:lnTo>
                    <a:pt x="1015" y="158"/>
                  </a:lnTo>
                  <a:cubicBezTo>
                    <a:pt x="906" y="53"/>
                    <a:pt x="764" y="0"/>
                    <a:pt x="6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1" name="Google Shape;9304;p35">
              <a:extLst>
                <a:ext uri="{FF2B5EF4-FFF2-40B4-BE49-F238E27FC236}">
                  <a16:creationId xmlns:a16="http://schemas.microsoft.com/office/drawing/2014/main" id="{98B35373-CCB3-DB4B-6F11-CA2C0EF5C3ED}"/>
                </a:ext>
              </a:extLst>
            </p:cNvPr>
            <p:cNvSpPr/>
            <p:nvPr/>
          </p:nvSpPr>
          <p:spPr>
            <a:xfrm>
              <a:off x="5052575" y="2272175"/>
              <a:ext cx="50700" cy="47900"/>
            </a:xfrm>
            <a:custGeom>
              <a:avLst/>
              <a:gdLst/>
              <a:ahLst/>
              <a:cxnLst/>
              <a:rect l="l" t="t" r="r" b="b"/>
              <a:pathLst>
                <a:path w="2028" h="1916" extrusionOk="0">
                  <a:moveTo>
                    <a:pt x="1405" y="0"/>
                  </a:moveTo>
                  <a:cubicBezTo>
                    <a:pt x="1264" y="0"/>
                    <a:pt x="1124" y="53"/>
                    <a:pt x="1015" y="159"/>
                  </a:cubicBezTo>
                  <a:lnTo>
                    <a:pt x="214" y="960"/>
                  </a:lnTo>
                  <a:cubicBezTo>
                    <a:pt x="1" y="1179"/>
                    <a:pt x="4" y="1532"/>
                    <a:pt x="224" y="1749"/>
                  </a:cubicBezTo>
                  <a:cubicBezTo>
                    <a:pt x="333" y="1860"/>
                    <a:pt x="478" y="1916"/>
                    <a:pt x="623" y="1916"/>
                  </a:cubicBezTo>
                  <a:cubicBezTo>
                    <a:pt x="764" y="1916"/>
                    <a:pt x="906" y="1863"/>
                    <a:pt x="1015" y="1758"/>
                  </a:cubicBezTo>
                  <a:lnTo>
                    <a:pt x="1813" y="960"/>
                  </a:lnTo>
                  <a:cubicBezTo>
                    <a:pt x="2027" y="737"/>
                    <a:pt x="2024" y="384"/>
                    <a:pt x="1804" y="168"/>
                  </a:cubicBezTo>
                  <a:cubicBezTo>
                    <a:pt x="1695" y="56"/>
                    <a:pt x="1550" y="0"/>
                    <a:pt x="14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9305;p35">
              <a:extLst>
                <a:ext uri="{FF2B5EF4-FFF2-40B4-BE49-F238E27FC236}">
                  <a16:creationId xmlns:a16="http://schemas.microsoft.com/office/drawing/2014/main" id="{C15BDCCF-504E-C4FD-E23A-78DBB96392F5}"/>
                </a:ext>
              </a:extLst>
            </p:cNvPr>
            <p:cNvSpPr/>
            <p:nvPr/>
          </p:nvSpPr>
          <p:spPr>
            <a:xfrm>
              <a:off x="5475050" y="2197300"/>
              <a:ext cx="56425" cy="28275"/>
            </a:xfrm>
            <a:custGeom>
              <a:avLst/>
              <a:gdLst/>
              <a:ahLst/>
              <a:cxnLst/>
              <a:rect l="l" t="t" r="r" b="b"/>
              <a:pathLst>
                <a:path w="2257" h="1131" extrusionOk="0">
                  <a:moveTo>
                    <a:pt x="564" y="1"/>
                  </a:moveTo>
                  <a:cubicBezTo>
                    <a:pt x="251" y="1"/>
                    <a:pt x="1" y="254"/>
                    <a:pt x="1" y="567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" name="Google Shape;9306;p35">
              <a:extLst>
                <a:ext uri="{FF2B5EF4-FFF2-40B4-BE49-F238E27FC236}">
                  <a16:creationId xmlns:a16="http://schemas.microsoft.com/office/drawing/2014/main" id="{1A1F2BD8-133E-0EBC-F60E-FD67745A43BA}"/>
                </a:ext>
              </a:extLst>
            </p:cNvPr>
            <p:cNvSpPr/>
            <p:nvPr/>
          </p:nvSpPr>
          <p:spPr>
            <a:xfrm>
              <a:off x="5477925" y="2102800"/>
              <a:ext cx="50675" cy="47900"/>
            </a:xfrm>
            <a:custGeom>
              <a:avLst/>
              <a:gdLst/>
              <a:ahLst/>
              <a:cxnLst/>
              <a:rect l="l" t="t" r="r" b="b"/>
              <a:pathLst>
                <a:path w="2027" h="1916" extrusionOk="0">
                  <a:moveTo>
                    <a:pt x="1405" y="0"/>
                  </a:moveTo>
                  <a:cubicBezTo>
                    <a:pt x="1264" y="0"/>
                    <a:pt x="1123" y="53"/>
                    <a:pt x="1015" y="158"/>
                  </a:cubicBezTo>
                  <a:lnTo>
                    <a:pt x="214" y="959"/>
                  </a:lnTo>
                  <a:cubicBezTo>
                    <a:pt x="0" y="1179"/>
                    <a:pt x="3" y="1531"/>
                    <a:pt x="223" y="1748"/>
                  </a:cubicBezTo>
                  <a:cubicBezTo>
                    <a:pt x="333" y="1860"/>
                    <a:pt x="478" y="1915"/>
                    <a:pt x="623" y="1915"/>
                  </a:cubicBezTo>
                  <a:cubicBezTo>
                    <a:pt x="764" y="1915"/>
                    <a:pt x="905" y="1863"/>
                    <a:pt x="1015" y="1757"/>
                  </a:cubicBezTo>
                  <a:lnTo>
                    <a:pt x="1813" y="959"/>
                  </a:lnTo>
                  <a:cubicBezTo>
                    <a:pt x="2027" y="736"/>
                    <a:pt x="2024" y="384"/>
                    <a:pt x="1804" y="167"/>
                  </a:cubicBezTo>
                  <a:cubicBezTo>
                    <a:pt x="1694" y="56"/>
                    <a:pt x="1549" y="0"/>
                    <a:pt x="14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" name="Google Shape;9307;p35">
              <a:extLst>
                <a:ext uri="{FF2B5EF4-FFF2-40B4-BE49-F238E27FC236}">
                  <a16:creationId xmlns:a16="http://schemas.microsoft.com/office/drawing/2014/main" id="{57DB4FA1-D7D8-B730-953A-0E592ACE0D91}"/>
                </a:ext>
              </a:extLst>
            </p:cNvPr>
            <p:cNvSpPr/>
            <p:nvPr/>
          </p:nvSpPr>
          <p:spPr>
            <a:xfrm>
              <a:off x="5477775" y="2272000"/>
              <a:ext cx="50825" cy="48075"/>
            </a:xfrm>
            <a:custGeom>
              <a:avLst/>
              <a:gdLst/>
              <a:ahLst/>
              <a:cxnLst/>
              <a:rect l="l" t="t" r="r" b="b"/>
              <a:pathLst>
                <a:path w="2033" h="1923" extrusionOk="0">
                  <a:moveTo>
                    <a:pt x="621" y="1"/>
                  </a:moveTo>
                  <a:cubicBezTo>
                    <a:pt x="476" y="1"/>
                    <a:pt x="331" y="56"/>
                    <a:pt x="220" y="166"/>
                  </a:cubicBezTo>
                  <a:cubicBezTo>
                    <a:pt x="0" y="388"/>
                    <a:pt x="0" y="744"/>
                    <a:pt x="220" y="967"/>
                  </a:cubicBezTo>
                  <a:lnTo>
                    <a:pt x="1021" y="1765"/>
                  </a:lnTo>
                  <a:cubicBezTo>
                    <a:pt x="1129" y="1870"/>
                    <a:pt x="1270" y="1923"/>
                    <a:pt x="1411" y="1923"/>
                  </a:cubicBezTo>
                  <a:cubicBezTo>
                    <a:pt x="1555" y="1923"/>
                    <a:pt x="1700" y="1867"/>
                    <a:pt x="1810" y="1756"/>
                  </a:cubicBezTo>
                  <a:cubicBezTo>
                    <a:pt x="2030" y="1539"/>
                    <a:pt x="2033" y="1186"/>
                    <a:pt x="1819" y="967"/>
                  </a:cubicBezTo>
                  <a:lnTo>
                    <a:pt x="1021" y="166"/>
                  </a:lnTo>
                  <a:cubicBezTo>
                    <a:pt x="910" y="56"/>
                    <a:pt x="765" y="1"/>
                    <a:pt x="6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5" name="Google Shape;17066;p68">
            <a:extLst>
              <a:ext uri="{FF2B5EF4-FFF2-40B4-BE49-F238E27FC236}">
                <a16:creationId xmlns:a16="http://schemas.microsoft.com/office/drawing/2014/main" id="{20FA78A4-D83D-3821-FB17-4661B08DF2DA}"/>
              </a:ext>
            </a:extLst>
          </p:cNvPr>
          <p:cNvGrpSpPr/>
          <p:nvPr/>
        </p:nvGrpSpPr>
        <p:grpSpPr>
          <a:xfrm>
            <a:off x="798713" y="3115470"/>
            <a:ext cx="425310" cy="419659"/>
            <a:chOff x="-1951475" y="3597450"/>
            <a:chExt cx="295375" cy="291450"/>
          </a:xfrm>
        </p:grpSpPr>
        <p:sp>
          <p:nvSpPr>
            <p:cNvPr id="36" name="Google Shape;17067;p68">
              <a:extLst>
                <a:ext uri="{FF2B5EF4-FFF2-40B4-BE49-F238E27FC236}">
                  <a16:creationId xmlns:a16="http://schemas.microsoft.com/office/drawing/2014/main" id="{2B1B40AE-2FA1-1E02-024B-1F894E334CC1}"/>
                </a:ext>
              </a:extLst>
            </p:cNvPr>
            <p:cNvSpPr/>
            <p:nvPr/>
          </p:nvSpPr>
          <p:spPr>
            <a:xfrm>
              <a:off x="-1951475" y="3597450"/>
              <a:ext cx="170925" cy="34675"/>
            </a:xfrm>
            <a:custGeom>
              <a:avLst/>
              <a:gdLst/>
              <a:ahLst/>
              <a:cxnLst/>
              <a:rect l="l" t="t" r="r" b="b"/>
              <a:pathLst>
                <a:path w="6837" h="1387" extrusionOk="0">
                  <a:moveTo>
                    <a:pt x="1008" y="1"/>
                  </a:moveTo>
                  <a:cubicBezTo>
                    <a:pt x="473" y="1"/>
                    <a:pt x="0" y="473"/>
                    <a:pt x="0" y="1040"/>
                  </a:cubicBezTo>
                  <a:lnTo>
                    <a:pt x="0" y="1387"/>
                  </a:lnTo>
                  <a:lnTo>
                    <a:pt x="6837" y="1387"/>
                  </a:lnTo>
                  <a:lnTo>
                    <a:pt x="6837" y="1040"/>
                  </a:lnTo>
                  <a:cubicBezTo>
                    <a:pt x="6837" y="473"/>
                    <a:pt x="6364" y="1"/>
                    <a:pt x="58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7068;p68">
              <a:extLst>
                <a:ext uri="{FF2B5EF4-FFF2-40B4-BE49-F238E27FC236}">
                  <a16:creationId xmlns:a16="http://schemas.microsoft.com/office/drawing/2014/main" id="{1BA4BAFE-3931-E717-F29F-E7F87EC3F6B7}"/>
                </a:ext>
              </a:extLst>
            </p:cNvPr>
            <p:cNvSpPr/>
            <p:nvPr/>
          </p:nvSpPr>
          <p:spPr>
            <a:xfrm>
              <a:off x="-1949900" y="3648650"/>
              <a:ext cx="171725" cy="173300"/>
            </a:xfrm>
            <a:custGeom>
              <a:avLst/>
              <a:gdLst/>
              <a:ahLst/>
              <a:cxnLst/>
              <a:rect l="l" t="t" r="r" b="b"/>
              <a:pathLst>
                <a:path w="6869" h="6932" extrusionOk="0">
                  <a:moveTo>
                    <a:pt x="0" y="1"/>
                  </a:moveTo>
                  <a:lnTo>
                    <a:pt x="0" y="6932"/>
                  </a:lnTo>
                  <a:lnTo>
                    <a:pt x="2426" y="6932"/>
                  </a:lnTo>
                  <a:cubicBezTo>
                    <a:pt x="2521" y="6585"/>
                    <a:pt x="2836" y="6333"/>
                    <a:pt x="3245" y="6270"/>
                  </a:cubicBezTo>
                  <a:lnTo>
                    <a:pt x="1166" y="4191"/>
                  </a:lnTo>
                  <a:cubicBezTo>
                    <a:pt x="693" y="3718"/>
                    <a:pt x="693" y="2962"/>
                    <a:pt x="1166" y="2489"/>
                  </a:cubicBezTo>
                  <a:cubicBezTo>
                    <a:pt x="1386" y="2237"/>
                    <a:pt x="1670" y="2143"/>
                    <a:pt x="2017" y="2143"/>
                  </a:cubicBezTo>
                  <a:cubicBezTo>
                    <a:pt x="2363" y="2143"/>
                    <a:pt x="2647" y="2237"/>
                    <a:pt x="2899" y="2489"/>
                  </a:cubicBezTo>
                  <a:lnTo>
                    <a:pt x="3560" y="3151"/>
                  </a:lnTo>
                  <a:cubicBezTo>
                    <a:pt x="3592" y="2994"/>
                    <a:pt x="3718" y="2836"/>
                    <a:pt x="3844" y="2710"/>
                  </a:cubicBezTo>
                  <a:cubicBezTo>
                    <a:pt x="4064" y="2489"/>
                    <a:pt x="4348" y="2363"/>
                    <a:pt x="4694" y="2363"/>
                  </a:cubicBezTo>
                  <a:cubicBezTo>
                    <a:pt x="4694" y="2048"/>
                    <a:pt x="4820" y="1733"/>
                    <a:pt x="5041" y="1513"/>
                  </a:cubicBezTo>
                  <a:cubicBezTo>
                    <a:pt x="5293" y="1261"/>
                    <a:pt x="5577" y="1135"/>
                    <a:pt x="5923" y="1135"/>
                  </a:cubicBezTo>
                  <a:cubicBezTo>
                    <a:pt x="6112" y="1135"/>
                    <a:pt x="6301" y="1198"/>
                    <a:pt x="6459" y="1261"/>
                  </a:cubicBezTo>
                  <a:cubicBezTo>
                    <a:pt x="6522" y="1072"/>
                    <a:pt x="6616" y="914"/>
                    <a:pt x="6774" y="757"/>
                  </a:cubicBezTo>
                  <a:lnTo>
                    <a:pt x="6868" y="662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7069;p68">
              <a:extLst>
                <a:ext uri="{FF2B5EF4-FFF2-40B4-BE49-F238E27FC236}">
                  <a16:creationId xmlns:a16="http://schemas.microsoft.com/office/drawing/2014/main" id="{3280FCC0-DFE5-2D38-EB20-C3C2A5BCD282}"/>
                </a:ext>
              </a:extLst>
            </p:cNvPr>
            <p:cNvSpPr/>
            <p:nvPr/>
          </p:nvSpPr>
          <p:spPr>
            <a:xfrm>
              <a:off x="-1951475" y="3838475"/>
              <a:ext cx="170925" cy="50425"/>
            </a:xfrm>
            <a:custGeom>
              <a:avLst/>
              <a:gdLst/>
              <a:ahLst/>
              <a:cxnLst/>
              <a:rect l="l" t="t" r="r" b="b"/>
              <a:pathLst>
                <a:path w="6837" h="2017" extrusionOk="0">
                  <a:moveTo>
                    <a:pt x="0" y="0"/>
                  </a:moveTo>
                  <a:lnTo>
                    <a:pt x="0" y="1008"/>
                  </a:lnTo>
                  <a:cubicBezTo>
                    <a:pt x="0" y="1544"/>
                    <a:pt x="473" y="2017"/>
                    <a:pt x="1008" y="2017"/>
                  </a:cubicBezTo>
                  <a:lnTo>
                    <a:pt x="5829" y="2017"/>
                  </a:lnTo>
                  <a:cubicBezTo>
                    <a:pt x="6333" y="2017"/>
                    <a:pt x="6774" y="1670"/>
                    <a:pt x="6837" y="1166"/>
                  </a:cubicBezTo>
                  <a:lnTo>
                    <a:pt x="6679" y="1071"/>
                  </a:lnTo>
                  <a:lnTo>
                    <a:pt x="3466" y="1071"/>
                  </a:lnTo>
                  <a:cubicBezTo>
                    <a:pt x="2867" y="1071"/>
                    <a:pt x="2363" y="599"/>
                    <a:pt x="22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7070;p68">
              <a:extLst>
                <a:ext uri="{FF2B5EF4-FFF2-40B4-BE49-F238E27FC236}">
                  <a16:creationId xmlns:a16="http://schemas.microsoft.com/office/drawing/2014/main" id="{8FA3C4EA-7630-1F6A-1BFD-9D04DB58470A}"/>
                </a:ext>
              </a:extLst>
            </p:cNvPr>
            <p:cNvSpPr/>
            <p:nvPr/>
          </p:nvSpPr>
          <p:spPr>
            <a:xfrm>
              <a:off x="-1912900" y="3675825"/>
              <a:ext cx="256800" cy="202825"/>
            </a:xfrm>
            <a:custGeom>
              <a:avLst/>
              <a:gdLst/>
              <a:ahLst/>
              <a:cxnLst/>
              <a:rect l="l" t="t" r="r" b="b"/>
              <a:pathLst>
                <a:path w="10272" h="8113" extrusionOk="0">
                  <a:moveTo>
                    <a:pt x="6085" y="0"/>
                  </a:moveTo>
                  <a:cubicBezTo>
                    <a:pt x="5955" y="0"/>
                    <a:pt x="5829" y="48"/>
                    <a:pt x="5735" y="142"/>
                  </a:cubicBezTo>
                  <a:cubicBezTo>
                    <a:pt x="5546" y="331"/>
                    <a:pt x="5546" y="646"/>
                    <a:pt x="5735" y="835"/>
                  </a:cubicBezTo>
                  <a:lnTo>
                    <a:pt x="6081" y="1213"/>
                  </a:lnTo>
                  <a:cubicBezTo>
                    <a:pt x="6207" y="1308"/>
                    <a:pt x="6207" y="1560"/>
                    <a:pt x="6081" y="1655"/>
                  </a:cubicBezTo>
                  <a:cubicBezTo>
                    <a:pt x="6034" y="1718"/>
                    <a:pt x="5948" y="1749"/>
                    <a:pt x="5857" y="1749"/>
                  </a:cubicBezTo>
                  <a:cubicBezTo>
                    <a:pt x="5766" y="1749"/>
                    <a:pt x="5672" y="1718"/>
                    <a:pt x="5609" y="1655"/>
                  </a:cubicBezTo>
                  <a:lnTo>
                    <a:pt x="4758" y="804"/>
                  </a:lnTo>
                  <a:cubicBezTo>
                    <a:pt x="4664" y="709"/>
                    <a:pt x="4538" y="662"/>
                    <a:pt x="4408" y="662"/>
                  </a:cubicBezTo>
                  <a:cubicBezTo>
                    <a:pt x="4278" y="662"/>
                    <a:pt x="4144" y="709"/>
                    <a:pt x="4034" y="804"/>
                  </a:cubicBezTo>
                  <a:cubicBezTo>
                    <a:pt x="3845" y="993"/>
                    <a:pt x="3845" y="1308"/>
                    <a:pt x="4034" y="1528"/>
                  </a:cubicBezTo>
                  <a:cubicBezTo>
                    <a:pt x="4034" y="1655"/>
                    <a:pt x="4884" y="2505"/>
                    <a:pt x="4821" y="2505"/>
                  </a:cubicBezTo>
                  <a:cubicBezTo>
                    <a:pt x="4947" y="2631"/>
                    <a:pt x="4947" y="2852"/>
                    <a:pt x="4821" y="2978"/>
                  </a:cubicBezTo>
                  <a:cubicBezTo>
                    <a:pt x="4774" y="3041"/>
                    <a:pt x="4687" y="3072"/>
                    <a:pt x="4601" y="3072"/>
                  </a:cubicBezTo>
                  <a:cubicBezTo>
                    <a:pt x="4514" y="3072"/>
                    <a:pt x="4427" y="3041"/>
                    <a:pt x="4380" y="2978"/>
                  </a:cubicBezTo>
                  <a:lnTo>
                    <a:pt x="3498" y="2096"/>
                  </a:lnTo>
                  <a:cubicBezTo>
                    <a:pt x="3403" y="2001"/>
                    <a:pt x="3277" y="1954"/>
                    <a:pt x="3151" y="1954"/>
                  </a:cubicBezTo>
                  <a:cubicBezTo>
                    <a:pt x="3025" y="1954"/>
                    <a:pt x="2899" y="2001"/>
                    <a:pt x="2805" y="2096"/>
                  </a:cubicBezTo>
                  <a:cubicBezTo>
                    <a:pt x="2584" y="2316"/>
                    <a:pt x="2584" y="2631"/>
                    <a:pt x="2805" y="2820"/>
                  </a:cubicBezTo>
                  <a:lnTo>
                    <a:pt x="3656" y="3671"/>
                  </a:lnTo>
                  <a:cubicBezTo>
                    <a:pt x="3782" y="3797"/>
                    <a:pt x="3782" y="4017"/>
                    <a:pt x="3656" y="4143"/>
                  </a:cubicBezTo>
                  <a:cubicBezTo>
                    <a:pt x="3593" y="4206"/>
                    <a:pt x="3506" y="4238"/>
                    <a:pt x="3419" y="4238"/>
                  </a:cubicBezTo>
                  <a:cubicBezTo>
                    <a:pt x="3333" y="4238"/>
                    <a:pt x="3246" y="4206"/>
                    <a:pt x="3183" y="4143"/>
                  </a:cubicBezTo>
                  <a:lnTo>
                    <a:pt x="883" y="1875"/>
                  </a:lnTo>
                  <a:cubicBezTo>
                    <a:pt x="789" y="1765"/>
                    <a:pt x="663" y="1710"/>
                    <a:pt x="537" y="1710"/>
                  </a:cubicBezTo>
                  <a:cubicBezTo>
                    <a:pt x="411" y="1710"/>
                    <a:pt x="284" y="1765"/>
                    <a:pt x="190" y="1875"/>
                  </a:cubicBezTo>
                  <a:cubicBezTo>
                    <a:pt x="1" y="2064"/>
                    <a:pt x="1" y="2379"/>
                    <a:pt x="190" y="2568"/>
                  </a:cubicBezTo>
                  <a:lnTo>
                    <a:pt x="1797" y="4206"/>
                  </a:lnTo>
                  <a:lnTo>
                    <a:pt x="3403" y="5845"/>
                  </a:lnTo>
                  <a:lnTo>
                    <a:pt x="1954" y="5845"/>
                  </a:lnTo>
                  <a:cubicBezTo>
                    <a:pt x="1671" y="5845"/>
                    <a:pt x="1450" y="6097"/>
                    <a:pt x="1450" y="6349"/>
                  </a:cubicBezTo>
                  <a:cubicBezTo>
                    <a:pt x="1450" y="6632"/>
                    <a:pt x="1671" y="6884"/>
                    <a:pt x="1954" y="6884"/>
                  </a:cubicBezTo>
                  <a:lnTo>
                    <a:pt x="5451" y="6884"/>
                  </a:lnTo>
                  <a:cubicBezTo>
                    <a:pt x="5514" y="6916"/>
                    <a:pt x="6491" y="7829"/>
                    <a:pt x="6491" y="7829"/>
                  </a:cubicBezTo>
                  <a:cubicBezTo>
                    <a:pt x="6680" y="8018"/>
                    <a:pt x="6948" y="8113"/>
                    <a:pt x="7216" y="8113"/>
                  </a:cubicBezTo>
                  <a:cubicBezTo>
                    <a:pt x="7483" y="8113"/>
                    <a:pt x="7751" y="8018"/>
                    <a:pt x="7940" y="7829"/>
                  </a:cubicBezTo>
                  <a:lnTo>
                    <a:pt x="9862" y="5876"/>
                  </a:lnTo>
                  <a:cubicBezTo>
                    <a:pt x="10272" y="5498"/>
                    <a:pt x="10272" y="4836"/>
                    <a:pt x="9862" y="4427"/>
                  </a:cubicBezTo>
                  <a:lnTo>
                    <a:pt x="9452" y="3986"/>
                  </a:lnTo>
                  <a:cubicBezTo>
                    <a:pt x="9326" y="3608"/>
                    <a:pt x="9043" y="3198"/>
                    <a:pt x="8822" y="2820"/>
                  </a:cubicBezTo>
                  <a:cubicBezTo>
                    <a:pt x="8570" y="2411"/>
                    <a:pt x="8350" y="2064"/>
                    <a:pt x="8035" y="1718"/>
                  </a:cubicBezTo>
                  <a:lnTo>
                    <a:pt x="6459" y="142"/>
                  </a:lnTo>
                  <a:cubicBezTo>
                    <a:pt x="6349" y="48"/>
                    <a:pt x="6215" y="0"/>
                    <a:pt x="60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33592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1">
          <a:extLst>
            <a:ext uri="{FF2B5EF4-FFF2-40B4-BE49-F238E27FC236}">
              <a16:creationId xmlns:a16="http://schemas.microsoft.com/office/drawing/2014/main" id="{D97AA015-3CCD-F4F5-BCE1-23A4F72D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2" name="Google Shape;8932;p34">
            <a:extLst>
              <a:ext uri="{FF2B5EF4-FFF2-40B4-BE49-F238E27FC236}">
                <a16:creationId xmlns:a16="http://schemas.microsoft.com/office/drawing/2014/main" id="{6502F15D-AF98-C5A7-7EA7-F553E4F013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2665" y="3378331"/>
            <a:ext cx="7433373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0" i="0"/>
              <a:t>Vision of the Solution </a:t>
            </a:r>
            <a:endParaRPr/>
          </a:p>
        </p:txBody>
      </p:sp>
      <p:sp>
        <p:nvSpPr>
          <p:cNvPr id="8933" name="Google Shape;8933;p34">
            <a:extLst>
              <a:ext uri="{FF2B5EF4-FFF2-40B4-BE49-F238E27FC236}">
                <a16:creationId xmlns:a16="http://schemas.microsoft.com/office/drawing/2014/main" id="{62F5DD1D-52FE-D3D0-7433-65CAC4202B9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53772" y="2468477"/>
            <a:ext cx="1281912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935" name="Google Shape;8935;p34">
            <a:extLst>
              <a:ext uri="{FF2B5EF4-FFF2-40B4-BE49-F238E27FC236}">
                <a16:creationId xmlns:a16="http://schemas.microsoft.com/office/drawing/2014/main" id="{B0335143-86C8-CAF7-C5DB-1C0331867E5C}"/>
              </a:ext>
            </a:extLst>
          </p:cNvPr>
          <p:cNvSpPr/>
          <p:nvPr/>
        </p:nvSpPr>
        <p:spPr>
          <a:xfrm>
            <a:off x="-206742" y="670818"/>
            <a:ext cx="1281912" cy="1162406"/>
          </a:xfrm>
          <a:custGeom>
            <a:avLst/>
            <a:gdLst/>
            <a:ahLst/>
            <a:cxnLst/>
            <a:rect l="l" t="t" r="r" b="b"/>
            <a:pathLst>
              <a:path w="10452" h="9478" extrusionOk="0">
                <a:moveTo>
                  <a:pt x="5225" y="0"/>
                </a:moveTo>
                <a:cubicBezTo>
                  <a:pt x="4038" y="0"/>
                  <a:pt x="2851" y="443"/>
                  <a:pt x="1932" y="1332"/>
                </a:cubicBezTo>
                <a:cubicBezTo>
                  <a:pt x="52" y="3150"/>
                  <a:pt x="0" y="6154"/>
                  <a:pt x="1819" y="8034"/>
                </a:cubicBezTo>
                <a:cubicBezTo>
                  <a:pt x="2748" y="8994"/>
                  <a:pt x="3985" y="9477"/>
                  <a:pt x="5224" y="9477"/>
                </a:cubicBezTo>
                <a:cubicBezTo>
                  <a:pt x="6409" y="9477"/>
                  <a:pt x="7597" y="9035"/>
                  <a:pt x="8521" y="8146"/>
                </a:cubicBezTo>
                <a:cubicBezTo>
                  <a:pt x="10400" y="6328"/>
                  <a:pt x="10452" y="3324"/>
                  <a:pt x="8633" y="1444"/>
                </a:cubicBezTo>
                <a:cubicBezTo>
                  <a:pt x="7704" y="484"/>
                  <a:pt x="6465" y="0"/>
                  <a:pt x="52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36" name="Google Shape;8936;p34">
            <a:extLst>
              <a:ext uri="{FF2B5EF4-FFF2-40B4-BE49-F238E27FC236}">
                <a16:creationId xmlns:a16="http://schemas.microsoft.com/office/drawing/2014/main" id="{0C80B2CB-46AF-1AC2-11E8-1D15CA031749}"/>
              </a:ext>
            </a:extLst>
          </p:cNvPr>
          <p:cNvGrpSpPr/>
          <p:nvPr/>
        </p:nvGrpSpPr>
        <p:grpSpPr>
          <a:xfrm>
            <a:off x="4041832" y="387090"/>
            <a:ext cx="1517538" cy="1495345"/>
            <a:chOff x="-1517525" y="-541175"/>
            <a:chExt cx="1096725" cy="1080686"/>
          </a:xfrm>
        </p:grpSpPr>
        <p:sp>
          <p:nvSpPr>
            <p:cNvPr id="8937" name="Google Shape;8937;p34">
              <a:extLst>
                <a:ext uri="{FF2B5EF4-FFF2-40B4-BE49-F238E27FC236}">
                  <a16:creationId xmlns:a16="http://schemas.microsoft.com/office/drawing/2014/main" id="{85133DCA-D588-382A-0E95-89983A35E88E}"/>
                </a:ext>
              </a:extLst>
            </p:cNvPr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8" name="Google Shape;8938;p34">
              <a:extLst>
                <a:ext uri="{FF2B5EF4-FFF2-40B4-BE49-F238E27FC236}">
                  <a16:creationId xmlns:a16="http://schemas.microsoft.com/office/drawing/2014/main" id="{36697368-8C8A-9BB9-6887-C05CFBF074E4}"/>
                </a:ext>
              </a:extLst>
            </p:cNvPr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9" name="Google Shape;8939;p34">
              <a:extLst>
                <a:ext uri="{FF2B5EF4-FFF2-40B4-BE49-F238E27FC236}">
                  <a16:creationId xmlns:a16="http://schemas.microsoft.com/office/drawing/2014/main" id="{649C9B1D-74E6-0524-C8A4-935307160B92}"/>
                </a:ext>
              </a:extLst>
            </p:cNvPr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0" name="Google Shape;8940;p34">
              <a:extLst>
                <a:ext uri="{FF2B5EF4-FFF2-40B4-BE49-F238E27FC236}">
                  <a16:creationId xmlns:a16="http://schemas.microsoft.com/office/drawing/2014/main" id="{EE369D5E-F23F-4E0A-E601-BA328F1CB797}"/>
                </a:ext>
              </a:extLst>
            </p:cNvPr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1" name="Google Shape;8941;p34">
              <a:extLst>
                <a:ext uri="{FF2B5EF4-FFF2-40B4-BE49-F238E27FC236}">
                  <a16:creationId xmlns:a16="http://schemas.microsoft.com/office/drawing/2014/main" id="{42506172-4BEF-E5DF-7D73-7D98D54B16C7}"/>
                </a:ext>
              </a:extLst>
            </p:cNvPr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2" name="Google Shape;8942;p34">
              <a:extLst>
                <a:ext uri="{FF2B5EF4-FFF2-40B4-BE49-F238E27FC236}">
                  <a16:creationId xmlns:a16="http://schemas.microsoft.com/office/drawing/2014/main" id="{58BD1C8E-36AE-D71B-6747-B3A5A83C068E}"/>
                </a:ext>
              </a:extLst>
            </p:cNvPr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3" name="Google Shape;8943;p34">
              <a:extLst>
                <a:ext uri="{FF2B5EF4-FFF2-40B4-BE49-F238E27FC236}">
                  <a16:creationId xmlns:a16="http://schemas.microsoft.com/office/drawing/2014/main" id="{F4FAE01A-BD29-C032-7774-7608C6CABDE1}"/>
                </a:ext>
              </a:extLst>
            </p:cNvPr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4" name="Google Shape;8944;p34">
              <a:extLst>
                <a:ext uri="{FF2B5EF4-FFF2-40B4-BE49-F238E27FC236}">
                  <a16:creationId xmlns:a16="http://schemas.microsoft.com/office/drawing/2014/main" id="{B5D69FE1-D481-BC25-FB9F-8EAA30EDA203}"/>
                </a:ext>
              </a:extLst>
            </p:cNvPr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5" name="Google Shape;8945;p34">
              <a:extLst>
                <a:ext uri="{FF2B5EF4-FFF2-40B4-BE49-F238E27FC236}">
                  <a16:creationId xmlns:a16="http://schemas.microsoft.com/office/drawing/2014/main" id="{F302C2A1-4782-BAC1-8738-B2820DBF984D}"/>
                </a:ext>
              </a:extLst>
            </p:cNvPr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6" name="Google Shape;8946;p34">
              <a:extLst>
                <a:ext uri="{FF2B5EF4-FFF2-40B4-BE49-F238E27FC236}">
                  <a16:creationId xmlns:a16="http://schemas.microsoft.com/office/drawing/2014/main" id="{9ABC91ED-B7B3-0DC0-71CC-FB6FC951E487}"/>
                </a:ext>
              </a:extLst>
            </p:cNvPr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7" name="Google Shape;8947;p34">
              <a:extLst>
                <a:ext uri="{FF2B5EF4-FFF2-40B4-BE49-F238E27FC236}">
                  <a16:creationId xmlns:a16="http://schemas.microsoft.com/office/drawing/2014/main" id="{530DCD95-3530-47BB-6F6D-51A6BC7FC0B7}"/>
                </a:ext>
              </a:extLst>
            </p:cNvPr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8" name="Google Shape;8948;p34">
              <a:extLst>
                <a:ext uri="{FF2B5EF4-FFF2-40B4-BE49-F238E27FC236}">
                  <a16:creationId xmlns:a16="http://schemas.microsoft.com/office/drawing/2014/main" id="{18545419-CBF6-2D83-9ED1-830EA4E4801B}"/>
                </a:ext>
              </a:extLst>
            </p:cNvPr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9" name="Google Shape;8949;p34">
              <a:extLst>
                <a:ext uri="{FF2B5EF4-FFF2-40B4-BE49-F238E27FC236}">
                  <a16:creationId xmlns:a16="http://schemas.microsoft.com/office/drawing/2014/main" id="{9F96DCFF-C97B-4ADA-32E9-9DE08602AD8A}"/>
                </a:ext>
              </a:extLst>
            </p:cNvPr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0" name="Google Shape;8950;p34">
              <a:extLst>
                <a:ext uri="{FF2B5EF4-FFF2-40B4-BE49-F238E27FC236}">
                  <a16:creationId xmlns:a16="http://schemas.microsoft.com/office/drawing/2014/main" id="{1072C971-D083-4EB6-509A-CAC43013F516}"/>
                </a:ext>
              </a:extLst>
            </p:cNvPr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1" name="Google Shape;8951;p34">
              <a:extLst>
                <a:ext uri="{FF2B5EF4-FFF2-40B4-BE49-F238E27FC236}">
                  <a16:creationId xmlns:a16="http://schemas.microsoft.com/office/drawing/2014/main" id="{9B2F44D6-580E-64A7-8071-AC8C32EF0951}"/>
                </a:ext>
              </a:extLst>
            </p:cNvPr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2" name="Google Shape;8952;p34">
              <a:extLst>
                <a:ext uri="{FF2B5EF4-FFF2-40B4-BE49-F238E27FC236}">
                  <a16:creationId xmlns:a16="http://schemas.microsoft.com/office/drawing/2014/main" id="{4D7EE0AF-6A09-31E2-1FF7-F4B06C41F6FF}"/>
                </a:ext>
              </a:extLst>
            </p:cNvPr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3" name="Google Shape;8953;p34">
              <a:extLst>
                <a:ext uri="{FF2B5EF4-FFF2-40B4-BE49-F238E27FC236}">
                  <a16:creationId xmlns:a16="http://schemas.microsoft.com/office/drawing/2014/main" id="{A44082A7-00BC-E75E-B1BE-5CA0A1762747}"/>
                </a:ext>
              </a:extLst>
            </p:cNvPr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4" name="Google Shape;8954;p34">
              <a:extLst>
                <a:ext uri="{FF2B5EF4-FFF2-40B4-BE49-F238E27FC236}">
                  <a16:creationId xmlns:a16="http://schemas.microsoft.com/office/drawing/2014/main" id="{17C7C62B-2D73-F109-0562-E8A35F1D063A}"/>
                </a:ext>
              </a:extLst>
            </p:cNvPr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5" name="Google Shape;8955;p34">
              <a:extLst>
                <a:ext uri="{FF2B5EF4-FFF2-40B4-BE49-F238E27FC236}">
                  <a16:creationId xmlns:a16="http://schemas.microsoft.com/office/drawing/2014/main" id="{AFF56148-46C1-8A69-501B-ADCC437C1E1E}"/>
                </a:ext>
              </a:extLst>
            </p:cNvPr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6" name="Google Shape;8956;p34">
              <a:extLst>
                <a:ext uri="{FF2B5EF4-FFF2-40B4-BE49-F238E27FC236}">
                  <a16:creationId xmlns:a16="http://schemas.microsoft.com/office/drawing/2014/main" id="{A757BFC1-027B-5C90-0F74-561A6E5A9DC7}"/>
                </a:ext>
              </a:extLst>
            </p:cNvPr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7" name="Google Shape;8957;p34">
              <a:extLst>
                <a:ext uri="{FF2B5EF4-FFF2-40B4-BE49-F238E27FC236}">
                  <a16:creationId xmlns:a16="http://schemas.microsoft.com/office/drawing/2014/main" id="{20A4162A-29E2-0B45-78F1-493E8F22729A}"/>
                </a:ext>
              </a:extLst>
            </p:cNvPr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8" name="Google Shape;8958;p34">
              <a:extLst>
                <a:ext uri="{FF2B5EF4-FFF2-40B4-BE49-F238E27FC236}">
                  <a16:creationId xmlns:a16="http://schemas.microsoft.com/office/drawing/2014/main" id="{E777C877-60FC-AB93-5B6F-C2CD1846DBD6}"/>
                </a:ext>
              </a:extLst>
            </p:cNvPr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9" name="Google Shape;8959;p34">
              <a:extLst>
                <a:ext uri="{FF2B5EF4-FFF2-40B4-BE49-F238E27FC236}">
                  <a16:creationId xmlns:a16="http://schemas.microsoft.com/office/drawing/2014/main" id="{6AD2CBD0-D737-78E2-779D-148032851473}"/>
                </a:ext>
              </a:extLst>
            </p:cNvPr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0" name="Google Shape;8960;p34">
              <a:extLst>
                <a:ext uri="{FF2B5EF4-FFF2-40B4-BE49-F238E27FC236}">
                  <a16:creationId xmlns:a16="http://schemas.microsoft.com/office/drawing/2014/main" id="{7F79DE8C-04CE-4903-8C9F-1E0B4D30F098}"/>
                </a:ext>
              </a:extLst>
            </p:cNvPr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1" name="Google Shape;8961;p34">
              <a:extLst>
                <a:ext uri="{FF2B5EF4-FFF2-40B4-BE49-F238E27FC236}">
                  <a16:creationId xmlns:a16="http://schemas.microsoft.com/office/drawing/2014/main" id="{E93EDCDA-329A-B614-2CAD-FFCD5F61FAFB}"/>
                </a:ext>
              </a:extLst>
            </p:cNvPr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2" name="Google Shape;8962;p34">
              <a:extLst>
                <a:ext uri="{FF2B5EF4-FFF2-40B4-BE49-F238E27FC236}">
                  <a16:creationId xmlns:a16="http://schemas.microsoft.com/office/drawing/2014/main" id="{D880F181-7998-5E6E-D931-AB7DBF55EFAC}"/>
                </a:ext>
              </a:extLst>
            </p:cNvPr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3" name="Google Shape;8963;p34">
              <a:extLst>
                <a:ext uri="{FF2B5EF4-FFF2-40B4-BE49-F238E27FC236}">
                  <a16:creationId xmlns:a16="http://schemas.microsoft.com/office/drawing/2014/main" id="{F1720BFC-B06F-93B2-14E0-E514D56CC53A}"/>
                </a:ext>
              </a:extLst>
            </p:cNvPr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4" name="Google Shape;8964;p34">
              <a:extLst>
                <a:ext uri="{FF2B5EF4-FFF2-40B4-BE49-F238E27FC236}">
                  <a16:creationId xmlns:a16="http://schemas.microsoft.com/office/drawing/2014/main" id="{4B3DCA4E-2487-CA57-7A4C-6ABBC561F84A}"/>
                </a:ext>
              </a:extLst>
            </p:cNvPr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5" name="Google Shape;8965;p34">
              <a:extLst>
                <a:ext uri="{FF2B5EF4-FFF2-40B4-BE49-F238E27FC236}">
                  <a16:creationId xmlns:a16="http://schemas.microsoft.com/office/drawing/2014/main" id="{51F4D3B9-69F8-AF91-C351-6E4C5EDE6021}"/>
                </a:ext>
              </a:extLst>
            </p:cNvPr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6" name="Google Shape;8966;p34">
              <a:extLst>
                <a:ext uri="{FF2B5EF4-FFF2-40B4-BE49-F238E27FC236}">
                  <a16:creationId xmlns:a16="http://schemas.microsoft.com/office/drawing/2014/main" id="{633D5406-999A-70ED-248F-5AED9A1A037F}"/>
                </a:ext>
              </a:extLst>
            </p:cNvPr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7" name="Google Shape;8967;p34">
              <a:extLst>
                <a:ext uri="{FF2B5EF4-FFF2-40B4-BE49-F238E27FC236}">
                  <a16:creationId xmlns:a16="http://schemas.microsoft.com/office/drawing/2014/main" id="{5DD0B003-C033-B110-3EC7-96AD98DB21EE}"/>
                </a:ext>
              </a:extLst>
            </p:cNvPr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8" name="Google Shape;8968;p34">
              <a:extLst>
                <a:ext uri="{FF2B5EF4-FFF2-40B4-BE49-F238E27FC236}">
                  <a16:creationId xmlns:a16="http://schemas.microsoft.com/office/drawing/2014/main" id="{4F213B1E-244C-030E-79F7-3683A7DD2137}"/>
                </a:ext>
              </a:extLst>
            </p:cNvPr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9" name="Google Shape;8969;p34">
              <a:extLst>
                <a:ext uri="{FF2B5EF4-FFF2-40B4-BE49-F238E27FC236}">
                  <a16:creationId xmlns:a16="http://schemas.microsoft.com/office/drawing/2014/main" id="{25E736E5-F466-F020-548F-687C47E75BCF}"/>
                </a:ext>
              </a:extLst>
            </p:cNvPr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0" name="Google Shape;8970;p34">
              <a:extLst>
                <a:ext uri="{FF2B5EF4-FFF2-40B4-BE49-F238E27FC236}">
                  <a16:creationId xmlns:a16="http://schemas.microsoft.com/office/drawing/2014/main" id="{CBB5418D-4251-0B93-7D45-88C5182BAC00}"/>
                </a:ext>
              </a:extLst>
            </p:cNvPr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1" name="Google Shape;8971;p34">
              <a:extLst>
                <a:ext uri="{FF2B5EF4-FFF2-40B4-BE49-F238E27FC236}">
                  <a16:creationId xmlns:a16="http://schemas.microsoft.com/office/drawing/2014/main" id="{AF10D038-FF42-36CF-BB97-B10943260F15}"/>
                </a:ext>
              </a:extLst>
            </p:cNvPr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2" name="Google Shape;8972;p34">
              <a:extLst>
                <a:ext uri="{FF2B5EF4-FFF2-40B4-BE49-F238E27FC236}">
                  <a16:creationId xmlns:a16="http://schemas.microsoft.com/office/drawing/2014/main" id="{A0A30B73-E2C7-4ACF-F58F-8182DC0B2E83}"/>
                </a:ext>
              </a:extLst>
            </p:cNvPr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3" name="Google Shape;8973;p34">
              <a:extLst>
                <a:ext uri="{FF2B5EF4-FFF2-40B4-BE49-F238E27FC236}">
                  <a16:creationId xmlns:a16="http://schemas.microsoft.com/office/drawing/2014/main" id="{2C556A43-15AA-495D-FF13-3AD3EF5667B1}"/>
                </a:ext>
              </a:extLst>
            </p:cNvPr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4" name="Google Shape;8974;p34">
              <a:extLst>
                <a:ext uri="{FF2B5EF4-FFF2-40B4-BE49-F238E27FC236}">
                  <a16:creationId xmlns:a16="http://schemas.microsoft.com/office/drawing/2014/main" id="{92D4BD1E-F78D-0CF8-3502-7F5CB7AEFEEF}"/>
                </a:ext>
              </a:extLst>
            </p:cNvPr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5" name="Google Shape;8975;p34">
              <a:extLst>
                <a:ext uri="{FF2B5EF4-FFF2-40B4-BE49-F238E27FC236}">
                  <a16:creationId xmlns:a16="http://schemas.microsoft.com/office/drawing/2014/main" id="{1291D0CA-1970-B1FB-46AB-4577EE04B056}"/>
                </a:ext>
              </a:extLst>
            </p:cNvPr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6" name="Google Shape;8976;p34">
              <a:extLst>
                <a:ext uri="{FF2B5EF4-FFF2-40B4-BE49-F238E27FC236}">
                  <a16:creationId xmlns:a16="http://schemas.microsoft.com/office/drawing/2014/main" id="{7ED34C70-C029-0210-A6CC-842CCF686C23}"/>
                </a:ext>
              </a:extLst>
            </p:cNvPr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7" name="Google Shape;8977;p34">
              <a:extLst>
                <a:ext uri="{FF2B5EF4-FFF2-40B4-BE49-F238E27FC236}">
                  <a16:creationId xmlns:a16="http://schemas.microsoft.com/office/drawing/2014/main" id="{C487900F-14A9-2BFF-7A13-37BE7783C2C5}"/>
                </a:ext>
              </a:extLst>
            </p:cNvPr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8" name="Google Shape;8978;p34">
              <a:extLst>
                <a:ext uri="{FF2B5EF4-FFF2-40B4-BE49-F238E27FC236}">
                  <a16:creationId xmlns:a16="http://schemas.microsoft.com/office/drawing/2014/main" id="{8DCE430D-DA85-2889-CFC2-93BF5B5B3375}"/>
                </a:ext>
              </a:extLst>
            </p:cNvPr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9" name="Google Shape;8979;p34">
              <a:extLst>
                <a:ext uri="{FF2B5EF4-FFF2-40B4-BE49-F238E27FC236}">
                  <a16:creationId xmlns:a16="http://schemas.microsoft.com/office/drawing/2014/main" id="{57EAFB79-17EC-EC7F-A244-14F94A6E6969}"/>
                </a:ext>
              </a:extLst>
            </p:cNvPr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0" name="Google Shape;8980;p34">
              <a:extLst>
                <a:ext uri="{FF2B5EF4-FFF2-40B4-BE49-F238E27FC236}">
                  <a16:creationId xmlns:a16="http://schemas.microsoft.com/office/drawing/2014/main" id="{804282B5-BBD8-C644-6B34-9E214101D249}"/>
                </a:ext>
              </a:extLst>
            </p:cNvPr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1" name="Google Shape;8981;p34">
              <a:extLst>
                <a:ext uri="{FF2B5EF4-FFF2-40B4-BE49-F238E27FC236}">
                  <a16:creationId xmlns:a16="http://schemas.microsoft.com/office/drawing/2014/main" id="{2974A89E-00E1-EA95-F1C9-D424E89DC44D}"/>
                </a:ext>
              </a:extLst>
            </p:cNvPr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2" name="Google Shape;8982;p34">
              <a:extLst>
                <a:ext uri="{FF2B5EF4-FFF2-40B4-BE49-F238E27FC236}">
                  <a16:creationId xmlns:a16="http://schemas.microsoft.com/office/drawing/2014/main" id="{5A1371B5-0767-8C84-5611-326473560497}"/>
                </a:ext>
              </a:extLst>
            </p:cNvPr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3" name="Google Shape;8983;p34">
              <a:extLst>
                <a:ext uri="{FF2B5EF4-FFF2-40B4-BE49-F238E27FC236}">
                  <a16:creationId xmlns:a16="http://schemas.microsoft.com/office/drawing/2014/main" id="{A34CA480-07FF-53C4-83FD-A0597A2B7F3D}"/>
                </a:ext>
              </a:extLst>
            </p:cNvPr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4" name="Google Shape;8984;p34">
              <a:extLst>
                <a:ext uri="{FF2B5EF4-FFF2-40B4-BE49-F238E27FC236}">
                  <a16:creationId xmlns:a16="http://schemas.microsoft.com/office/drawing/2014/main" id="{8DE5A9E2-E665-7ECF-A388-CAE30731FDDB}"/>
                </a:ext>
              </a:extLst>
            </p:cNvPr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5" name="Google Shape;8985;p34">
              <a:extLst>
                <a:ext uri="{FF2B5EF4-FFF2-40B4-BE49-F238E27FC236}">
                  <a16:creationId xmlns:a16="http://schemas.microsoft.com/office/drawing/2014/main" id="{56523F91-1846-64F9-7E82-42A293A5D331}"/>
                </a:ext>
              </a:extLst>
            </p:cNvPr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6" name="Google Shape;8986;p34">
              <a:extLst>
                <a:ext uri="{FF2B5EF4-FFF2-40B4-BE49-F238E27FC236}">
                  <a16:creationId xmlns:a16="http://schemas.microsoft.com/office/drawing/2014/main" id="{3B8F0E25-B87E-F62C-EA77-7B095180B187}"/>
                </a:ext>
              </a:extLst>
            </p:cNvPr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7" name="Google Shape;8987;p34">
              <a:extLst>
                <a:ext uri="{FF2B5EF4-FFF2-40B4-BE49-F238E27FC236}">
                  <a16:creationId xmlns:a16="http://schemas.microsoft.com/office/drawing/2014/main" id="{53554A28-4889-22C7-2764-18A7AD3DDA13}"/>
                </a:ext>
              </a:extLst>
            </p:cNvPr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8" name="Google Shape;8988;p34">
              <a:extLst>
                <a:ext uri="{FF2B5EF4-FFF2-40B4-BE49-F238E27FC236}">
                  <a16:creationId xmlns:a16="http://schemas.microsoft.com/office/drawing/2014/main" id="{A1B191D0-6EBB-5FF1-B73D-903816C1C45A}"/>
                </a:ext>
              </a:extLst>
            </p:cNvPr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9" name="Google Shape;8989;p34">
              <a:extLst>
                <a:ext uri="{FF2B5EF4-FFF2-40B4-BE49-F238E27FC236}">
                  <a16:creationId xmlns:a16="http://schemas.microsoft.com/office/drawing/2014/main" id="{0CA2F578-5CA2-5763-9808-775B641C6EC9}"/>
                </a:ext>
              </a:extLst>
            </p:cNvPr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0" name="Google Shape;8990;p34">
              <a:extLst>
                <a:ext uri="{FF2B5EF4-FFF2-40B4-BE49-F238E27FC236}">
                  <a16:creationId xmlns:a16="http://schemas.microsoft.com/office/drawing/2014/main" id="{7A983664-5A7F-19A3-0E17-CBF759D6A66D}"/>
                </a:ext>
              </a:extLst>
            </p:cNvPr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1" name="Google Shape;8991;p34">
              <a:extLst>
                <a:ext uri="{FF2B5EF4-FFF2-40B4-BE49-F238E27FC236}">
                  <a16:creationId xmlns:a16="http://schemas.microsoft.com/office/drawing/2014/main" id="{6F333909-8337-0117-AC7D-5E678FFB1402}"/>
                </a:ext>
              </a:extLst>
            </p:cNvPr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2" name="Google Shape;8992;p34">
              <a:extLst>
                <a:ext uri="{FF2B5EF4-FFF2-40B4-BE49-F238E27FC236}">
                  <a16:creationId xmlns:a16="http://schemas.microsoft.com/office/drawing/2014/main" id="{6A368F5B-3EC7-E9B7-E055-9E39AD0F5D54}"/>
                </a:ext>
              </a:extLst>
            </p:cNvPr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3" name="Google Shape;8993;p34">
              <a:extLst>
                <a:ext uri="{FF2B5EF4-FFF2-40B4-BE49-F238E27FC236}">
                  <a16:creationId xmlns:a16="http://schemas.microsoft.com/office/drawing/2014/main" id="{586CCEA0-F2F0-28AE-135C-8599EE3887CD}"/>
                </a:ext>
              </a:extLst>
            </p:cNvPr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4" name="Google Shape;8994;p34">
              <a:extLst>
                <a:ext uri="{FF2B5EF4-FFF2-40B4-BE49-F238E27FC236}">
                  <a16:creationId xmlns:a16="http://schemas.microsoft.com/office/drawing/2014/main" id="{9C31C31A-339D-FFC1-BF22-ADBEEED5A784}"/>
                </a:ext>
              </a:extLst>
            </p:cNvPr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5" name="Google Shape;8995;p34">
              <a:extLst>
                <a:ext uri="{FF2B5EF4-FFF2-40B4-BE49-F238E27FC236}">
                  <a16:creationId xmlns:a16="http://schemas.microsoft.com/office/drawing/2014/main" id="{17F3CCF5-543F-B671-564B-56D31272EB44}"/>
                </a:ext>
              </a:extLst>
            </p:cNvPr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6" name="Google Shape;8996;p34">
              <a:extLst>
                <a:ext uri="{FF2B5EF4-FFF2-40B4-BE49-F238E27FC236}">
                  <a16:creationId xmlns:a16="http://schemas.microsoft.com/office/drawing/2014/main" id="{B68D2585-B414-AE88-B817-100484233CAA}"/>
                </a:ext>
              </a:extLst>
            </p:cNvPr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7" name="Google Shape;8997;p34">
              <a:extLst>
                <a:ext uri="{FF2B5EF4-FFF2-40B4-BE49-F238E27FC236}">
                  <a16:creationId xmlns:a16="http://schemas.microsoft.com/office/drawing/2014/main" id="{F4EC3DBA-602C-6633-801A-3E855CA91694}"/>
                </a:ext>
              </a:extLst>
            </p:cNvPr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8" name="Google Shape;8998;p34">
              <a:extLst>
                <a:ext uri="{FF2B5EF4-FFF2-40B4-BE49-F238E27FC236}">
                  <a16:creationId xmlns:a16="http://schemas.microsoft.com/office/drawing/2014/main" id="{E33E71FC-6CB6-F90A-7CB4-AD7AADE14015}"/>
                </a:ext>
              </a:extLst>
            </p:cNvPr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9" name="Google Shape;8999;p34">
              <a:extLst>
                <a:ext uri="{FF2B5EF4-FFF2-40B4-BE49-F238E27FC236}">
                  <a16:creationId xmlns:a16="http://schemas.microsoft.com/office/drawing/2014/main" id="{D60C0008-E172-CA8B-9C38-285D668B8F3D}"/>
                </a:ext>
              </a:extLst>
            </p:cNvPr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0" name="Google Shape;9000;p34">
              <a:extLst>
                <a:ext uri="{FF2B5EF4-FFF2-40B4-BE49-F238E27FC236}">
                  <a16:creationId xmlns:a16="http://schemas.microsoft.com/office/drawing/2014/main" id="{70B6AC10-6146-8341-FDBF-035236DB1C78}"/>
                </a:ext>
              </a:extLst>
            </p:cNvPr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1" name="Google Shape;9001;p34">
              <a:extLst>
                <a:ext uri="{FF2B5EF4-FFF2-40B4-BE49-F238E27FC236}">
                  <a16:creationId xmlns:a16="http://schemas.microsoft.com/office/drawing/2014/main" id="{910F066F-2B91-1614-B8EB-0B0870F9B2CD}"/>
                </a:ext>
              </a:extLst>
            </p:cNvPr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2" name="Google Shape;9002;p34">
              <a:extLst>
                <a:ext uri="{FF2B5EF4-FFF2-40B4-BE49-F238E27FC236}">
                  <a16:creationId xmlns:a16="http://schemas.microsoft.com/office/drawing/2014/main" id="{6356B544-3F66-D8FE-A34A-D6630E79B8CA}"/>
                </a:ext>
              </a:extLst>
            </p:cNvPr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3" name="Google Shape;9003;p34">
              <a:extLst>
                <a:ext uri="{FF2B5EF4-FFF2-40B4-BE49-F238E27FC236}">
                  <a16:creationId xmlns:a16="http://schemas.microsoft.com/office/drawing/2014/main" id="{6716DC9E-A3CF-7DBB-059A-FC7B7525D541}"/>
                </a:ext>
              </a:extLst>
            </p:cNvPr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4" name="Google Shape;9004;p34">
              <a:extLst>
                <a:ext uri="{FF2B5EF4-FFF2-40B4-BE49-F238E27FC236}">
                  <a16:creationId xmlns:a16="http://schemas.microsoft.com/office/drawing/2014/main" id="{5E106A0F-B70A-36D4-FE94-2388CF9BE424}"/>
                </a:ext>
              </a:extLst>
            </p:cNvPr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5" name="Google Shape;9005;p34">
              <a:extLst>
                <a:ext uri="{FF2B5EF4-FFF2-40B4-BE49-F238E27FC236}">
                  <a16:creationId xmlns:a16="http://schemas.microsoft.com/office/drawing/2014/main" id="{243478BF-1926-0617-3349-B9A7057B7D7A}"/>
                </a:ext>
              </a:extLst>
            </p:cNvPr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6" name="Google Shape;9006;p34">
              <a:extLst>
                <a:ext uri="{FF2B5EF4-FFF2-40B4-BE49-F238E27FC236}">
                  <a16:creationId xmlns:a16="http://schemas.microsoft.com/office/drawing/2014/main" id="{B9195A06-81D7-4B55-3C46-CA27341850BB}"/>
                </a:ext>
              </a:extLst>
            </p:cNvPr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7" name="Google Shape;9007;p34">
              <a:extLst>
                <a:ext uri="{FF2B5EF4-FFF2-40B4-BE49-F238E27FC236}">
                  <a16:creationId xmlns:a16="http://schemas.microsoft.com/office/drawing/2014/main" id="{514461A5-C709-F305-31D6-5AA335A796C8}"/>
                </a:ext>
              </a:extLst>
            </p:cNvPr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8" name="Google Shape;9008;p34">
              <a:extLst>
                <a:ext uri="{FF2B5EF4-FFF2-40B4-BE49-F238E27FC236}">
                  <a16:creationId xmlns:a16="http://schemas.microsoft.com/office/drawing/2014/main" id="{5FDCBF3E-997D-680F-4938-98539C16A436}"/>
                </a:ext>
              </a:extLst>
            </p:cNvPr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9" name="Google Shape;9009;p34">
              <a:extLst>
                <a:ext uri="{FF2B5EF4-FFF2-40B4-BE49-F238E27FC236}">
                  <a16:creationId xmlns:a16="http://schemas.microsoft.com/office/drawing/2014/main" id="{9B94F772-FD5D-31E7-9441-3370843FBEDD}"/>
                </a:ext>
              </a:extLst>
            </p:cNvPr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0" name="Google Shape;9010;p34">
              <a:extLst>
                <a:ext uri="{FF2B5EF4-FFF2-40B4-BE49-F238E27FC236}">
                  <a16:creationId xmlns:a16="http://schemas.microsoft.com/office/drawing/2014/main" id="{67CD9B1A-5720-B3EC-3CDE-18CC716D92AA}"/>
                </a:ext>
              </a:extLst>
            </p:cNvPr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1" name="Google Shape;9011;p34">
              <a:extLst>
                <a:ext uri="{FF2B5EF4-FFF2-40B4-BE49-F238E27FC236}">
                  <a16:creationId xmlns:a16="http://schemas.microsoft.com/office/drawing/2014/main" id="{2B7F595F-F66E-8885-6726-D7DC8EC7E1EF}"/>
                </a:ext>
              </a:extLst>
            </p:cNvPr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2" name="Google Shape;9012;p34">
              <a:extLst>
                <a:ext uri="{FF2B5EF4-FFF2-40B4-BE49-F238E27FC236}">
                  <a16:creationId xmlns:a16="http://schemas.microsoft.com/office/drawing/2014/main" id="{8EABB5C9-94EB-37B9-2FD5-3467E2048985}"/>
                </a:ext>
              </a:extLst>
            </p:cNvPr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3" name="Google Shape;9013;p34">
              <a:extLst>
                <a:ext uri="{FF2B5EF4-FFF2-40B4-BE49-F238E27FC236}">
                  <a16:creationId xmlns:a16="http://schemas.microsoft.com/office/drawing/2014/main" id="{DB4DE488-194D-CA80-4840-931F0C561E54}"/>
                </a:ext>
              </a:extLst>
            </p:cNvPr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4" name="Google Shape;9014;p34">
              <a:extLst>
                <a:ext uri="{FF2B5EF4-FFF2-40B4-BE49-F238E27FC236}">
                  <a16:creationId xmlns:a16="http://schemas.microsoft.com/office/drawing/2014/main" id="{4FE5CE02-10CA-0C79-D494-56622CE2C649}"/>
                </a:ext>
              </a:extLst>
            </p:cNvPr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5" name="Google Shape;9015;p34">
              <a:extLst>
                <a:ext uri="{FF2B5EF4-FFF2-40B4-BE49-F238E27FC236}">
                  <a16:creationId xmlns:a16="http://schemas.microsoft.com/office/drawing/2014/main" id="{44DEFE03-8C93-A3F6-A149-A7034FDF6DB0}"/>
                </a:ext>
              </a:extLst>
            </p:cNvPr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6" name="Google Shape;9016;p34">
              <a:extLst>
                <a:ext uri="{FF2B5EF4-FFF2-40B4-BE49-F238E27FC236}">
                  <a16:creationId xmlns:a16="http://schemas.microsoft.com/office/drawing/2014/main" id="{ED5E253D-C91D-B30F-3AE0-11821E6078A1}"/>
                </a:ext>
              </a:extLst>
            </p:cNvPr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7" name="Google Shape;9017;p34">
              <a:extLst>
                <a:ext uri="{FF2B5EF4-FFF2-40B4-BE49-F238E27FC236}">
                  <a16:creationId xmlns:a16="http://schemas.microsoft.com/office/drawing/2014/main" id="{463046E4-0E2E-2BBA-B685-511102F38392}"/>
                </a:ext>
              </a:extLst>
            </p:cNvPr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8" name="Google Shape;9018;p34">
              <a:extLst>
                <a:ext uri="{FF2B5EF4-FFF2-40B4-BE49-F238E27FC236}">
                  <a16:creationId xmlns:a16="http://schemas.microsoft.com/office/drawing/2014/main" id="{D4611FD9-4336-39EA-8752-16599F7C2C8E}"/>
                </a:ext>
              </a:extLst>
            </p:cNvPr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9" name="Google Shape;9019;p34">
              <a:extLst>
                <a:ext uri="{FF2B5EF4-FFF2-40B4-BE49-F238E27FC236}">
                  <a16:creationId xmlns:a16="http://schemas.microsoft.com/office/drawing/2014/main" id="{4DB0AF30-E9E5-E5A7-1A27-870F8D31FE49}"/>
                </a:ext>
              </a:extLst>
            </p:cNvPr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0" name="Google Shape;9020;p34">
              <a:extLst>
                <a:ext uri="{FF2B5EF4-FFF2-40B4-BE49-F238E27FC236}">
                  <a16:creationId xmlns:a16="http://schemas.microsoft.com/office/drawing/2014/main" id="{13B07D65-0301-5645-CC3A-258654409E85}"/>
                </a:ext>
              </a:extLst>
            </p:cNvPr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1" name="Google Shape;9021;p34">
              <a:extLst>
                <a:ext uri="{FF2B5EF4-FFF2-40B4-BE49-F238E27FC236}">
                  <a16:creationId xmlns:a16="http://schemas.microsoft.com/office/drawing/2014/main" id="{1384F572-F857-B969-E1E7-40EFEFD91776}"/>
                </a:ext>
              </a:extLst>
            </p:cNvPr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2" name="Google Shape;9022;p34">
              <a:extLst>
                <a:ext uri="{FF2B5EF4-FFF2-40B4-BE49-F238E27FC236}">
                  <a16:creationId xmlns:a16="http://schemas.microsoft.com/office/drawing/2014/main" id="{3BB32B0C-D896-90A6-2447-81CE0A109ED1}"/>
                </a:ext>
              </a:extLst>
            </p:cNvPr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3" name="Google Shape;9023;p34">
              <a:extLst>
                <a:ext uri="{FF2B5EF4-FFF2-40B4-BE49-F238E27FC236}">
                  <a16:creationId xmlns:a16="http://schemas.microsoft.com/office/drawing/2014/main" id="{B3F73CBC-A016-9764-2C2F-87CAB19EB7AD}"/>
                </a:ext>
              </a:extLst>
            </p:cNvPr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4" name="Google Shape;9024;p34">
              <a:extLst>
                <a:ext uri="{FF2B5EF4-FFF2-40B4-BE49-F238E27FC236}">
                  <a16:creationId xmlns:a16="http://schemas.microsoft.com/office/drawing/2014/main" id="{B2143DF3-6352-2086-D258-3564CABF394F}"/>
                </a:ext>
              </a:extLst>
            </p:cNvPr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5" name="Google Shape;9025;p34">
              <a:extLst>
                <a:ext uri="{FF2B5EF4-FFF2-40B4-BE49-F238E27FC236}">
                  <a16:creationId xmlns:a16="http://schemas.microsoft.com/office/drawing/2014/main" id="{527E8BC4-468C-354E-B77F-ABC758A2BF03}"/>
                </a:ext>
              </a:extLst>
            </p:cNvPr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6" name="Google Shape;9026;p34">
              <a:extLst>
                <a:ext uri="{FF2B5EF4-FFF2-40B4-BE49-F238E27FC236}">
                  <a16:creationId xmlns:a16="http://schemas.microsoft.com/office/drawing/2014/main" id="{8ABC6BF0-161D-4383-B337-589A317A6854}"/>
                </a:ext>
              </a:extLst>
            </p:cNvPr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7" name="Google Shape;9027;p34">
              <a:extLst>
                <a:ext uri="{FF2B5EF4-FFF2-40B4-BE49-F238E27FC236}">
                  <a16:creationId xmlns:a16="http://schemas.microsoft.com/office/drawing/2014/main" id="{D5FB1972-1230-97CB-EE47-60C8617B3F32}"/>
                </a:ext>
              </a:extLst>
            </p:cNvPr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8" name="Google Shape;9028;p34">
              <a:extLst>
                <a:ext uri="{FF2B5EF4-FFF2-40B4-BE49-F238E27FC236}">
                  <a16:creationId xmlns:a16="http://schemas.microsoft.com/office/drawing/2014/main" id="{37554B89-8182-3EFE-69BB-C8278380518C}"/>
                </a:ext>
              </a:extLst>
            </p:cNvPr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9" name="Google Shape;9029;p34">
              <a:extLst>
                <a:ext uri="{FF2B5EF4-FFF2-40B4-BE49-F238E27FC236}">
                  <a16:creationId xmlns:a16="http://schemas.microsoft.com/office/drawing/2014/main" id="{A3AC2BC3-F23B-A5EE-7E1C-AA4EEAC5C7D0}"/>
                </a:ext>
              </a:extLst>
            </p:cNvPr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0" name="Google Shape;9030;p34">
              <a:extLst>
                <a:ext uri="{FF2B5EF4-FFF2-40B4-BE49-F238E27FC236}">
                  <a16:creationId xmlns:a16="http://schemas.microsoft.com/office/drawing/2014/main" id="{341FC911-5113-9069-CC70-FD8EAE2EAEDE}"/>
                </a:ext>
              </a:extLst>
            </p:cNvPr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1" name="Google Shape;9031;p34">
              <a:extLst>
                <a:ext uri="{FF2B5EF4-FFF2-40B4-BE49-F238E27FC236}">
                  <a16:creationId xmlns:a16="http://schemas.microsoft.com/office/drawing/2014/main" id="{62C2D0C8-E66A-AF07-4716-F521785B5A9D}"/>
                </a:ext>
              </a:extLst>
            </p:cNvPr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2" name="Google Shape;9032;p34">
              <a:extLst>
                <a:ext uri="{FF2B5EF4-FFF2-40B4-BE49-F238E27FC236}">
                  <a16:creationId xmlns:a16="http://schemas.microsoft.com/office/drawing/2014/main" id="{17754E9E-915A-CE49-76B2-9910F9949518}"/>
                </a:ext>
              </a:extLst>
            </p:cNvPr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3" name="Google Shape;9033;p34">
              <a:extLst>
                <a:ext uri="{FF2B5EF4-FFF2-40B4-BE49-F238E27FC236}">
                  <a16:creationId xmlns:a16="http://schemas.microsoft.com/office/drawing/2014/main" id="{3F96686E-1CF7-13E6-2D52-C3895620A011}"/>
                </a:ext>
              </a:extLst>
            </p:cNvPr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4" name="Google Shape;9034;p34">
              <a:extLst>
                <a:ext uri="{FF2B5EF4-FFF2-40B4-BE49-F238E27FC236}">
                  <a16:creationId xmlns:a16="http://schemas.microsoft.com/office/drawing/2014/main" id="{0317E34F-1A6D-AE4C-9123-469362961B4F}"/>
                </a:ext>
              </a:extLst>
            </p:cNvPr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5" name="Google Shape;9035;p34">
              <a:extLst>
                <a:ext uri="{FF2B5EF4-FFF2-40B4-BE49-F238E27FC236}">
                  <a16:creationId xmlns:a16="http://schemas.microsoft.com/office/drawing/2014/main" id="{89E0F414-26D5-EA0E-5DAD-453A23AB9BB0}"/>
                </a:ext>
              </a:extLst>
            </p:cNvPr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6" name="Google Shape;9036;p34">
              <a:extLst>
                <a:ext uri="{FF2B5EF4-FFF2-40B4-BE49-F238E27FC236}">
                  <a16:creationId xmlns:a16="http://schemas.microsoft.com/office/drawing/2014/main" id="{C7392588-22D6-957B-C314-613C72F66EBD}"/>
                </a:ext>
              </a:extLst>
            </p:cNvPr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7" name="Google Shape;9037;p34">
              <a:extLst>
                <a:ext uri="{FF2B5EF4-FFF2-40B4-BE49-F238E27FC236}">
                  <a16:creationId xmlns:a16="http://schemas.microsoft.com/office/drawing/2014/main" id="{3F56903A-FD74-5D27-A860-FB8DD569550E}"/>
                </a:ext>
              </a:extLst>
            </p:cNvPr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8" name="Google Shape;9038;p34">
              <a:extLst>
                <a:ext uri="{FF2B5EF4-FFF2-40B4-BE49-F238E27FC236}">
                  <a16:creationId xmlns:a16="http://schemas.microsoft.com/office/drawing/2014/main" id="{90B81E2F-1755-2192-927E-8EFFB05AEE35}"/>
                </a:ext>
              </a:extLst>
            </p:cNvPr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9" name="Google Shape;9039;p34">
              <a:extLst>
                <a:ext uri="{FF2B5EF4-FFF2-40B4-BE49-F238E27FC236}">
                  <a16:creationId xmlns:a16="http://schemas.microsoft.com/office/drawing/2014/main" id="{144DC87C-DAC9-4089-7941-422B5B6BC986}"/>
                </a:ext>
              </a:extLst>
            </p:cNvPr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0" name="Google Shape;9040;p34">
              <a:extLst>
                <a:ext uri="{FF2B5EF4-FFF2-40B4-BE49-F238E27FC236}">
                  <a16:creationId xmlns:a16="http://schemas.microsoft.com/office/drawing/2014/main" id="{B9F160A6-F0B2-F5EB-5264-EFFE109CA42F}"/>
                </a:ext>
              </a:extLst>
            </p:cNvPr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1" name="Google Shape;9041;p34">
              <a:extLst>
                <a:ext uri="{FF2B5EF4-FFF2-40B4-BE49-F238E27FC236}">
                  <a16:creationId xmlns:a16="http://schemas.microsoft.com/office/drawing/2014/main" id="{EAF34A6F-43F9-DF83-CCAD-71B44911B466}"/>
                </a:ext>
              </a:extLst>
            </p:cNvPr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2" name="Google Shape;9042;p34">
              <a:extLst>
                <a:ext uri="{FF2B5EF4-FFF2-40B4-BE49-F238E27FC236}">
                  <a16:creationId xmlns:a16="http://schemas.microsoft.com/office/drawing/2014/main" id="{A3171A40-5B34-B935-E913-3EF937495769}"/>
                </a:ext>
              </a:extLst>
            </p:cNvPr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3" name="Google Shape;9043;p34">
              <a:extLst>
                <a:ext uri="{FF2B5EF4-FFF2-40B4-BE49-F238E27FC236}">
                  <a16:creationId xmlns:a16="http://schemas.microsoft.com/office/drawing/2014/main" id="{CDD7F88D-CA5A-5CDB-38F0-1FDDD78A9AC7}"/>
                </a:ext>
              </a:extLst>
            </p:cNvPr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4" name="Google Shape;9044;p34">
              <a:extLst>
                <a:ext uri="{FF2B5EF4-FFF2-40B4-BE49-F238E27FC236}">
                  <a16:creationId xmlns:a16="http://schemas.microsoft.com/office/drawing/2014/main" id="{CEB5D3CF-CD3A-BC50-4888-DD39F9D8A3B4}"/>
                </a:ext>
              </a:extLst>
            </p:cNvPr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5" name="Google Shape;9045;p34">
              <a:extLst>
                <a:ext uri="{FF2B5EF4-FFF2-40B4-BE49-F238E27FC236}">
                  <a16:creationId xmlns:a16="http://schemas.microsoft.com/office/drawing/2014/main" id="{FCA03FD9-0CBB-CE69-8D7D-AD12F68E6948}"/>
                </a:ext>
              </a:extLst>
            </p:cNvPr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6" name="Google Shape;9046;p34">
              <a:extLst>
                <a:ext uri="{FF2B5EF4-FFF2-40B4-BE49-F238E27FC236}">
                  <a16:creationId xmlns:a16="http://schemas.microsoft.com/office/drawing/2014/main" id="{3431D91D-D7CE-251E-4FD4-75489A32D6BE}"/>
                </a:ext>
              </a:extLst>
            </p:cNvPr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7" name="Google Shape;9047;p34">
              <a:extLst>
                <a:ext uri="{FF2B5EF4-FFF2-40B4-BE49-F238E27FC236}">
                  <a16:creationId xmlns:a16="http://schemas.microsoft.com/office/drawing/2014/main" id="{B98F12CF-7241-FDCC-4F7D-A66299EE45A1}"/>
                </a:ext>
              </a:extLst>
            </p:cNvPr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8" name="Google Shape;9048;p34">
              <a:extLst>
                <a:ext uri="{FF2B5EF4-FFF2-40B4-BE49-F238E27FC236}">
                  <a16:creationId xmlns:a16="http://schemas.microsoft.com/office/drawing/2014/main" id="{924583FE-49B9-4627-CBF3-5942D4D8D45A}"/>
                </a:ext>
              </a:extLst>
            </p:cNvPr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9" name="Google Shape;9049;p34">
              <a:extLst>
                <a:ext uri="{FF2B5EF4-FFF2-40B4-BE49-F238E27FC236}">
                  <a16:creationId xmlns:a16="http://schemas.microsoft.com/office/drawing/2014/main" id="{BD872F3B-3A8D-2B7F-4265-1E16CCF1B21F}"/>
                </a:ext>
              </a:extLst>
            </p:cNvPr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0" name="Google Shape;9050;p34">
              <a:extLst>
                <a:ext uri="{FF2B5EF4-FFF2-40B4-BE49-F238E27FC236}">
                  <a16:creationId xmlns:a16="http://schemas.microsoft.com/office/drawing/2014/main" id="{CDC11788-38B9-41EE-DDB5-E14B67B618D3}"/>
                </a:ext>
              </a:extLst>
            </p:cNvPr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1" name="Google Shape;9051;p34">
              <a:extLst>
                <a:ext uri="{FF2B5EF4-FFF2-40B4-BE49-F238E27FC236}">
                  <a16:creationId xmlns:a16="http://schemas.microsoft.com/office/drawing/2014/main" id="{59D5774F-7FD9-92A4-EEC6-5FF4CD9CCF6B}"/>
                </a:ext>
              </a:extLst>
            </p:cNvPr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2" name="Google Shape;9052;p34">
              <a:extLst>
                <a:ext uri="{FF2B5EF4-FFF2-40B4-BE49-F238E27FC236}">
                  <a16:creationId xmlns:a16="http://schemas.microsoft.com/office/drawing/2014/main" id="{E60A74E8-4C56-A4D7-0B13-2DE182BF4C03}"/>
                </a:ext>
              </a:extLst>
            </p:cNvPr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3" name="Google Shape;9053;p34">
              <a:extLst>
                <a:ext uri="{FF2B5EF4-FFF2-40B4-BE49-F238E27FC236}">
                  <a16:creationId xmlns:a16="http://schemas.microsoft.com/office/drawing/2014/main" id="{F496BF14-E1E8-BED0-7B5D-F94D1913BE40}"/>
                </a:ext>
              </a:extLst>
            </p:cNvPr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4" name="Google Shape;9054;p34">
              <a:extLst>
                <a:ext uri="{FF2B5EF4-FFF2-40B4-BE49-F238E27FC236}">
                  <a16:creationId xmlns:a16="http://schemas.microsoft.com/office/drawing/2014/main" id="{2C479EF8-A026-C2EC-B95A-42B78E389CC3}"/>
                </a:ext>
              </a:extLst>
            </p:cNvPr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5" name="Google Shape;9055;p34">
              <a:extLst>
                <a:ext uri="{FF2B5EF4-FFF2-40B4-BE49-F238E27FC236}">
                  <a16:creationId xmlns:a16="http://schemas.microsoft.com/office/drawing/2014/main" id="{17C5FC94-2642-F428-8BC6-CF34A40C5F23}"/>
                </a:ext>
              </a:extLst>
            </p:cNvPr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6" name="Google Shape;9056;p34">
              <a:extLst>
                <a:ext uri="{FF2B5EF4-FFF2-40B4-BE49-F238E27FC236}">
                  <a16:creationId xmlns:a16="http://schemas.microsoft.com/office/drawing/2014/main" id="{482DB1EC-6DB3-882D-0423-AF186C0623F8}"/>
                </a:ext>
              </a:extLst>
            </p:cNvPr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7" name="Google Shape;9057;p34">
              <a:extLst>
                <a:ext uri="{FF2B5EF4-FFF2-40B4-BE49-F238E27FC236}">
                  <a16:creationId xmlns:a16="http://schemas.microsoft.com/office/drawing/2014/main" id="{70BD56E5-B12C-4811-5649-6D752791A3F3}"/>
                </a:ext>
              </a:extLst>
            </p:cNvPr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8" name="Google Shape;9058;p34">
              <a:extLst>
                <a:ext uri="{FF2B5EF4-FFF2-40B4-BE49-F238E27FC236}">
                  <a16:creationId xmlns:a16="http://schemas.microsoft.com/office/drawing/2014/main" id="{0ED7521C-E298-F29C-CE26-552BEA6B97B7}"/>
                </a:ext>
              </a:extLst>
            </p:cNvPr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9" name="Google Shape;9059;p34">
              <a:extLst>
                <a:ext uri="{FF2B5EF4-FFF2-40B4-BE49-F238E27FC236}">
                  <a16:creationId xmlns:a16="http://schemas.microsoft.com/office/drawing/2014/main" id="{CCD82B73-0F5D-DB3C-61D2-D1605023076B}"/>
                </a:ext>
              </a:extLst>
            </p:cNvPr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0" name="Google Shape;9060;p34">
              <a:extLst>
                <a:ext uri="{FF2B5EF4-FFF2-40B4-BE49-F238E27FC236}">
                  <a16:creationId xmlns:a16="http://schemas.microsoft.com/office/drawing/2014/main" id="{72A90003-74AE-CF87-E8F7-AB660B4E1C96}"/>
                </a:ext>
              </a:extLst>
            </p:cNvPr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1" name="Google Shape;9061;p34">
              <a:extLst>
                <a:ext uri="{FF2B5EF4-FFF2-40B4-BE49-F238E27FC236}">
                  <a16:creationId xmlns:a16="http://schemas.microsoft.com/office/drawing/2014/main" id="{6D65FA1D-E7C0-E330-D964-2FD1810A6245}"/>
                </a:ext>
              </a:extLst>
            </p:cNvPr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2" name="Google Shape;9062;p34">
              <a:extLst>
                <a:ext uri="{FF2B5EF4-FFF2-40B4-BE49-F238E27FC236}">
                  <a16:creationId xmlns:a16="http://schemas.microsoft.com/office/drawing/2014/main" id="{CD1138CD-116C-DD03-8252-63E86B421CC4}"/>
                </a:ext>
              </a:extLst>
            </p:cNvPr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3" name="Google Shape;9063;p34">
              <a:extLst>
                <a:ext uri="{FF2B5EF4-FFF2-40B4-BE49-F238E27FC236}">
                  <a16:creationId xmlns:a16="http://schemas.microsoft.com/office/drawing/2014/main" id="{1E062524-F77F-1A91-3FE1-5C53D6A2ACE2}"/>
                </a:ext>
              </a:extLst>
            </p:cNvPr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4" name="Google Shape;9064;p34">
              <a:extLst>
                <a:ext uri="{FF2B5EF4-FFF2-40B4-BE49-F238E27FC236}">
                  <a16:creationId xmlns:a16="http://schemas.microsoft.com/office/drawing/2014/main" id="{57EE5821-9DFF-C095-96D0-2E0145653491}"/>
                </a:ext>
              </a:extLst>
            </p:cNvPr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5" name="Google Shape;9065;p34">
              <a:extLst>
                <a:ext uri="{FF2B5EF4-FFF2-40B4-BE49-F238E27FC236}">
                  <a16:creationId xmlns:a16="http://schemas.microsoft.com/office/drawing/2014/main" id="{A7C6DE8D-ADCF-8DA1-5B80-1C9E437BA1A5}"/>
                </a:ext>
              </a:extLst>
            </p:cNvPr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6" name="Google Shape;9066;p34">
              <a:extLst>
                <a:ext uri="{FF2B5EF4-FFF2-40B4-BE49-F238E27FC236}">
                  <a16:creationId xmlns:a16="http://schemas.microsoft.com/office/drawing/2014/main" id="{A22862FA-1470-B6FB-DAC4-8A7AF61F7A97}"/>
                </a:ext>
              </a:extLst>
            </p:cNvPr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7" name="Google Shape;9067;p34">
              <a:extLst>
                <a:ext uri="{FF2B5EF4-FFF2-40B4-BE49-F238E27FC236}">
                  <a16:creationId xmlns:a16="http://schemas.microsoft.com/office/drawing/2014/main" id="{9EBF6252-8949-0B89-FD67-D729AB40D5E2}"/>
                </a:ext>
              </a:extLst>
            </p:cNvPr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8" name="Google Shape;9068;p34">
              <a:extLst>
                <a:ext uri="{FF2B5EF4-FFF2-40B4-BE49-F238E27FC236}">
                  <a16:creationId xmlns:a16="http://schemas.microsoft.com/office/drawing/2014/main" id="{C6092FC1-781F-7631-A540-866F79E024A0}"/>
                </a:ext>
              </a:extLst>
            </p:cNvPr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9" name="Google Shape;9069;p34">
              <a:extLst>
                <a:ext uri="{FF2B5EF4-FFF2-40B4-BE49-F238E27FC236}">
                  <a16:creationId xmlns:a16="http://schemas.microsoft.com/office/drawing/2014/main" id="{DA511A88-1F11-7907-5F07-E7FECDCBBAED}"/>
                </a:ext>
              </a:extLst>
            </p:cNvPr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0" name="Google Shape;9070;p34">
              <a:extLst>
                <a:ext uri="{FF2B5EF4-FFF2-40B4-BE49-F238E27FC236}">
                  <a16:creationId xmlns:a16="http://schemas.microsoft.com/office/drawing/2014/main" id="{CC8596FE-11AC-A407-8F95-6DEAF5CF4AEE}"/>
                </a:ext>
              </a:extLst>
            </p:cNvPr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1" name="Google Shape;9071;p34">
              <a:extLst>
                <a:ext uri="{FF2B5EF4-FFF2-40B4-BE49-F238E27FC236}">
                  <a16:creationId xmlns:a16="http://schemas.microsoft.com/office/drawing/2014/main" id="{B51B1FE3-6688-244E-D558-B5ECBD1CE668}"/>
                </a:ext>
              </a:extLst>
            </p:cNvPr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2" name="Google Shape;9072;p34">
              <a:extLst>
                <a:ext uri="{FF2B5EF4-FFF2-40B4-BE49-F238E27FC236}">
                  <a16:creationId xmlns:a16="http://schemas.microsoft.com/office/drawing/2014/main" id="{68F49370-5719-7112-0C51-33DA5B017C04}"/>
                </a:ext>
              </a:extLst>
            </p:cNvPr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3" name="Google Shape;9073;p34">
              <a:extLst>
                <a:ext uri="{FF2B5EF4-FFF2-40B4-BE49-F238E27FC236}">
                  <a16:creationId xmlns:a16="http://schemas.microsoft.com/office/drawing/2014/main" id="{69865155-A0A9-6D7E-A5D3-558834734771}"/>
                </a:ext>
              </a:extLst>
            </p:cNvPr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4" name="Google Shape;9074;p34">
              <a:extLst>
                <a:ext uri="{FF2B5EF4-FFF2-40B4-BE49-F238E27FC236}">
                  <a16:creationId xmlns:a16="http://schemas.microsoft.com/office/drawing/2014/main" id="{D9FCAC4D-8FEA-562B-61BB-22C1EFCCDC2E}"/>
                </a:ext>
              </a:extLst>
            </p:cNvPr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5" name="Google Shape;9075;p34">
              <a:extLst>
                <a:ext uri="{FF2B5EF4-FFF2-40B4-BE49-F238E27FC236}">
                  <a16:creationId xmlns:a16="http://schemas.microsoft.com/office/drawing/2014/main" id="{C93C79B4-0726-9034-A8E6-8F5DF7433927}"/>
                </a:ext>
              </a:extLst>
            </p:cNvPr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6" name="Google Shape;9076;p34">
              <a:extLst>
                <a:ext uri="{FF2B5EF4-FFF2-40B4-BE49-F238E27FC236}">
                  <a16:creationId xmlns:a16="http://schemas.microsoft.com/office/drawing/2014/main" id="{036A0E36-9E47-5B83-C708-335878330269}"/>
                </a:ext>
              </a:extLst>
            </p:cNvPr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7" name="Google Shape;9077;p34">
              <a:extLst>
                <a:ext uri="{FF2B5EF4-FFF2-40B4-BE49-F238E27FC236}">
                  <a16:creationId xmlns:a16="http://schemas.microsoft.com/office/drawing/2014/main" id="{44D9D8AD-8FAD-6330-0E5A-B26834AC9104}"/>
                </a:ext>
              </a:extLst>
            </p:cNvPr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8" name="Google Shape;9078;p34">
              <a:extLst>
                <a:ext uri="{FF2B5EF4-FFF2-40B4-BE49-F238E27FC236}">
                  <a16:creationId xmlns:a16="http://schemas.microsoft.com/office/drawing/2014/main" id="{282070CF-A719-1172-D2E8-9E81BCF13DBE}"/>
                </a:ext>
              </a:extLst>
            </p:cNvPr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9" name="Google Shape;9079;p34">
              <a:extLst>
                <a:ext uri="{FF2B5EF4-FFF2-40B4-BE49-F238E27FC236}">
                  <a16:creationId xmlns:a16="http://schemas.microsoft.com/office/drawing/2014/main" id="{AA310BDB-56A9-EE96-8C74-A2934A895F68}"/>
                </a:ext>
              </a:extLst>
            </p:cNvPr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0" name="Google Shape;9080;p34">
              <a:extLst>
                <a:ext uri="{FF2B5EF4-FFF2-40B4-BE49-F238E27FC236}">
                  <a16:creationId xmlns:a16="http://schemas.microsoft.com/office/drawing/2014/main" id="{AAFBC0B2-46E3-E462-C8DE-15E82921550B}"/>
                </a:ext>
              </a:extLst>
            </p:cNvPr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1" name="Google Shape;9081;p34">
              <a:extLst>
                <a:ext uri="{FF2B5EF4-FFF2-40B4-BE49-F238E27FC236}">
                  <a16:creationId xmlns:a16="http://schemas.microsoft.com/office/drawing/2014/main" id="{15DBF60A-DB53-809B-28E5-757439AC0BC7}"/>
                </a:ext>
              </a:extLst>
            </p:cNvPr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2" name="Google Shape;9082;p34">
              <a:extLst>
                <a:ext uri="{FF2B5EF4-FFF2-40B4-BE49-F238E27FC236}">
                  <a16:creationId xmlns:a16="http://schemas.microsoft.com/office/drawing/2014/main" id="{682F3049-37A6-022B-B51E-F5756F8910B2}"/>
                </a:ext>
              </a:extLst>
            </p:cNvPr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3" name="Google Shape;9083;p34">
              <a:extLst>
                <a:ext uri="{FF2B5EF4-FFF2-40B4-BE49-F238E27FC236}">
                  <a16:creationId xmlns:a16="http://schemas.microsoft.com/office/drawing/2014/main" id="{3AFAFFD8-51C6-BC99-D129-F60CF8BF1C2F}"/>
                </a:ext>
              </a:extLst>
            </p:cNvPr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4" name="Google Shape;9084;p34">
              <a:extLst>
                <a:ext uri="{FF2B5EF4-FFF2-40B4-BE49-F238E27FC236}">
                  <a16:creationId xmlns:a16="http://schemas.microsoft.com/office/drawing/2014/main" id="{7CC99CCD-3A99-0344-32B4-AE10826E1985}"/>
                </a:ext>
              </a:extLst>
            </p:cNvPr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5" name="Google Shape;9085;p34">
              <a:extLst>
                <a:ext uri="{FF2B5EF4-FFF2-40B4-BE49-F238E27FC236}">
                  <a16:creationId xmlns:a16="http://schemas.microsoft.com/office/drawing/2014/main" id="{B8CF59CD-7D93-F765-6134-284A5A11E31F}"/>
                </a:ext>
              </a:extLst>
            </p:cNvPr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6" name="Google Shape;9086;p34">
              <a:extLst>
                <a:ext uri="{FF2B5EF4-FFF2-40B4-BE49-F238E27FC236}">
                  <a16:creationId xmlns:a16="http://schemas.microsoft.com/office/drawing/2014/main" id="{EBCF37F5-5E13-86D4-2926-8D06D92CB66E}"/>
                </a:ext>
              </a:extLst>
            </p:cNvPr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7" name="Google Shape;9087;p34">
              <a:extLst>
                <a:ext uri="{FF2B5EF4-FFF2-40B4-BE49-F238E27FC236}">
                  <a16:creationId xmlns:a16="http://schemas.microsoft.com/office/drawing/2014/main" id="{F8E395EC-4181-C6D9-9B78-8BED2760981E}"/>
                </a:ext>
              </a:extLst>
            </p:cNvPr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8" name="Google Shape;9088;p34">
              <a:extLst>
                <a:ext uri="{FF2B5EF4-FFF2-40B4-BE49-F238E27FC236}">
                  <a16:creationId xmlns:a16="http://schemas.microsoft.com/office/drawing/2014/main" id="{F8417AD0-5051-4243-3A60-46CB653263D8}"/>
                </a:ext>
              </a:extLst>
            </p:cNvPr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9" name="Google Shape;9089;p34">
              <a:extLst>
                <a:ext uri="{FF2B5EF4-FFF2-40B4-BE49-F238E27FC236}">
                  <a16:creationId xmlns:a16="http://schemas.microsoft.com/office/drawing/2014/main" id="{2540C2C9-A227-BFC6-C374-75DEC5951EDD}"/>
                </a:ext>
              </a:extLst>
            </p:cNvPr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0" name="Google Shape;9090;p34">
              <a:extLst>
                <a:ext uri="{FF2B5EF4-FFF2-40B4-BE49-F238E27FC236}">
                  <a16:creationId xmlns:a16="http://schemas.microsoft.com/office/drawing/2014/main" id="{ED2ACE32-40E7-E6D5-215C-4A371C55CF5E}"/>
                </a:ext>
              </a:extLst>
            </p:cNvPr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1" name="Google Shape;9091;p34">
              <a:extLst>
                <a:ext uri="{FF2B5EF4-FFF2-40B4-BE49-F238E27FC236}">
                  <a16:creationId xmlns:a16="http://schemas.microsoft.com/office/drawing/2014/main" id="{68CFB950-03B3-7168-F90D-FAD82208FB17}"/>
                </a:ext>
              </a:extLst>
            </p:cNvPr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2" name="Google Shape;9092;p34">
              <a:extLst>
                <a:ext uri="{FF2B5EF4-FFF2-40B4-BE49-F238E27FC236}">
                  <a16:creationId xmlns:a16="http://schemas.microsoft.com/office/drawing/2014/main" id="{1FB9A9B4-F04C-005A-A070-BA31B3076204}"/>
                </a:ext>
              </a:extLst>
            </p:cNvPr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3" name="Google Shape;9093;p34">
              <a:extLst>
                <a:ext uri="{FF2B5EF4-FFF2-40B4-BE49-F238E27FC236}">
                  <a16:creationId xmlns:a16="http://schemas.microsoft.com/office/drawing/2014/main" id="{8BB9C6A8-E6B0-2E23-3ECE-E3F46ECA1C3A}"/>
                </a:ext>
              </a:extLst>
            </p:cNvPr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4" name="Google Shape;9094;p34">
              <a:extLst>
                <a:ext uri="{FF2B5EF4-FFF2-40B4-BE49-F238E27FC236}">
                  <a16:creationId xmlns:a16="http://schemas.microsoft.com/office/drawing/2014/main" id="{96C51673-5CC4-8988-1D69-EC8290B02DC1}"/>
                </a:ext>
              </a:extLst>
            </p:cNvPr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5" name="Google Shape;9095;p34">
              <a:extLst>
                <a:ext uri="{FF2B5EF4-FFF2-40B4-BE49-F238E27FC236}">
                  <a16:creationId xmlns:a16="http://schemas.microsoft.com/office/drawing/2014/main" id="{2C0D2EE7-F33E-D17B-AE9E-A35C8D7F1BBB}"/>
                </a:ext>
              </a:extLst>
            </p:cNvPr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6" name="Google Shape;9096;p34">
              <a:extLst>
                <a:ext uri="{FF2B5EF4-FFF2-40B4-BE49-F238E27FC236}">
                  <a16:creationId xmlns:a16="http://schemas.microsoft.com/office/drawing/2014/main" id="{8E6C433B-5B26-FCB1-9344-E5F11F13783E}"/>
                </a:ext>
              </a:extLst>
            </p:cNvPr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7" name="Google Shape;9097;p34">
              <a:extLst>
                <a:ext uri="{FF2B5EF4-FFF2-40B4-BE49-F238E27FC236}">
                  <a16:creationId xmlns:a16="http://schemas.microsoft.com/office/drawing/2014/main" id="{F84833AC-5BE2-1DAE-6E02-C0915166A141}"/>
                </a:ext>
              </a:extLst>
            </p:cNvPr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8" name="Google Shape;9098;p34">
              <a:extLst>
                <a:ext uri="{FF2B5EF4-FFF2-40B4-BE49-F238E27FC236}">
                  <a16:creationId xmlns:a16="http://schemas.microsoft.com/office/drawing/2014/main" id="{5D0C726A-162C-CA3D-4FEE-E33D96276E5E}"/>
                </a:ext>
              </a:extLst>
            </p:cNvPr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9" name="Google Shape;9099;p34">
              <a:extLst>
                <a:ext uri="{FF2B5EF4-FFF2-40B4-BE49-F238E27FC236}">
                  <a16:creationId xmlns:a16="http://schemas.microsoft.com/office/drawing/2014/main" id="{CFCE975B-68DF-7748-F908-2B63CDC823DA}"/>
                </a:ext>
              </a:extLst>
            </p:cNvPr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0" name="Google Shape;9100;p34">
              <a:extLst>
                <a:ext uri="{FF2B5EF4-FFF2-40B4-BE49-F238E27FC236}">
                  <a16:creationId xmlns:a16="http://schemas.microsoft.com/office/drawing/2014/main" id="{55EFCE53-A550-FE47-4E24-30A690CC7464}"/>
                </a:ext>
              </a:extLst>
            </p:cNvPr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1" name="Google Shape;9101;p34">
              <a:extLst>
                <a:ext uri="{FF2B5EF4-FFF2-40B4-BE49-F238E27FC236}">
                  <a16:creationId xmlns:a16="http://schemas.microsoft.com/office/drawing/2014/main" id="{CAA89AB9-056A-CD0B-5627-684C2B5A804C}"/>
                </a:ext>
              </a:extLst>
            </p:cNvPr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2" name="Google Shape;9102;p34">
              <a:extLst>
                <a:ext uri="{FF2B5EF4-FFF2-40B4-BE49-F238E27FC236}">
                  <a16:creationId xmlns:a16="http://schemas.microsoft.com/office/drawing/2014/main" id="{936363D1-67AD-B0E1-898E-4F01138E03EC}"/>
                </a:ext>
              </a:extLst>
            </p:cNvPr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3" name="Google Shape;9103;p34">
              <a:extLst>
                <a:ext uri="{FF2B5EF4-FFF2-40B4-BE49-F238E27FC236}">
                  <a16:creationId xmlns:a16="http://schemas.microsoft.com/office/drawing/2014/main" id="{0299AE9D-9632-4E4C-3825-10AA1DAD209A}"/>
                </a:ext>
              </a:extLst>
            </p:cNvPr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4" name="Google Shape;9104;p34">
              <a:extLst>
                <a:ext uri="{FF2B5EF4-FFF2-40B4-BE49-F238E27FC236}">
                  <a16:creationId xmlns:a16="http://schemas.microsoft.com/office/drawing/2014/main" id="{85455F84-1FA2-5A37-6996-96B546C7E0DD}"/>
                </a:ext>
              </a:extLst>
            </p:cNvPr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5" name="Google Shape;9105;p34">
              <a:extLst>
                <a:ext uri="{FF2B5EF4-FFF2-40B4-BE49-F238E27FC236}">
                  <a16:creationId xmlns:a16="http://schemas.microsoft.com/office/drawing/2014/main" id="{EDC30ACB-7534-1C14-6117-F56D58B4CA6E}"/>
                </a:ext>
              </a:extLst>
            </p:cNvPr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6" name="Google Shape;9106;p34">
              <a:extLst>
                <a:ext uri="{FF2B5EF4-FFF2-40B4-BE49-F238E27FC236}">
                  <a16:creationId xmlns:a16="http://schemas.microsoft.com/office/drawing/2014/main" id="{1FDD6C39-E579-80DA-B3D6-13AAF98A60D9}"/>
                </a:ext>
              </a:extLst>
            </p:cNvPr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7" name="Google Shape;9107;p34">
              <a:extLst>
                <a:ext uri="{FF2B5EF4-FFF2-40B4-BE49-F238E27FC236}">
                  <a16:creationId xmlns:a16="http://schemas.microsoft.com/office/drawing/2014/main" id="{91DAF6A3-E8EF-8DDA-7281-C414EB2DFDDA}"/>
                </a:ext>
              </a:extLst>
            </p:cNvPr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8" name="Google Shape;9108;p34">
              <a:extLst>
                <a:ext uri="{FF2B5EF4-FFF2-40B4-BE49-F238E27FC236}">
                  <a16:creationId xmlns:a16="http://schemas.microsoft.com/office/drawing/2014/main" id="{99C7C124-7C22-52A9-50BC-E3D0200754A1}"/>
                </a:ext>
              </a:extLst>
            </p:cNvPr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9" name="Google Shape;9109;p34">
              <a:extLst>
                <a:ext uri="{FF2B5EF4-FFF2-40B4-BE49-F238E27FC236}">
                  <a16:creationId xmlns:a16="http://schemas.microsoft.com/office/drawing/2014/main" id="{5810B916-4898-E801-49FB-EA997C51AA93}"/>
                </a:ext>
              </a:extLst>
            </p:cNvPr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0" name="Google Shape;9110;p34">
              <a:extLst>
                <a:ext uri="{FF2B5EF4-FFF2-40B4-BE49-F238E27FC236}">
                  <a16:creationId xmlns:a16="http://schemas.microsoft.com/office/drawing/2014/main" id="{6C57255B-F572-3B14-3C07-A85EEBF6762E}"/>
                </a:ext>
              </a:extLst>
            </p:cNvPr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1" name="Google Shape;9111;p34">
              <a:extLst>
                <a:ext uri="{FF2B5EF4-FFF2-40B4-BE49-F238E27FC236}">
                  <a16:creationId xmlns:a16="http://schemas.microsoft.com/office/drawing/2014/main" id="{03F93F65-5CD2-4926-69CA-B7B591A16764}"/>
                </a:ext>
              </a:extLst>
            </p:cNvPr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2" name="Google Shape;9112;p34">
              <a:extLst>
                <a:ext uri="{FF2B5EF4-FFF2-40B4-BE49-F238E27FC236}">
                  <a16:creationId xmlns:a16="http://schemas.microsoft.com/office/drawing/2014/main" id="{FA7D2132-458C-DCC0-F736-8D7AB646C8D3}"/>
                </a:ext>
              </a:extLst>
            </p:cNvPr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3" name="Google Shape;9113;p34">
              <a:extLst>
                <a:ext uri="{FF2B5EF4-FFF2-40B4-BE49-F238E27FC236}">
                  <a16:creationId xmlns:a16="http://schemas.microsoft.com/office/drawing/2014/main" id="{329A1EEE-6B86-E8C2-D0F2-F8B344386227}"/>
                </a:ext>
              </a:extLst>
            </p:cNvPr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4" name="Google Shape;9114;p34">
              <a:extLst>
                <a:ext uri="{FF2B5EF4-FFF2-40B4-BE49-F238E27FC236}">
                  <a16:creationId xmlns:a16="http://schemas.microsoft.com/office/drawing/2014/main" id="{F873CEA0-81C6-CA90-A3AA-29B6F5FFD7BC}"/>
                </a:ext>
              </a:extLst>
            </p:cNvPr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5" name="Google Shape;9115;p34">
              <a:extLst>
                <a:ext uri="{FF2B5EF4-FFF2-40B4-BE49-F238E27FC236}">
                  <a16:creationId xmlns:a16="http://schemas.microsoft.com/office/drawing/2014/main" id="{0EB77CA8-FFA5-0FA5-16C8-6378CD53338D}"/>
                </a:ext>
              </a:extLst>
            </p:cNvPr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6" name="Google Shape;9116;p34">
              <a:extLst>
                <a:ext uri="{FF2B5EF4-FFF2-40B4-BE49-F238E27FC236}">
                  <a16:creationId xmlns:a16="http://schemas.microsoft.com/office/drawing/2014/main" id="{915E031D-9092-08EF-C9A5-A804D0C77F93}"/>
                </a:ext>
              </a:extLst>
            </p:cNvPr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7" name="Google Shape;9117;p34">
              <a:extLst>
                <a:ext uri="{FF2B5EF4-FFF2-40B4-BE49-F238E27FC236}">
                  <a16:creationId xmlns:a16="http://schemas.microsoft.com/office/drawing/2014/main" id="{6D70519A-62B8-1900-2F1F-27B58144E145}"/>
                </a:ext>
              </a:extLst>
            </p:cNvPr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8" name="Google Shape;9118;p34">
              <a:extLst>
                <a:ext uri="{FF2B5EF4-FFF2-40B4-BE49-F238E27FC236}">
                  <a16:creationId xmlns:a16="http://schemas.microsoft.com/office/drawing/2014/main" id="{054674E5-1A60-09BF-7137-C99D363B0884}"/>
                </a:ext>
              </a:extLst>
            </p:cNvPr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9" name="Google Shape;9119;p34">
              <a:extLst>
                <a:ext uri="{FF2B5EF4-FFF2-40B4-BE49-F238E27FC236}">
                  <a16:creationId xmlns:a16="http://schemas.microsoft.com/office/drawing/2014/main" id="{6FC1BE87-E093-C17C-1FE0-3908855317B7}"/>
                </a:ext>
              </a:extLst>
            </p:cNvPr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0" name="Google Shape;9120;p34">
              <a:extLst>
                <a:ext uri="{FF2B5EF4-FFF2-40B4-BE49-F238E27FC236}">
                  <a16:creationId xmlns:a16="http://schemas.microsoft.com/office/drawing/2014/main" id="{1485065D-10B3-3283-DB31-51AD368E5833}"/>
                </a:ext>
              </a:extLst>
            </p:cNvPr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1" name="Google Shape;9121;p34">
              <a:extLst>
                <a:ext uri="{FF2B5EF4-FFF2-40B4-BE49-F238E27FC236}">
                  <a16:creationId xmlns:a16="http://schemas.microsoft.com/office/drawing/2014/main" id="{FCF49551-1D61-A59F-D8B4-FFE8F2ACCB0C}"/>
                </a:ext>
              </a:extLst>
            </p:cNvPr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2" name="Google Shape;9122;p34">
              <a:extLst>
                <a:ext uri="{FF2B5EF4-FFF2-40B4-BE49-F238E27FC236}">
                  <a16:creationId xmlns:a16="http://schemas.microsoft.com/office/drawing/2014/main" id="{C55241FB-D222-A0EC-F8E1-9CD9AEFB4633}"/>
                </a:ext>
              </a:extLst>
            </p:cNvPr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3" name="Google Shape;9123;p34">
              <a:extLst>
                <a:ext uri="{FF2B5EF4-FFF2-40B4-BE49-F238E27FC236}">
                  <a16:creationId xmlns:a16="http://schemas.microsoft.com/office/drawing/2014/main" id="{9B975A24-7C0B-F33A-1BC2-08C3265B2C3B}"/>
                </a:ext>
              </a:extLst>
            </p:cNvPr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4" name="Google Shape;9124;p34">
              <a:extLst>
                <a:ext uri="{FF2B5EF4-FFF2-40B4-BE49-F238E27FC236}">
                  <a16:creationId xmlns:a16="http://schemas.microsoft.com/office/drawing/2014/main" id="{AD8F5658-886E-B5E4-8B46-608D4A648395}"/>
                </a:ext>
              </a:extLst>
            </p:cNvPr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5" name="Google Shape;9125;p34">
              <a:extLst>
                <a:ext uri="{FF2B5EF4-FFF2-40B4-BE49-F238E27FC236}">
                  <a16:creationId xmlns:a16="http://schemas.microsoft.com/office/drawing/2014/main" id="{DE8EFF8D-AF09-0D4A-49B5-57BE25D49BA0}"/>
                </a:ext>
              </a:extLst>
            </p:cNvPr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6" name="Google Shape;9126;p34">
              <a:extLst>
                <a:ext uri="{FF2B5EF4-FFF2-40B4-BE49-F238E27FC236}">
                  <a16:creationId xmlns:a16="http://schemas.microsoft.com/office/drawing/2014/main" id="{FDF86AF1-3C15-F1DD-7EE8-B455E5376911}"/>
                </a:ext>
              </a:extLst>
            </p:cNvPr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7" name="Google Shape;9127;p34">
              <a:extLst>
                <a:ext uri="{FF2B5EF4-FFF2-40B4-BE49-F238E27FC236}">
                  <a16:creationId xmlns:a16="http://schemas.microsoft.com/office/drawing/2014/main" id="{662081F3-3536-457C-18F7-BBC08C363EF6}"/>
                </a:ext>
              </a:extLst>
            </p:cNvPr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8" name="Google Shape;9128;p34">
              <a:extLst>
                <a:ext uri="{FF2B5EF4-FFF2-40B4-BE49-F238E27FC236}">
                  <a16:creationId xmlns:a16="http://schemas.microsoft.com/office/drawing/2014/main" id="{905AAC88-B1B5-8D0C-B847-14C849F653B5}"/>
                </a:ext>
              </a:extLst>
            </p:cNvPr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9" name="Google Shape;9129;p34">
              <a:extLst>
                <a:ext uri="{FF2B5EF4-FFF2-40B4-BE49-F238E27FC236}">
                  <a16:creationId xmlns:a16="http://schemas.microsoft.com/office/drawing/2014/main" id="{DB981380-ED63-2D6B-985F-7BD224A2CB27}"/>
                </a:ext>
              </a:extLst>
            </p:cNvPr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0" name="Google Shape;9130;p34">
              <a:extLst>
                <a:ext uri="{FF2B5EF4-FFF2-40B4-BE49-F238E27FC236}">
                  <a16:creationId xmlns:a16="http://schemas.microsoft.com/office/drawing/2014/main" id="{CC7BA091-19BC-0344-58FB-4656147AC125}"/>
                </a:ext>
              </a:extLst>
            </p:cNvPr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1" name="Google Shape;9131;p34">
              <a:extLst>
                <a:ext uri="{FF2B5EF4-FFF2-40B4-BE49-F238E27FC236}">
                  <a16:creationId xmlns:a16="http://schemas.microsoft.com/office/drawing/2014/main" id="{B3466619-C943-B496-BEA4-A87E7295B5E8}"/>
                </a:ext>
              </a:extLst>
            </p:cNvPr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2" name="Google Shape;9132;p34">
              <a:extLst>
                <a:ext uri="{FF2B5EF4-FFF2-40B4-BE49-F238E27FC236}">
                  <a16:creationId xmlns:a16="http://schemas.microsoft.com/office/drawing/2014/main" id="{CC1C873A-8CEF-67B5-177D-6127223322E8}"/>
                </a:ext>
              </a:extLst>
            </p:cNvPr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3" name="Google Shape;9133;p34">
              <a:extLst>
                <a:ext uri="{FF2B5EF4-FFF2-40B4-BE49-F238E27FC236}">
                  <a16:creationId xmlns:a16="http://schemas.microsoft.com/office/drawing/2014/main" id="{AA27D68C-1D62-DC97-84CC-045C64EEA761}"/>
                </a:ext>
              </a:extLst>
            </p:cNvPr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4" name="Google Shape;9134;p34">
              <a:extLst>
                <a:ext uri="{FF2B5EF4-FFF2-40B4-BE49-F238E27FC236}">
                  <a16:creationId xmlns:a16="http://schemas.microsoft.com/office/drawing/2014/main" id="{8A9EE482-F298-04CA-80CB-23CCAFF300C7}"/>
                </a:ext>
              </a:extLst>
            </p:cNvPr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5" name="Google Shape;9135;p34">
              <a:extLst>
                <a:ext uri="{FF2B5EF4-FFF2-40B4-BE49-F238E27FC236}">
                  <a16:creationId xmlns:a16="http://schemas.microsoft.com/office/drawing/2014/main" id="{007D3F58-A596-DD5F-05A3-11E3D762CDC4}"/>
                </a:ext>
              </a:extLst>
            </p:cNvPr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6" name="Google Shape;9136;p34">
              <a:extLst>
                <a:ext uri="{FF2B5EF4-FFF2-40B4-BE49-F238E27FC236}">
                  <a16:creationId xmlns:a16="http://schemas.microsoft.com/office/drawing/2014/main" id="{86B7A787-2560-6B10-8CA9-E3A2CD6CDE91}"/>
                </a:ext>
              </a:extLst>
            </p:cNvPr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7" name="Google Shape;9137;p34">
              <a:extLst>
                <a:ext uri="{FF2B5EF4-FFF2-40B4-BE49-F238E27FC236}">
                  <a16:creationId xmlns:a16="http://schemas.microsoft.com/office/drawing/2014/main" id="{BE64E787-3BF3-0B83-703F-35BA4C5B060F}"/>
                </a:ext>
              </a:extLst>
            </p:cNvPr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8" name="Google Shape;9138;p34">
              <a:extLst>
                <a:ext uri="{FF2B5EF4-FFF2-40B4-BE49-F238E27FC236}">
                  <a16:creationId xmlns:a16="http://schemas.microsoft.com/office/drawing/2014/main" id="{4339D90A-AA24-DBF1-DEAE-FA3A6CCCFCFF}"/>
                </a:ext>
              </a:extLst>
            </p:cNvPr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9" name="Google Shape;9139;p34">
              <a:extLst>
                <a:ext uri="{FF2B5EF4-FFF2-40B4-BE49-F238E27FC236}">
                  <a16:creationId xmlns:a16="http://schemas.microsoft.com/office/drawing/2014/main" id="{E612928F-2D18-3A45-9E76-2BD0C9CBE2DA}"/>
                </a:ext>
              </a:extLst>
            </p:cNvPr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0" name="Google Shape;9140;p34">
              <a:extLst>
                <a:ext uri="{FF2B5EF4-FFF2-40B4-BE49-F238E27FC236}">
                  <a16:creationId xmlns:a16="http://schemas.microsoft.com/office/drawing/2014/main" id="{E53B52FB-59F9-549B-A686-D604965E9190}"/>
                </a:ext>
              </a:extLst>
            </p:cNvPr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1" name="Google Shape;9141;p34">
              <a:extLst>
                <a:ext uri="{FF2B5EF4-FFF2-40B4-BE49-F238E27FC236}">
                  <a16:creationId xmlns:a16="http://schemas.microsoft.com/office/drawing/2014/main" id="{42390895-0D7D-F12D-56F3-8D0840FC5295}"/>
                </a:ext>
              </a:extLst>
            </p:cNvPr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2" name="Google Shape;9142;p34">
              <a:extLst>
                <a:ext uri="{FF2B5EF4-FFF2-40B4-BE49-F238E27FC236}">
                  <a16:creationId xmlns:a16="http://schemas.microsoft.com/office/drawing/2014/main" id="{7E853580-4F6C-49A3-1390-607949CEAB74}"/>
                </a:ext>
              </a:extLst>
            </p:cNvPr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3" name="Google Shape;9143;p34">
              <a:extLst>
                <a:ext uri="{FF2B5EF4-FFF2-40B4-BE49-F238E27FC236}">
                  <a16:creationId xmlns:a16="http://schemas.microsoft.com/office/drawing/2014/main" id="{55B49030-6CC9-B2A3-5FF9-DF90052EAFA1}"/>
                </a:ext>
              </a:extLst>
            </p:cNvPr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4" name="Google Shape;9144;p34">
              <a:extLst>
                <a:ext uri="{FF2B5EF4-FFF2-40B4-BE49-F238E27FC236}">
                  <a16:creationId xmlns:a16="http://schemas.microsoft.com/office/drawing/2014/main" id="{FC38A807-5EBF-EBD0-BD0C-E5B39796692D}"/>
                </a:ext>
              </a:extLst>
            </p:cNvPr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5" name="Google Shape;9145;p34">
              <a:extLst>
                <a:ext uri="{FF2B5EF4-FFF2-40B4-BE49-F238E27FC236}">
                  <a16:creationId xmlns:a16="http://schemas.microsoft.com/office/drawing/2014/main" id="{D73DA589-110C-EC46-561B-401A2745F66B}"/>
                </a:ext>
              </a:extLst>
            </p:cNvPr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6" name="Google Shape;9146;p34">
              <a:extLst>
                <a:ext uri="{FF2B5EF4-FFF2-40B4-BE49-F238E27FC236}">
                  <a16:creationId xmlns:a16="http://schemas.microsoft.com/office/drawing/2014/main" id="{2BFF5099-5C85-48A1-AC47-DCFB98ECD094}"/>
                </a:ext>
              </a:extLst>
            </p:cNvPr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7" name="Google Shape;9147;p34">
              <a:extLst>
                <a:ext uri="{FF2B5EF4-FFF2-40B4-BE49-F238E27FC236}">
                  <a16:creationId xmlns:a16="http://schemas.microsoft.com/office/drawing/2014/main" id="{FDE296EA-00E1-4447-2F5E-65A2C846A3EB}"/>
                </a:ext>
              </a:extLst>
            </p:cNvPr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8" name="Google Shape;9148;p34">
              <a:extLst>
                <a:ext uri="{FF2B5EF4-FFF2-40B4-BE49-F238E27FC236}">
                  <a16:creationId xmlns:a16="http://schemas.microsoft.com/office/drawing/2014/main" id="{C61CC6EB-5A49-DEAF-CCAA-F049E9953862}"/>
                </a:ext>
              </a:extLst>
            </p:cNvPr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9" name="Google Shape;9149;p34">
              <a:extLst>
                <a:ext uri="{FF2B5EF4-FFF2-40B4-BE49-F238E27FC236}">
                  <a16:creationId xmlns:a16="http://schemas.microsoft.com/office/drawing/2014/main" id="{E5FF82EB-0AE4-B273-F629-EBF283B53577}"/>
                </a:ext>
              </a:extLst>
            </p:cNvPr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0" name="Google Shape;9150;p34">
              <a:extLst>
                <a:ext uri="{FF2B5EF4-FFF2-40B4-BE49-F238E27FC236}">
                  <a16:creationId xmlns:a16="http://schemas.microsoft.com/office/drawing/2014/main" id="{5A92A7DA-99C4-CFAA-0440-658997CA376C}"/>
                </a:ext>
              </a:extLst>
            </p:cNvPr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1" name="Google Shape;9151;p34">
              <a:extLst>
                <a:ext uri="{FF2B5EF4-FFF2-40B4-BE49-F238E27FC236}">
                  <a16:creationId xmlns:a16="http://schemas.microsoft.com/office/drawing/2014/main" id="{AF63D64A-BB8A-A4E6-4B89-16FA45E0C308}"/>
                </a:ext>
              </a:extLst>
            </p:cNvPr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2" name="Google Shape;9152;p34">
              <a:extLst>
                <a:ext uri="{FF2B5EF4-FFF2-40B4-BE49-F238E27FC236}">
                  <a16:creationId xmlns:a16="http://schemas.microsoft.com/office/drawing/2014/main" id="{13BC6769-39EB-6434-27BB-304DC02E83F5}"/>
                </a:ext>
              </a:extLst>
            </p:cNvPr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3" name="Google Shape;9153;p34">
              <a:extLst>
                <a:ext uri="{FF2B5EF4-FFF2-40B4-BE49-F238E27FC236}">
                  <a16:creationId xmlns:a16="http://schemas.microsoft.com/office/drawing/2014/main" id="{7D319EB3-1F65-2129-7D80-9E76244EA501}"/>
                </a:ext>
              </a:extLst>
            </p:cNvPr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4" name="Google Shape;9154;p34">
              <a:extLst>
                <a:ext uri="{FF2B5EF4-FFF2-40B4-BE49-F238E27FC236}">
                  <a16:creationId xmlns:a16="http://schemas.microsoft.com/office/drawing/2014/main" id="{C5C73A60-B60A-B326-62C8-2154935E9794}"/>
                </a:ext>
              </a:extLst>
            </p:cNvPr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5" name="Google Shape;9155;p34">
              <a:extLst>
                <a:ext uri="{FF2B5EF4-FFF2-40B4-BE49-F238E27FC236}">
                  <a16:creationId xmlns:a16="http://schemas.microsoft.com/office/drawing/2014/main" id="{F773FFBF-EDAB-67A9-D5AF-1F1952B71147}"/>
                </a:ext>
              </a:extLst>
            </p:cNvPr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6" name="Google Shape;9156;p34">
              <a:extLst>
                <a:ext uri="{FF2B5EF4-FFF2-40B4-BE49-F238E27FC236}">
                  <a16:creationId xmlns:a16="http://schemas.microsoft.com/office/drawing/2014/main" id="{6348B4DA-D81F-B8B6-73B8-5EF718B8D983}"/>
                </a:ext>
              </a:extLst>
            </p:cNvPr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7" name="Google Shape;9157;p34">
              <a:extLst>
                <a:ext uri="{FF2B5EF4-FFF2-40B4-BE49-F238E27FC236}">
                  <a16:creationId xmlns:a16="http://schemas.microsoft.com/office/drawing/2014/main" id="{722BB3F2-6701-5C35-5B00-7A774F885FF2}"/>
                </a:ext>
              </a:extLst>
            </p:cNvPr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8" name="Google Shape;9158;p34">
              <a:extLst>
                <a:ext uri="{FF2B5EF4-FFF2-40B4-BE49-F238E27FC236}">
                  <a16:creationId xmlns:a16="http://schemas.microsoft.com/office/drawing/2014/main" id="{A9F2B8F5-3AD7-1768-95EB-7E0802D61BDC}"/>
                </a:ext>
              </a:extLst>
            </p:cNvPr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9" name="Google Shape;9159;p34">
              <a:extLst>
                <a:ext uri="{FF2B5EF4-FFF2-40B4-BE49-F238E27FC236}">
                  <a16:creationId xmlns:a16="http://schemas.microsoft.com/office/drawing/2014/main" id="{E5DFE756-36EF-5504-C878-E8D6E47BE30A}"/>
                </a:ext>
              </a:extLst>
            </p:cNvPr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0" name="Google Shape;9160;p34">
              <a:extLst>
                <a:ext uri="{FF2B5EF4-FFF2-40B4-BE49-F238E27FC236}">
                  <a16:creationId xmlns:a16="http://schemas.microsoft.com/office/drawing/2014/main" id="{C51FEBC8-721D-7B42-C341-E937EFF18046}"/>
                </a:ext>
              </a:extLst>
            </p:cNvPr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1" name="Google Shape;9161;p34">
              <a:extLst>
                <a:ext uri="{FF2B5EF4-FFF2-40B4-BE49-F238E27FC236}">
                  <a16:creationId xmlns:a16="http://schemas.microsoft.com/office/drawing/2014/main" id="{99A593BE-0DB0-FB02-BBA8-3C4C1550E489}"/>
                </a:ext>
              </a:extLst>
            </p:cNvPr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2" name="Google Shape;9162;p34">
              <a:extLst>
                <a:ext uri="{FF2B5EF4-FFF2-40B4-BE49-F238E27FC236}">
                  <a16:creationId xmlns:a16="http://schemas.microsoft.com/office/drawing/2014/main" id="{78EA6D19-F8A4-8E6D-8498-46672B88BEDE}"/>
                </a:ext>
              </a:extLst>
            </p:cNvPr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3" name="Google Shape;9163;p34">
              <a:extLst>
                <a:ext uri="{FF2B5EF4-FFF2-40B4-BE49-F238E27FC236}">
                  <a16:creationId xmlns:a16="http://schemas.microsoft.com/office/drawing/2014/main" id="{EB260CE2-622A-5EC6-C8D3-15EAF5828C44}"/>
                </a:ext>
              </a:extLst>
            </p:cNvPr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4" name="Google Shape;9164;p34">
              <a:extLst>
                <a:ext uri="{FF2B5EF4-FFF2-40B4-BE49-F238E27FC236}">
                  <a16:creationId xmlns:a16="http://schemas.microsoft.com/office/drawing/2014/main" id="{0DB334EB-07CF-273A-4EE4-B2A33A3666DF}"/>
                </a:ext>
              </a:extLst>
            </p:cNvPr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5" name="Google Shape;9165;p34">
              <a:extLst>
                <a:ext uri="{FF2B5EF4-FFF2-40B4-BE49-F238E27FC236}">
                  <a16:creationId xmlns:a16="http://schemas.microsoft.com/office/drawing/2014/main" id="{E4B8EECA-3153-3F32-A840-5065366E8D22}"/>
                </a:ext>
              </a:extLst>
            </p:cNvPr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6" name="Google Shape;9166;p34">
              <a:extLst>
                <a:ext uri="{FF2B5EF4-FFF2-40B4-BE49-F238E27FC236}">
                  <a16:creationId xmlns:a16="http://schemas.microsoft.com/office/drawing/2014/main" id="{D125D57A-A9B1-F172-0167-2BD453E4D40E}"/>
                </a:ext>
              </a:extLst>
            </p:cNvPr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7" name="Google Shape;9167;p34">
              <a:extLst>
                <a:ext uri="{FF2B5EF4-FFF2-40B4-BE49-F238E27FC236}">
                  <a16:creationId xmlns:a16="http://schemas.microsoft.com/office/drawing/2014/main" id="{E018A03D-FBA0-901A-1E82-57FC3CD010B9}"/>
                </a:ext>
              </a:extLst>
            </p:cNvPr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8" name="Google Shape;9168;p34">
              <a:extLst>
                <a:ext uri="{FF2B5EF4-FFF2-40B4-BE49-F238E27FC236}">
                  <a16:creationId xmlns:a16="http://schemas.microsoft.com/office/drawing/2014/main" id="{96E3F8E5-6DED-02B0-C4C1-4B7D8685ABB0}"/>
                </a:ext>
              </a:extLst>
            </p:cNvPr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9" name="Google Shape;9169;p34">
              <a:extLst>
                <a:ext uri="{FF2B5EF4-FFF2-40B4-BE49-F238E27FC236}">
                  <a16:creationId xmlns:a16="http://schemas.microsoft.com/office/drawing/2014/main" id="{C82F3535-8D10-3CB1-251A-CE668726B1B8}"/>
                </a:ext>
              </a:extLst>
            </p:cNvPr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0" name="Google Shape;9170;p34">
              <a:extLst>
                <a:ext uri="{FF2B5EF4-FFF2-40B4-BE49-F238E27FC236}">
                  <a16:creationId xmlns:a16="http://schemas.microsoft.com/office/drawing/2014/main" id="{58C07F7B-CED9-BC28-2B6F-65DCC2F58231}"/>
                </a:ext>
              </a:extLst>
            </p:cNvPr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1" name="Google Shape;9171;p34">
              <a:extLst>
                <a:ext uri="{FF2B5EF4-FFF2-40B4-BE49-F238E27FC236}">
                  <a16:creationId xmlns:a16="http://schemas.microsoft.com/office/drawing/2014/main" id="{31F8265C-2DDA-3680-0789-EAA8BBDBC267}"/>
                </a:ext>
              </a:extLst>
            </p:cNvPr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2" name="Google Shape;9172;p34">
              <a:extLst>
                <a:ext uri="{FF2B5EF4-FFF2-40B4-BE49-F238E27FC236}">
                  <a16:creationId xmlns:a16="http://schemas.microsoft.com/office/drawing/2014/main" id="{9B654815-BE99-773C-2575-A7D6B2F4754B}"/>
                </a:ext>
              </a:extLst>
            </p:cNvPr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3" name="Google Shape;9173;p34">
              <a:extLst>
                <a:ext uri="{FF2B5EF4-FFF2-40B4-BE49-F238E27FC236}">
                  <a16:creationId xmlns:a16="http://schemas.microsoft.com/office/drawing/2014/main" id="{513D7C54-9236-8584-383E-C4975E2B959E}"/>
                </a:ext>
              </a:extLst>
            </p:cNvPr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4" name="Google Shape;9174;p34">
              <a:extLst>
                <a:ext uri="{FF2B5EF4-FFF2-40B4-BE49-F238E27FC236}">
                  <a16:creationId xmlns:a16="http://schemas.microsoft.com/office/drawing/2014/main" id="{4BB5DDB6-291D-2EE4-3555-AF86C5E55F32}"/>
                </a:ext>
              </a:extLst>
            </p:cNvPr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5" name="Google Shape;9175;p34">
              <a:extLst>
                <a:ext uri="{FF2B5EF4-FFF2-40B4-BE49-F238E27FC236}">
                  <a16:creationId xmlns:a16="http://schemas.microsoft.com/office/drawing/2014/main" id="{7C544EF5-CFC4-86CE-715B-EBF5BB5AA756}"/>
                </a:ext>
              </a:extLst>
            </p:cNvPr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6" name="Google Shape;9176;p34">
              <a:extLst>
                <a:ext uri="{FF2B5EF4-FFF2-40B4-BE49-F238E27FC236}">
                  <a16:creationId xmlns:a16="http://schemas.microsoft.com/office/drawing/2014/main" id="{FDCF14FF-3901-54FC-DB98-D70FF1988494}"/>
                </a:ext>
              </a:extLst>
            </p:cNvPr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7" name="Google Shape;9177;p34">
              <a:extLst>
                <a:ext uri="{FF2B5EF4-FFF2-40B4-BE49-F238E27FC236}">
                  <a16:creationId xmlns:a16="http://schemas.microsoft.com/office/drawing/2014/main" id="{30CA6053-EFA1-132B-479D-67788B52D9B8}"/>
                </a:ext>
              </a:extLst>
            </p:cNvPr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8" name="Google Shape;9178;p34">
              <a:extLst>
                <a:ext uri="{FF2B5EF4-FFF2-40B4-BE49-F238E27FC236}">
                  <a16:creationId xmlns:a16="http://schemas.microsoft.com/office/drawing/2014/main" id="{CC1880B8-FDD0-87B6-F5A0-4C73E904A0B9}"/>
                </a:ext>
              </a:extLst>
            </p:cNvPr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9" name="Google Shape;9179;p34">
              <a:extLst>
                <a:ext uri="{FF2B5EF4-FFF2-40B4-BE49-F238E27FC236}">
                  <a16:creationId xmlns:a16="http://schemas.microsoft.com/office/drawing/2014/main" id="{EE3EB7C4-54A8-13E2-7E76-1666662D38AC}"/>
                </a:ext>
              </a:extLst>
            </p:cNvPr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0" name="Google Shape;9180;p34">
              <a:extLst>
                <a:ext uri="{FF2B5EF4-FFF2-40B4-BE49-F238E27FC236}">
                  <a16:creationId xmlns:a16="http://schemas.microsoft.com/office/drawing/2014/main" id="{16395C0C-5AEE-7565-930D-744A8D01B9C6}"/>
                </a:ext>
              </a:extLst>
            </p:cNvPr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1" name="Google Shape;9181;p34">
              <a:extLst>
                <a:ext uri="{FF2B5EF4-FFF2-40B4-BE49-F238E27FC236}">
                  <a16:creationId xmlns:a16="http://schemas.microsoft.com/office/drawing/2014/main" id="{C5CB1D35-6EAD-4E7B-0A66-1137F26A82FE}"/>
                </a:ext>
              </a:extLst>
            </p:cNvPr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2" name="Google Shape;9182;p34">
              <a:extLst>
                <a:ext uri="{FF2B5EF4-FFF2-40B4-BE49-F238E27FC236}">
                  <a16:creationId xmlns:a16="http://schemas.microsoft.com/office/drawing/2014/main" id="{779EE8AF-16F5-1613-0EDB-EB08ACD4A437}"/>
                </a:ext>
              </a:extLst>
            </p:cNvPr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3" name="Google Shape;9183;p34">
              <a:extLst>
                <a:ext uri="{FF2B5EF4-FFF2-40B4-BE49-F238E27FC236}">
                  <a16:creationId xmlns:a16="http://schemas.microsoft.com/office/drawing/2014/main" id="{DFEE5CA7-1122-72EF-523B-D9871C2611D5}"/>
                </a:ext>
              </a:extLst>
            </p:cNvPr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4" name="Google Shape;9184;p34">
              <a:extLst>
                <a:ext uri="{FF2B5EF4-FFF2-40B4-BE49-F238E27FC236}">
                  <a16:creationId xmlns:a16="http://schemas.microsoft.com/office/drawing/2014/main" id="{DB3FD98D-128D-0B76-6FC0-415948C663D8}"/>
                </a:ext>
              </a:extLst>
            </p:cNvPr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5" name="Google Shape;9185;p34">
              <a:extLst>
                <a:ext uri="{FF2B5EF4-FFF2-40B4-BE49-F238E27FC236}">
                  <a16:creationId xmlns:a16="http://schemas.microsoft.com/office/drawing/2014/main" id="{C8673A14-00CC-6D5F-1DD0-61B0CD06E4F5}"/>
                </a:ext>
              </a:extLst>
            </p:cNvPr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6" name="Google Shape;9186;p34">
              <a:extLst>
                <a:ext uri="{FF2B5EF4-FFF2-40B4-BE49-F238E27FC236}">
                  <a16:creationId xmlns:a16="http://schemas.microsoft.com/office/drawing/2014/main" id="{E7E39C37-DA31-32BD-A38B-5E4F3E341429}"/>
                </a:ext>
              </a:extLst>
            </p:cNvPr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7" name="Google Shape;9187;p34">
              <a:extLst>
                <a:ext uri="{FF2B5EF4-FFF2-40B4-BE49-F238E27FC236}">
                  <a16:creationId xmlns:a16="http://schemas.microsoft.com/office/drawing/2014/main" id="{E35098AE-D554-2E73-3D1E-30D6F694832B}"/>
                </a:ext>
              </a:extLst>
            </p:cNvPr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8" name="Google Shape;9188;p34">
              <a:extLst>
                <a:ext uri="{FF2B5EF4-FFF2-40B4-BE49-F238E27FC236}">
                  <a16:creationId xmlns:a16="http://schemas.microsoft.com/office/drawing/2014/main" id="{42882854-49E4-3598-385C-327F1B637236}"/>
                </a:ext>
              </a:extLst>
            </p:cNvPr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9" name="Google Shape;9189;p34">
              <a:extLst>
                <a:ext uri="{FF2B5EF4-FFF2-40B4-BE49-F238E27FC236}">
                  <a16:creationId xmlns:a16="http://schemas.microsoft.com/office/drawing/2014/main" id="{790A1474-66FA-F11D-40E5-EEE2A2617971}"/>
                </a:ext>
              </a:extLst>
            </p:cNvPr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0" name="Google Shape;9190;p34">
              <a:extLst>
                <a:ext uri="{FF2B5EF4-FFF2-40B4-BE49-F238E27FC236}">
                  <a16:creationId xmlns:a16="http://schemas.microsoft.com/office/drawing/2014/main" id="{35C5106B-0AFD-1660-E42C-D190749A585C}"/>
                </a:ext>
              </a:extLst>
            </p:cNvPr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1" name="Google Shape;9191;p34">
              <a:extLst>
                <a:ext uri="{FF2B5EF4-FFF2-40B4-BE49-F238E27FC236}">
                  <a16:creationId xmlns:a16="http://schemas.microsoft.com/office/drawing/2014/main" id="{27B93FD1-4931-2226-7021-627804683A94}"/>
                </a:ext>
              </a:extLst>
            </p:cNvPr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2" name="Google Shape;9192;p34">
              <a:extLst>
                <a:ext uri="{FF2B5EF4-FFF2-40B4-BE49-F238E27FC236}">
                  <a16:creationId xmlns:a16="http://schemas.microsoft.com/office/drawing/2014/main" id="{4BD6609D-5294-F6F1-0C25-FFEF7FC7A456}"/>
                </a:ext>
              </a:extLst>
            </p:cNvPr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3" name="Google Shape;9193;p34">
              <a:extLst>
                <a:ext uri="{FF2B5EF4-FFF2-40B4-BE49-F238E27FC236}">
                  <a16:creationId xmlns:a16="http://schemas.microsoft.com/office/drawing/2014/main" id="{3D20F876-93BF-7D63-2B0B-9201B6EAE846}"/>
                </a:ext>
              </a:extLst>
            </p:cNvPr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4" name="Google Shape;9194;p34">
              <a:extLst>
                <a:ext uri="{FF2B5EF4-FFF2-40B4-BE49-F238E27FC236}">
                  <a16:creationId xmlns:a16="http://schemas.microsoft.com/office/drawing/2014/main" id="{F6A4FDA3-C96D-CDB6-E3EC-0C60BDCE962E}"/>
                </a:ext>
              </a:extLst>
            </p:cNvPr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5" name="Google Shape;9195;p34">
              <a:extLst>
                <a:ext uri="{FF2B5EF4-FFF2-40B4-BE49-F238E27FC236}">
                  <a16:creationId xmlns:a16="http://schemas.microsoft.com/office/drawing/2014/main" id="{AAD6EDBA-34DA-8F0F-6A45-8457FF129E3C}"/>
                </a:ext>
              </a:extLst>
            </p:cNvPr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6" name="Google Shape;9196;p34">
              <a:extLst>
                <a:ext uri="{FF2B5EF4-FFF2-40B4-BE49-F238E27FC236}">
                  <a16:creationId xmlns:a16="http://schemas.microsoft.com/office/drawing/2014/main" id="{76F60E59-DAAE-B799-7A40-3FAABE55CB9E}"/>
                </a:ext>
              </a:extLst>
            </p:cNvPr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7" name="Google Shape;9197;p34">
              <a:extLst>
                <a:ext uri="{FF2B5EF4-FFF2-40B4-BE49-F238E27FC236}">
                  <a16:creationId xmlns:a16="http://schemas.microsoft.com/office/drawing/2014/main" id="{9A9EA05D-CC19-F343-B7A3-B643560C1B21}"/>
                </a:ext>
              </a:extLst>
            </p:cNvPr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8" name="Google Shape;9198;p34">
              <a:extLst>
                <a:ext uri="{FF2B5EF4-FFF2-40B4-BE49-F238E27FC236}">
                  <a16:creationId xmlns:a16="http://schemas.microsoft.com/office/drawing/2014/main" id="{5C12A727-3D31-22EF-0BF9-2ABF19AA0FBC}"/>
                </a:ext>
              </a:extLst>
            </p:cNvPr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9" name="Google Shape;9199;p34">
              <a:extLst>
                <a:ext uri="{FF2B5EF4-FFF2-40B4-BE49-F238E27FC236}">
                  <a16:creationId xmlns:a16="http://schemas.microsoft.com/office/drawing/2014/main" id="{3B6C64DF-EA6E-FC34-84A2-F0A9E38FB822}"/>
                </a:ext>
              </a:extLst>
            </p:cNvPr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0" name="Google Shape;9200;p34">
              <a:extLst>
                <a:ext uri="{FF2B5EF4-FFF2-40B4-BE49-F238E27FC236}">
                  <a16:creationId xmlns:a16="http://schemas.microsoft.com/office/drawing/2014/main" id="{E3BFAAD5-A8D9-9573-2CC7-0242E7C9FA3D}"/>
                </a:ext>
              </a:extLst>
            </p:cNvPr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1" name="Google Shape;9201;p34">
              <a:extLst>
                <a:ext uri="{FF2B5EF4-FFF2-40B4-BE49-F238E27FC236}">
                  <a16:creationId xmlns:a16="http://schemas.microsoft.com/office/drawing/2014/main" id="{52E4269D-A5DC-01AD-2A8B-65311807CD79}"/>
                </a:ext>
              </a:extLst>
            </p:cNvPr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2" name="Google Shape;9202;p34">
              <a:extLst>
                <a:ext uri="{FF2B5EF4-FFF2-40B4-BE49-F238E27FC236}">
                  <a16:creationId xmlns:a16="http://schemas.microsoft.com/office/drawing/2014/main" id="{702BA903-6405-9026-BDC4-794357D1D316}"/>
                </a:ext>
              </a:extLst>
            </p:cNvPr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3" name="Google Shape;9203;p34">
              <a:extLst>
                <a:ext uri="{FF2B5EF4-FFF2-40B4-BE49-F238E27FC236}">
                  <a16:creationId xmlns:a16="http://schemas.microsoft.com/office/drawing/2014/main" id="{DF03B733-5A09-84BF-2656-56D126456C4A}"/>
                </a:ext>
              </a:extLst>
            </p:cNvPr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4" name="Google Shape;9204;p34">
              <a:extLst>
                <a:ext uri="{FF2B5EF4-FFF2-40B4-BE49-F238E27FC236}">
                  <a16:creationId xmlns:a16="http://schemas.microsoft.com/office/drawing/2014/main" id="{74A7FB9C-600C-AC73-6AB9-80E5B6E80AB2}"/>
                </a:ext>
              </a:extLst>
            </p:cNvPr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5" name="Google Shape;9205;p34">
              <a:extLst>
                <a:ext uri="{FF2B5EF4-FFF2-40B4-BE49-F238E27FC236}">
                  <a16:creationId xmlns:a16="http://schemas.microsoft.com/office/drawing/2014/main" id="{4538AF39-F830-940E-77E5-B9C897303309}"/>
                </a:ext>
              </a:extLst>
            </p:cNvPr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6" name="Google Shape;9206;p34">
              <a:extLst>
                <a:ext uri="{FF2B5EF4-FFF2-40B4-BE49-F238E27FC236}">
                  <a16:creationId xmlns:a16="http://schemas.microsoft.com/office/drawing/2014/main" id="{B415414F-E60B-6B94-F3DB-584FDCC07BFF}"/>
                </a:ext>
              </a:extLst>
            </p:cNvPr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7" name="Google Shape;9207;p34">
              <a:extLst>
                <a:ext uri="{FF2B5EF4-FFF2-40B4-BE49-F238E27FC236}">
                  <a16:creationId xmlns:a16="http://schemas.microsoft.com/office/drawing/2014/main" id="{6E02B71B-062A-6737-2C12-A28A7C327C57}"/>
                </a:ext>
              </a:extLst>
            </p:cNvPr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8" name="Google Shape;9208;p34">
              <a:extLst>
                <a:ext uri="{FF2B5EF4-FFF2-40B4-BE49-F238E27FC236}">
                  <a16:creationId xmlns:a16="http://schemas.microsoft.com/office/drawing/2014/main" id="{E91F8AE8-CA85-4B10-5526-CB1D35D88BC4}"/>
                </a:ext>
              </a:extLst>
            </p:cNvPr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9" name="Google Shape;9209;p34">
              <a:extLst>
                <a:ext uri="{FF2B5EF4-FFF2-40B4-BE49-F238E27FC236}">
                  <a16:creationId xmlns:a16="http://schemas.microsoft.com/office/drawing/2014/main" id="{E19F9A1C-AC67-B8F3-A280-60D5EA236FC3}"/>
                </a:ext>
              </a:extLst>
            </p:cNvPr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0" name="Google Shape;9210;p34">
              <a:extLst>
                <a:ext uri="{FF2B5EF4-FFF2-40B4-BE49-F238E27FC236}">
                  <a16:creationId xmlns:a16="http://schemas.microsoft.com/office/drawing/2014/main" id="{20B08485-E857-220D-DFE1-3A36D45160C9}"/>
                </a:ext>
              </a:extLst>
            </p:cNvPr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1" name="Google Shape;9211;p34">
              <a:extLst>
                <a:ext uri="{FF2B5EF4-FFF2-40B4-BE49-F238E27FC236}">
                  <a16:creationId xmlns:a16="http://schemas.microsoft.com/office/drawing/2014/main" id="{BBD721E8-F80C-48A0-5B02-62904CFE6301}"/>
                </a:ext>
              </a:extLst>
            </p:cNvPr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2" name="Google Shape;9212;p34">
              <a:extLst>
                <a:ext uri="{FF2B5EF4-FFF2-40B4-BE49-F238E27FC236}">
                  <a16:creationId xmlns:a16="http://schemas.microsoft.com/office/drawing/2014/main" id="{FCC777B5-494F-B953-C0F1-B47AEA97636F}"/>
                </a:ext>
              </a:extLst>
            </p:cNvPr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3" name="Google Shape;9213;p34">
              <a:extLst>
                <a:ext uri="{FF2B5EF4-FFF2-40B4-BE49-F238E27FC236}">
                  <a16:creationId xmlns:a16="http://schemas.microsoft.com/office/drawing/2014/main" id="{8FCACB1B-57B1-8EE1-6BCA-6DCA63201768}"/>
                </a:ext>
              </a:extLst>
            </p:cNvPr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4" name="Google Shape;9214;p34">
              <a:extLst>
                <a:ext uri="{FF2B5EF4-FFF2-40B4-BE49-F238E27FC236}">
                  <a16:creationId xmlns:a16="http://schemas.microsoft.com/office/drawing/2014/main" id="{DEB5987F-2738-3A76-110D-46CE9D5C6F6F}"/>
                </a:ext>
              </a:extLst>
            </p:cNvPr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5" name="Google Shape;9215;p34">
              <a:extLst>
                <a:ext uri="{FF2B5EF4-FFF2-40B4-BE49-F238E27FC236}">
                  <a16:creationId xmlns:a16="http://schemas.microsoft.com/office/drawing/2014/main" id="{E4E3C4C8-E0E0-083C-07E7-327C9E1448B6}"/>
                </a:ext>
              </a:extLst>
            </p:cNvPr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6" name="Google Shape;9216;p34">
              <a:extLst>
                <a:ext uri="{FF2B5EF4-FFF2-40B4-BE49-F238E27FC236}">
                  <a16:creationId xmlns:a16="http://schemas.microsoft.com/office/drawing/2014/main" id="{B0DD8E7C-DB09-13B4-7967-D6DE29446EDF}"/>
                </a:ext>
              </a:extLst>
            </p:cNvPr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7" name="Google Shape;9217;p34">
              <a:extLst>
                <a:ext uri="{FF2B5EF4-FFF2-40B4-BE49-F238E27FC236}">
                  <a16:creationId xmlns:a16="http://schemas.microsoft.com/office/drawing/2014/main" id="{55990AEC-9701-5CDF-B648-287B0387849C}"/>
                </a:ext>
              </a:extLst>
            </p:cNvPr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8" name="Google Shape;9218;p34">
              <a:extLst>
                <a:ext uri="{FF2B5EF4-FFF2-40B4-BE49-F238E27FC236}">
                  <a16:creationId xmlns:a16="http://schemas.microsoft.com/office/drawing/2014/main" id="{6ED98F05-9D03-0848-67E3-7557EADBF34F}"/>
                </a:ext>
              </a:extLst>
            </p:cNvPr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9" name="Google Shape;9219;p34">
              <a:extLst>
                <a:ext uri="{FF2B5EF4-FFF2-40B4-BE49-F238E27FC236}">
                  <a16:creationId xmlns:a16="http://schemas.microsoft.com/office/drawing/2014/main" id="{ED434851-0F44-6FA6-4EAC-E248F8131585}"/>
                </a:ext>
              </a:extLst>
            </p:cNvPr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0" name="Google Shape;9220;p34">
              <a:extLst>
                <a:ext uri="{FF2B5EF4-FFF2-40B4-BE49-F238E27FC236}">
                  <a16:creationId xmlns:a16="http://schemas.microsoft.com/office/drawing/2014/main" id="{D58D9CCC-A886-1D25-43B2-AF19D94C14C6}"/>
                </a:ext>
              </a:extLst>
            </p:cNvPr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1" name="Google Shape;9221;p34">
              <a:extLst>
                <a:ext uri="{FF2B5EF4-FFF2-40B4-BE49-F238E27FC236}">
                  <a16:creationId xmlns:a16="http://schemas.microsoft.com/office/drawing/2014/main" id="{19038487-8F2E-C460-54DE-F05802741C7F}"/>
                </a:ext>
              </a:extLst>
            </p:cNvPr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2" name="Google Shape;9222;p34">
              <a:extLst>
                <a:ext uri="{FF2B5EF4-FFF2-40B4-BE49-F238E27FC236}">
                  <a16:creationId xmlns:a16="http://schemas.microsoft.com/office/drawing/2014/main" id="{78DA09CD-CE37-3654-2859-3AB5B3CB4DCC}"/>
                </a:ext>
              </a:extLst>
            </p:cNvPr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3" name="Google Shape;9223;p34">
              <a:extLst>
                <a:ext uri="{FF2B5EF4-FFF2-40B4-BE49-F238E27FC236}">
                  <a16:creationId xmlns:a16="http://schemas.microsoft.com/office/drawing/2014/main" id="{E4000F40-AB53-580D-B6A7-4FED5164AD2E}"/>
                </a:ext>
              </a:extLst>
            </p:cNvPr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4" name="Google Shape;9224;p34">
              <a:extLst>
                <a:ext uri="{FF2B5EF4-FFF2-40B4-BE49-F238E27FC236}">
                  <a16:creationId xmlns:a16="http://schemas.microsoft.com/office/drawing/2014/main" id="{CF7F0641-C091-BF34-5084-F498165868DF}"/>
                </a:ext>
              </a:extLst>
            </p:cNvPr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5" name="Google Shape;9225;p34">
              <a:extLst>
                <a:ext uri="{FF2B5EF4-FFF2-40B4-BE49-F238E27FC236}">
                  <a16:creationId xmlns:a16="http://schemas.microsoft.com/office/drawing/2014/main" id="{9C9B38A9-7F1E-0DDD-3BDB-1B35B9C80F3F}"/>
                </a:ext>
              </a:extLst>
            </p:cNvPr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6" name="Google Shape;9226;p34">
              <a:extLst>
                <a:ext uri="{FF2B5EF4-FFF2-40B4-BE49-F238E27FC236}">
                  <a16:creationId xmlns:a16="http://schemas.microsoft.com/office/drawing/2014/main" id="{DE644712-5E0B-BE58-C4E0-2A847ACED0E7}"/>
                </a:ext>
              </a:extLst>
            </p:cNvPr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7" name="Google Shape;9227;p34">
              <a:extLst>
                <a:ext uri="{FF2B5EF4-FFF2-40B4-BE49-F238E27FC236}">
                  <a16:creationId xmlns:a16="http://schemas.microsoft.com/office/drawing/2014/main" id="{57CE315B-583C-CF1C-CEAE-FB2F412C8015}"/>
                </a:ext>
              </a:extLst>
            </p:cNvPr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8" name="Google Shape;9228;p34">
              <a:extLst>
                <a:ext uri="{FF2B5EF4-FFF2-40B4-BE49-F238E27FC236}">
                  <a16:creationId xmlns:a16="http://schemas.microsoft.com/office/drawing/2014/main" id="{4B846D85-75CD-0B5C-4262-A47B818AF111}"/>
                </a:ext>
              </a:extLst>
            </p:cNvPr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9" name="Google Shape;9229;p34">
              <a:extLst>
                <a:ext uri="{FF2B5EF4-FFF2-40B4-BE49-F238E27FC236}">
                  <a16:creationId xmlns:a16="http://schemas.microsoft.com/office/drawing/2014/main" id="{BA74BA37-9B87-90EA-CA4F-30A50269641B}"/>
                </a:ext>
              </a:extLst>
            </p:cNvPr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0" name="Google Shape;9230;p34">
              <a:extLst>
                <a:ext uri="{FF2B5EF4-FFF2-40B4-BE49-F238E27FC236}">
                  <a16:creationId xmlns:a16="http://schemas.microsoft.com/office/drawing/2014/main" id="{533D0596-3214-8067-B4D1-8ABC62D04262}"/>
                </a:ext>
              </a:extLst>
            </p:cNvPr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1" name="Google Shape;9231;p34">
              <a:extLst>
                <a:ext uri="{FF2B5EF4-FFF2-40B4-BE49-F238E27FC236}">
                  <a16:creationId xmlns:a16="http://schemas.microsoft.com/office/drawing/2014/main" id="{4AEAA0D3-036F-3E5E-CA69-A3A8ACBBB164}"/>
                </a:ext>
              </a:extLst>
            </p:cNvPr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2" name="Google Shape;9232;p34">
              <a:extLst>
                <a:ext uri="{FF2B5EF4-FFF2-40B4-BE49-F238E27FC236}">
                  <a16:creationId xmlns:a16="http://schemas.microsoft.com/office/drawing/2014/main" id="{85076AA0-5B57-50B8-54F4-07E38FB954DF}"/>
                </a:ext>
              </a:extLst>
            </p:cNvPr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3" name="Google Shape;9233;p34">
              <a:extLst>
                <a:ext uri="{FF2B5EF4-FFF2-40B4-BE49-F238E27FC236}">
                  <a16:creationId xmlns:a16="http://schemas.microsoft.com/office/drawing/2014/main" id="{DC111812-BE9A-5687-5F30-7301976167DA}"/>
                </a:ext>
              </a:extLst>
            </p:cNvPr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4" name="Google Shape;9234;p34">
              <a:extLst>
                <a:ext uri="{FF2B5EF4-FFF2-40B4-BE49-F238E27FC236}">
                  <a16:creationId xmlns:a16="http://schemas.microsoft.com/office/drawing/2014/main" id="{E256E64C-D042-CE78-CBE3-3E8C37ABD458}"/>
                </a:ext>
              </a:extLst>
            </p:cNvPr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5" name="Google Shape;9235;p34">
              <a:extLst>
                <a:ext uri="{FF2B5EF4-FFF2-40B4-BE49-F238E27FC236}">
                  <a16:creationId xmlns:a16="http://schemas.microsoft.com/office/drawing/2014/main" id="{B408071B-2E7C-9B8E-1CC4-7154E4B6B518}"/>
                </a:ext>
              </a:extLst>
            </p:cNvPr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6" name="Google Shape;9236;p34">
              <a:extLst>
                <a:ext uri="{FF2B5EF4-FFF2-40B4-BE49-F238E27FC236}">
                  <a16:creationId xmlns:a16="http://schemas.microsoft.com/office/drawing/2014/main" id="{93E73722-BD08-1FEE-51F2-6EC689D542EA}"/>
                </a:ext>
              </a:extLst>
            </p:cNvPr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7" name="Google Shape;9237;p34">
              <a:extLst>
                <a:ext uri="{FF2B5EF4-FFF2-40B4-BE49-F238E27FC236}">
                  <a16:creationId xmlns:a16="http://schemas.microsoft.com/office/drawing/2014/main" id="{2A23C3DA-7EF2-8F99-CDC7-6551902177DC}"/>
                </a:ext>
              </a:extLst>
            </p:cNvPr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8" name="Google Shape;9238;p34">
              <a:extLst>
                <a:ext uri="{FF2B5EF4-FFF2-40B4-BE49-F238E27FC236}">
                  <a16:creationId xmlns:a16="http://schemas.microsoft.com/office/drawing/2014/main" id="{14D585B8-21D6-6EBE-661D-792B87B2957B}"/>
                </a:ext>
              </a:extLst>
            </p:cNvPr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9" name="Google Shape;9239;p34">
              <a:extLst>
                <a:ext uri="{FF2B5EF4-FFF2-40B4-BE49-F238E27FC236}">
                  <a16:creationId xmlns:a16="http://schemas.microsoft.com/office/drawing/2014/main" id="{CBE47B79-3EC2-7EA5-EADD-CDC387BB75E2}"/>
                </a:ext>
              </a:extLst>
            </p:cNvPr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0" name="Google Shape;9240;p34">
              <a:extLst>
                <a:ext uri="{FF2B5EF4-FFF2-40B4-BE49-F238E27FC236}">
                  <a16:creationId xmlns:a16="http://schemas.microsoft.com/office/drawing/2014/main" id="{D995A81C-BF8A-4ACF-A39F-5A2A0F2BEB5B}"/>
                </a:ext>
              </a:extLst>
            </p:cNvPr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1" name="Google Shape;9241;p34">
              <a:extLst>
                <a:ext uri="{FF2B5EF4-FFF2-40B4-BE49-F238E27FC236}">
                  <a16:creationId xmlns:a16="http://schemas.microsoft.com/office/drawing/2014/main" id="{38923506-0543-CDC8-A36B-F89360F107DE}"/>
                </a:ext>
              </a:extLst>
            </p:cNvPr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2" name="Google Shape;9242;p34">
              <a:extLst>
                <a:ext uri="{FF2B5EF4-FFF2-40B4-BE49-F238E27FC236}">
                  <a16:creationId xmlns:a16="http://schemas.microsoft.com/office/drawing/2014/main" id="{1B75F615-E0D1-559C-7467-6424EEE326C3}"/>
                </a:ext>
              </a:extLst>
            </p:cNvPr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3" name="Google Shape;9243;p34">
              <a:extLst>
                <a:ext uri="{FF2B5EF4-FFF2-40B4-BE49-F238E27FC236}">
                  <a16:creationId xmlns:a16="http://schemas.microsoft.com/office/drawing/2014/main" id="{97173869-78EF-EB17-35BE-CB030CC447E4}"/>
                </a:ext>
              </a:extLst>
            </p:cNvPr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4" name="Google Shape;9244;p34">
              <a:extLst>
                <a:ext uri="{FF2B5EF4-FFF2-40B4-BE49-F238E27FC236}">
                  <a16:creationId xmlns:a16="http://schemas.microsoft.com/office/drawing/2014/main" id="{B1D6E699-A455-2488-F76B-F0ED377820A2}"/>
                </a:ext>
              </a:extLst>
            </p:cNvPr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5" name="Google Shape;9245;p34">
              <a:extLst>
                <a:ext uri="{FF2B5EF4-FFF2-40B4-BE49-F238E27FC236}">
                  <a16:creationId xmlns:a16="http://schemas.microsoft.com/office/drawing/2014/main" id="{0F54D84F-482D-B56D-599C-A3E8EE687BA0}"/>
                </a:ext>
              </a:extLst>
            </p:cNvPr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6" name="Google Shape;9246;p34">
              <a:extLst>
                <a:ext uri="{FF2B5EF4-FFF2-40B4-BE49-F238E27FC236}">
                  <a16:creationId xmlns:a16="http://schemas.microsoft.com/office/drawing/2014/main" id="{A7C21E17-5B9B-EC5C-178C-289FDAF0DF3A}"/>
                </a:ext>
              </a:extLst>
            </p:cNvPr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7" name="Google Shape;9247;p34">
              <a:extLst>
                <a:ext uri="{FF2B5EF4-FFF2-40B4-BE49-F238E27FC236}">
                  <a16:creationId xmlns:a16="http://schemas.microsoft.com/office/drawing/2014/main" id="{1A0B584C-F78B-0D54-225F-811288959C55}"/>
                </a:ext>
              </a:extLst>
            </p:cNvPr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8" name="Google Shape;9248;p34">
              <a:extLst>
                <a:ext uri="{FF2B5EF4-FFF2-40B4-BE49-F238E27FC236}">
                  <a16:creationId xmlns:a16="http://schemas.microsoft.com/office/drawing/2014/main" id="{E58A55FD-45D6-A27A-F6C4-E703B5179A3D}"/>
                </a:ext>
              </a:extLst>
            </p:cNvPr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9" name="Google Shape;9249;p34">
              <a:extLst>
                <a:ext uri="{FF2B5EF4-FFF2-40B4-BE49-F238E27FC236}">
                  <a16:creationId xmlns:a16="http://schemas.microsoft.com/office/drawing/2014/main" id="{265B50C1-018B-89A9-8A4B-4723DB5A9D52}"/>
                </a:ext>
              </a:extLst>
            </p:cNvPr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0" name="Google Shape;9250;p34">
              <a:extLst>
                <a:ext uri="{FF2B5EF4-FFF2-40B4-BE49-F238E27FC236}">
                  <a16:creationId xmlns:a16="http://schemas.microsoft.com/office/drawing/2014/main" id="{0B4E4522-215F-3A29-6476-7ED0BB4CB90F}"/>
                </a:ext>
              </a:extLst>
            </p:cNvPr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1" name="Google Shape;9251;p34">
              <a:extLst>
                <a:ext uri="{FF2B5EF4-FFF2-40B4-BE49-F238E27FC236}">
                  <a16:creationId xmlns:a16="http://schemas.microsoft.com/office/drawing/2014/main" id="{DB241E59-F28C-A9CE-4906-2F9D7BC8EBFC}"/>
                </a:ext>
              </a:extLst>
            </p:cNvPr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2" name="Google Shape;9252;p34">
              <a:extLst>
                <a:ext uri="{FF2B5EF4-FFF2-40B4-BE49-F238E27FC236}">
                  <a16:creationId xmlns:a16="http://schemas.microsoft.com/office/drawing/2014/main" id="{EF9D91CF-5C37-4D9B-512B-30491956EB9B}"/>
                </a:ext>
              </a:extLst>
            </p:cNvPr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3" name="Google Shape;9253;p34">
              <a:extLst>
                <a:ext uri="{FF2B5EF4-FFF2-40B4-BE49-F238E27FC236}">
                  <a16:creationId xmlns:a16="http://schemas.microsoft.com/office/drawing/2014/main" id="{B1B677A0-A28E-08BE-076F-272EA4049D70}"/>
                </a:ext>
              </a:extLst>
            </p:cNvPr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4" name="Google Shape;9254;p34">
              <a:extLst>
                <a:ext uri="{FF2B5EF4-FFF2-40B4-BE49-F238E27FC236}">
                  <a16:creationId xmlns:a16="http://schemas.microsoft.com/office/drawing/2014/main" id="{9A5717DD-42E1-31DD-BCDC-2FEBA56B13D4}"/>
                </a:ext>
              </a:extLst>
            </p:cNvPr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5" name="Google Shape;9255;p34">
              <a:extLst>
                <a:ext uri="{FF2B5EF4-FFF2-40B4-BE49-F238E27FC236}">
                  <a16:creationId xmlns:a16="http://schemas.microsoft.com/office/drawing/2014/main" id="{CC4BEB76-C1B9-D90A-2909-9F770F3EBF91}"/>
                </a:ext>
              </a:extLst>
            </p:cNvPr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6" name="Google Shape;9256;p34">
              <a:extLst>
                <a:ext uri="{FF2B5EF4-FFF2-40B4-BE49-F238E27FC236}">
                  <a16:creationId xmlns:a16="http://schemas.microsoft.com/office/drawing/2014/main" id="{929F3A58-F4CF-EF99-A2EB-29D8D5196511}"/>
                </a:ext>
              </a:extLst>
            </p:cNvPr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7" name="Google Shape;9257;p34">
              <a:extLst>
                <a:ext uri="{FF2B5EF4-FFF2-40B4-BE49-F238E27FC236}">
                  <a16:creationId xmlns:a16="http://schemas.microsoft.com/office/drawing/2014/main" id="{779FAE15-0A81-9A43-6FD7-46E2D188991B}"/>
                </a:ext>
              </a:extLst>
            </p:cNvPr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8" name="Google Shape;9258;p34">
              <a:extLst>
                <a:ext uri="{FF2B5EF4-FFF2-40B4-BE49-F238E27FC236}">
                  <a16:creationId xmlns:a16="http://schemas.microsoft.com/office/drawing/2014/main" id="{EDCD3DB5-5314-4AE8-A4E0-8A8C986EF326}"/>
                </a:ext>
              </a:extLst>
            </p:cNvPr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9" name="Google Shape;9259;p34">
              <a:extLst>
                <a:ext uri="{FF2B5EF4-FFF2-40B4-BE49-F238E27FC236}">
                  <a16:creationId xmlns:a16="http://schemas.microsoft.com/office/drawing/2014/main" id="{3C17ACC5-C53E-060A-0FF6-AC5587BEE7E5}"/>
                </a:ext>
              </a:extLst>
            </p:cNvPr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0" name="Google Shape;9260;p34">
              <a:extLst>
                <a:ext uri="{FF2B5EF4-FFF2-40B4-BE49-F238E27FC236}">
                  <a16:creationId xmlns:a16="http://schemas.microsoft.com/office/drawing/2014/main" id="{04FEEA26-9BE0-68DB-486B-6B82FBE94343}"/>
                </a:ext>
              </a:extLst>
            </p:cNvPr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1" name="Google Shape;9261;p34">
              <a:extLst>
                <a:ext uri="{FF2B5EF4-FFF2-40B4-BE49-F238E27FC236}">
                  <a16:creationId xmlns:a16="http://schemas.microsoft.com/office/drawing/2014/main" id="{31E7C881-0DAB-C01F-DFB1-9B2B717F45AC}"/>
                </a:ext>
              </a:extLst>
            </p:cNvPr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2" name="Google Shape;9262;p34">
              <a:extLst>
                <a:ext uri="{FF2B5EF4-FFF2-40B4-BE49-F238E27FC236}">
                  <a16:creationId xmlns:a16="http://schemas.microsoft.com/office/drawing/2014/main" id="{8BD62B3E-4041-9FA4-D6AE-94EA03F33EFB}"/>
                </a:ext>
              </a:extLst>
            </p:cNvPr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3" name="Google Shape;9263;p34">
              <a:extLst>
                <a:ext uri="{FF2B5EF4-FFF2-40B4-BE49-F238E27FC236}">
                  <a16:creationId xmlns:a16="http://schemas.microsoft.com/office/drawing/2014/main" id="{A53D62E9-79E4-0533-B83C-F97C0F96D642}"/>
                </a:ext>
              </a:extLst>
            </p:cNvPr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4" name="Google Shape;9264;p34">
              <a:extLst>
                <a:ext uri="{FF2B5EF4-FFF2-40B4-BE49-F238E27FC236}">
                  <a16:creationId xmlns:a16="http://schemas.microsoft.com/office/drawing/2014/main" id="{301371AF-8E1C-EC95-E7CA-EC27D04D2C54}"/>
                </a:ext>
              </a:extLst>
            </p:cNvPr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5" name="Google Shape;9265;p34">
              <a:extLst>
                <a:ext uri="{FF2B5EF4-FFF2-40B4-BE49-F238E27FC236}">
                  <a16:creationId xmlns:a16="http://schemas.microsoft.com/office/drawing/2014/main" id="{988868B8-6F82-AE33-7396-B5652C00BF39}"/>
                </a:ext>
              </a:extLst>
            </p:cNvPr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6" name="Google Shape;9266;p34">
              <a:extLst>
                <a:ext uri="{FF2B5EF4-FFF2-40B4-BE49-F238E27FC236}">
                  <a16:creationId xmlns:a16="http://schemas.microsoft.com/office/drawing/2014/main" id="{68EA5F05-1F9A-710B-C383-6BCDF570291E}"/>
                </a:ext>
              </a:extLst>
            </p:cNvPr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7" name="Google Shape;9267;p34">
              <a:extLst>
                <a:ext uri="{FF2B5EF4-FFF2-40B4-BE49-F238E27FC236}">
                  <a16:creationId xmlns:a16="http://schemas.microsoft.com/office/drawing/2014/main" id="{72B3DB12-62C8-3FC4-FCF5-AB8C42BC0083}"/>
                </a:ext>
              </a:extLst>
            </p:cNvPr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8" name="Google Shape;9268;p34">
              <a:extLst>
                <a:ext uri="{FF2B5EF4-FFF2-40B4-BE49-F238E27FC236}">
                  <a16:creationId xmlns:a16="http://schemas.microsoft.com/office/drawing/2014/main" id="{A054FC12-8C02-6153-FC04-11F3003A02A9}"/>
                </a:ext>
              </a:extLst>
            </p:cNvPr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9" name="Google Shape;9269;p34">
              <a:extLst>
                <a:ext uri="{FF2B5EF4-FFF2-40B4-BE49-F238E27FC236}">
                  <a16:creationId xmlns:a16="http://schemas.microsoft.com/office/drawing/2014/main" id="{17B33B0B-BD0D-79B7-9135-B3E0CDBB3F66}"/>
                </a:ext>
              </a:extLst>
            </p:cNvPr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0" name="Google Shape;9270;p34">
              <a:extLst>
                <a:ext uri="{FF2B5EF4-FFF2-40B4-BE49-F238E27FC236}">
                  <a16:creationId xmlns:a16="http://schemas.microsoft.com/office/drawing/2014/main" id="{4D492F31-8E1B-AC9D-28A4-86044B3BB8BF}"/>
                </a:ext>
              </a:extLst>
            </p:cNvPr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1" name="Google Shape;9271;p34">
              <a:extLst>
                <a:ext uri="{FF2B5EF4-FFF2-40B4-BE49-F238E27FC236}">
                  <a16:creationId xmlns:a16="http://schemas.microsoft.com/office/drawing/2014/main" id="{A7831255-D451-E40A-9317-A366CF9BDF0D}"/>
                </a:ext>
              </a:extLst>
            </p:cNvPr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2" name="Google Shape;9272;p34">
              <a:extLst>
                <a:ext uri="{FF2B5EF4-FFF2-40B4-BE49-F238E27FC236}">
                  <a16:creationId xmlns:a16="http://schemas.microsoft.com/office/drawing/2014/main" id="{32D989B8-7797-08CE-17BD-B53D6BCA1634}"/>
                </a:ext>
              </a:extLst>
            </p:cNvPr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73" name="Google Shape;9273;p34">
            <a:extLst>
              <a:ext uri="{FF2B5EF4-FFF2-40B4-BE49-F238E27FC236}">
                <a16:creationId xmlns:a16="http://schemas.microsoft.com/office/drawing/2014/main" id="{8B7051C2-AA88-7A90-1F94-9D3C825D652C}"/>
              </a:ext>
            </a:extLst>
          </p:cNvPr>
          <p:cNvSpPr/>
          <p:nvPr/>
        </p:nvSpPr>
        <p:spPr>
          <a:xfrm>
            <a:off x="2285675" y="-373482"/>
            <a:ext cx="2053902" cy="2035379"/>
          </a:xfrm>
          <a:custGeom>
            <a:avLst/>
            <a:gdLst/>
            <a:ahLst/>
            <a:cxnLst/>
            <a:rect l="l" t="t" r="r" b="b"/>
            <a:pathLst>
              <a:path w="13466" h="13345" extrusionOk="0">
                <a:moveTo>
                  <a:pt x="6730" y="1257"/>
                </a:moveTo>
                <a:cubicBezTo>
                  <a:pt x="6762" y="1257"/>
                  <a:pt x="6793" y="1258"/>
                  <a:pt x="6825" y="1258"/>
                </a:cubicBezTo>
                <a:cubicBezTo>
                  <a:pt x="9818" y="1309"/>
                  <a:pt x="12199" y="3771"/>
                  <a:pt x="12147" y="6775"/>
                </a:cubicBezTo>
                <a:cubicBezTo>
                  <a:pt x="12097" y="9736"/>
                  <a:pt x="9686" y="12098"/>
                  <a:pt x="6737" y="12098"/>
                </a:cubicBezTo>
                <a:cubicBezTo>
                  <a:pt x="6705" y="12098"/>
                  <a:pt x="6673" y="12098"/>
                  <a:pt x="6641" y="12097"/>
                </a:cubicBezTo>
                <a:cubicBezTo>
                  <a:pt x="3647" y="12047"/>
                  <a:pt x="1257" y="9574"/>
                  <a:pt x="1308" y="6580"/>
                </a:cubicBezTo>
                <a:cubicBezTo>
                  <a:pt x="1359" y="3619"/>
                  <a:pt x="3779" y="1257"/>
                  <a:pt x="6730" y="1257"/>
                </a:cubicBezTo>
                <a:close/>
                <a:moveTo>
                  <a:pt x="6732" y="0"/>
                </a:moveTo>
                <a:cubicBezTo>
                  <a:pt x="3095" y="0"/>
                  <a:pt x="123" y="2920"/>
                  <a:pt x="62" y="6560"/>
                </a:cubicBezTo>
                <a:cubicBezTo>
                  <a:pt x="1" y="10248"/>
                  <a:pt x="2932" y="13282"/>
                  <a:pt x="6621" y="13344"/>
                </a:cubicBezTo>
                <a:cubicBezTo>
                  <a:pt x="6665" y="13344"/>
                  <a:pt x="6709" y="13345"/>
                  <a:pt x="6753" y="13345"/>
                </a:cubicBezTo>
                <a:cubicBezTo>
                  <a:pt x="10371" y="13345"/>
                  <a:pt x="13333" y="10429"/>
                  <a:pt x="13404" y="6795"/>
                </a:cubicBezTo>
                <a:cubicBezTo>
                  <a:pt x="13466" y="3107"/>
                  <a:pt x="10533" y="73"/>
                  <a:pt x="6846" y="1"/>
                </a:cubicBezTo>
                <a:cubicBezTo>
                  <a:pt x="6808" y="0"/>
                  <a:pt x="6770" y="0"/>
                  <a:pt x="67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74" name="Google Shape;9274;p34">
            <a:extLst>
              <a:ext uri="{FF2B5EF4-FFF2-40B4-BE49-F238E27FC236}">
                <a16:creationId xmlns:a16="http://schemas.microsoft.com/office/drawing/2014/main" id="{CF777B34-13F2-55D2-453B-2E78580D59DD}"/>
              </a:ext>
            </a:extLst>
          </p:cNvPr>
          <p:cNvGrpSpPr/>
          <p:nvPr/>
        </p:nvGrpSpPr>
        <p:grpSpPr>
          <a:xfrm>
            <a:off x="7885331" y="2952980"/>
            <a:ext cx="1090898" cy="1982465"/>
            <a:chOff x="2068900" y="2391075"/>
            <a:chExt cx="187475" cy="340700"/>
          </a:xfrm>
        </p:grpSpPr>
        <p:sp>
          <p:nvSpPr>
            <p:cNvPr id="9275" name="Google Shape;9275;p34">
              <a:extLst>
                <a:ext uri="{FF2B5EF4-FFF2-40B4-BE49-F238E27FC236}">
                  <a16:creationId xmlns:a16="http://schemas.microsoft.com/office/drawing/2014/main" id="{123EB721-8D1D-410D-CC17-3AD0C1161704}"/>
                </a:ext>
              </a:extLst>
            </p:cNvPr>
            <p:cNvSpPr/>
            <p:nvPr/>
          </p:nvSpPr>
          <p:spPr>
            <a:xfrm>
              <a:off x="2096750" y="2581350"/>
              <a:ext cx="124650" cy="84825"/>
            </a:xfrm>
            <a:custGeom>
              <a:avLst/>
              <a:gdLst/>
              <a:ahLst/>
              <a:cxnLst/>
              <a:rect l="l" t="t" r="r" b="b"/>
              <a:pathLst>
                <a:path w="4986" h="3393" extrusionOk="0">
                  <a:moveTo>
                    <a:pt x="633" y="0"/>
                  </a:moveTo>
                  <a:cubicBezTo>
                    <a:pt x="429" y="665"/>
                    <a:pt x="214" y="1339"/>
                    <a:pt x="0" y="1993"/>
                  </a:cubicBezTo>
                  <a:lnTo>
                    <a:pt x="30" y="2064"/>
                  </a:lnTo>
                  <a:cubicBezTo>
                    <a:pt x="1297" y="2913"/>
                    <a:pt x="2820" y="3372"/>
                    <a:pt x="4342" y="3392"/>
                  </a:cubicBezTo>
                  <a:cubicBezTo>
                    <a:pt x="4332" y="3383"/>
                    <a:pt x="4321" y="3372"/>
                    <a:pt x="4301" y="3362"/>
                  </a:cubicBezTo>
                  <a:cubicBezTo>
                    <a:pt x="4546" y="2688"/>
                    <a:pt x="4771" y="2014"/>
                    <a:pt x="4986" y="1339"/>
                  </a:cubicBezTo>
                  <a:cubicBezTo>
                    <a:pt x="3453" y="1278"/>
                    <a:pt x="1941" y="808"/>
                    <a:pt x="6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6" name="Google Shape;9276;p34">
              <a:extLst>
                <a:ext uri="{FF2B5EF4-FFF2-40B4-BE49-F238E27FC236}">
                  <a16:creationId xmlns:a16="http://schemas.microsoft.com/office/drawing/2014/main" id="{5F968911-E1BE-2A38-FCC3-0FBAC1F897D3}"/>
                </a:ext>
              </a:extLst>
            </p:cNvPr>
            <p:cNvSpPr/>
            <p:nvPr/>
          </p:nvSpPr>
          <p:spPr>
            <a:xfrm>
              <a:off x="2210650" y="2392850"/>
              <a:ext cx="26825" cy="30175"/>
            </a:xfrm>
            <a:custGeom>
              <a:avLst/>
              <a:gdLst/>
              <a:ahLst/>
              <a:cxnLst/>
              <a:rect l="l" t="t" r="r" b="b"/>
              <a:pathLst>
                <a:path w="1073" h="1207" extrusionOk="0">
                  <a:moveTo>
                    <a:pt x="317" y="1"/>
                  </a:moveTo>
                  <a:cubicBezTo>
                    <a:pt x="215" y="338"/>
                    <a:pt x="112" y="675"/>
                    <a:pt x="1" y="1013"/>
                  </a:cubicBezTo>
                  <a:lnTo>
                    <a:pt x="1" y="1022"/>
                  </a:lnTo>
                  <a:cubicBezTo>
                    <a:pt x="41" y="1022"/>
                    <a:pt x="72" y="1033"/>
                    <a:pt x="112" y="1043"/>
                  </a:cubicBezTo>
                  <a:cubicBezTo>
                    <a:pt x="327" y="1084"/>
                    <a:pt x="542" y="1135"/>
                    <a:pt x="746" y="1206"/>
                  </a:cubicBezTo>
                  <a:cubicBezTo>
                    <a:pt x="838" y="879"/>
                    <a:pt x="950" y="553"/>
                    <a:pt x="1073" y="246"/>
                  </a:cubicBezTo>
                  <a:cubicBezTo>
                    <a:pt x="828" y="155"/>
                    <a:pt x="573" y="73"/>
                    <a:pt x="3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7" name="Google Shape;9277;p34">
              <a:extLst>
                <a:ext uri="{FF2B5EF4-FFF2-40B4-BE49-F238E27FC236}">
                  <a16:creationId xmlns:a16="http://schemas.microsoft.com/office/drawing/2014/main" id="{A351AF41-FBEF-2D04-FE64-86D471698E7C}"/>
                </a:ext>
              </a:extLst>
            </p:cNvPr>
            <p:cNvSpPr/>
            <p:nvPr/>
          </p:nvSpPr>
          <p:spPr>
            <a:xfrm>
              <a:off x="2184100" y="2418025"/>
              <a:ext cx="59500" cy="43850"/>
            </a:xfrm>
            <a:custGeom>
              <a:avLst/>
              <a:gdLst/>
              <a:ahLst/>
              <a:cxnLst/>
              <a:rect l="l" t="t" r="r" b="b"/>
              <a:pathLst>
                <a:path w="2380" h="1754" extrusionOk="0">
                  <a:moveTo>
                    <a:pt x="851" y="1"/>
                  </a:moveTo>
                  <a:cubicBezTo>
                    <a:pt x="695" y="1"/>
                    <a:pt x="539" y="47"/>
                    <a:pt x="418" y="159"/>
                  </a:cubicBezTo>
                  <a:cubicBezTo>
                    <a:pt x="184" y="373"/>
                    <a:pt x="204" y="771"/>
                    <a:pt x="0" y="1027"/>
                  </a:cubicBezTo>
                  <a:lnTo>
                    <a:pt x="41" y="1068"/>
                  </a:lnTo>
                  <a:cubicBezTo>
                    <a:pt x="214" y="1191"/>
                    <a:pt x="429" y="1262"/>
                    <a:pt x="643" y="1344"/>
                  </a:cubicBezTo>
                  <a:cubicBezTo>
                    <a:pt x="899" y="1425"/>
                    <a:pt x="1165" y="1518"/>
                    <a:pt x="1420" y="1599"/>
                  </a:cubicBezTo>
                  <a:cubicBezTo>
                    <a:pt x="1660" y="1676"/>
                    <a:pt x="1910" y="1753"/>
                    <a:pt x="2151" y="1753"/>
                  </a:cubicBezTo>
                  <a:cubicBezTo>
                    <a:pt x="2166" y="1753"/>
                    <a:pt x="2181" y="1753"/>
                    <a:pt x="2196" y="1752"/>
                  </a:cubicBezTo>
                  <a:lnTo>
                    <a:pt x="2207" y="1752"/>
                  </a:lnTo>
                  <a:lnTo>
                    <a:pt x="2207" y="1742"/>
                  </a:lnTo>
                  <a:cubicBezTo>
                    <a:pt x="2207" y="1518"/>
                    <a:pt x="2288" y="1313"/>
                    <a:pt x="2329" y="1098"/>
                  </a:cubicBezTo>
                  <a:cubicBezTo>
                    <a:pt x="2380" y="884"/>
                    <a:pt x="2380" y="639"/>
                    <a:pt x="2257" y="455"/>
                  </a:cubicBezTo>
                  <a:cubicBezTo>
                    <a:pt x="2166" y="333"/>
                    <a:pt x="2012" y="261"/>
                    <a:pt x="1859" y="210"/>
                  </a:cubicBezTo>
                  <a:cubicBezTo>
                    <a:pt x="1839" y="210"/>
                    <a:pt x="1828" y="199"/>
                    <a:pt x="1808" y="199"/>
                  </a:cubicBezTo>
                  <a:cubicBezTo>
                    <a:pt x="1604" y="128"/>
                    <a:pt x="1389" y="77"/>
                    <a:pt x="1174" y="36"/>
                  </a:cubicBezTo>
                  <a:cubicBezTo>
                    <a:pt x="1134" y="26"/>
                    <a:pt x="1103" y="15"/>
                    <a:pt x="1063" y="15"/>
                  </a:cubicBezTo>
                  <a:cubicBezTo>
                    <a:pt x="1022" y="6"/>
                    <a:pt x="981" y="6"/>
                    <a:pt x="940" y="6"/>
                  </a:cubicBezTo>
                  <a:cubicBezTo>
                    <a:pt x="910" y="2"/>
                    <a:pt x="881" y="1"/>
                    <a:pt x="8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8" name="Google Shape;9278;p34">
              <a:extLst>
                <a:ext uri="{FF2B5EF4-FFF2-40B4-BE49-F238E27FC236}">
                  <a16:creationId xmlns:a16="http://schemas.microsoft.com/office/drawing/2014/main" id="{CCEAC02D-AECC-01D2-1F79-3205982AC42F}"/>
                </a:ext>
              </a:extLst>
            </p:cNvPr>
            <p:cNvSpPr/>
            <p:nvPr/>
          </p:nvSpPr>
          <p:spPr>
            <a:xfrm>
              <a:off x="2068900" y="2663075"/>
              <a:ext cx="139225" cy="68700"/>
            </a:xfrm>
            <a:custGeom>
              <a:avLst/>
              <a:gdLst/>
              <a:ahLst/>
              <a:cxnLst/>
              <a:rect l="l" t="t" r="r" b="b"/>
              <a:pathLst>
                <a:path w="5569" h="2748" extrusionOk="0">
                  <a:moveTo>
                    <a:pt x="174" y="1"/>
                  </a:moveTo>
                  <a:lnTo>
                    <a:pt x="174" y="11"/>
                  </a:lnTo>
                  <a:cubicBezTo>
                    <a:pt x="0" y="461"/>
                    <a:pt x="102" y="972"/>
                    <a:pt x="409" y="1349"/>
                  </a:cubicBezTo>
                  <a:cubicBezTo>
                    <a:pt x="746" y="1758"/>
                    <a:pt x="1175" y="2095"/>
                    <a:pt x="1655" y="2330"/>
                  </a:cubicBezTo>
                  <a:cubicBezTo>
                    <a:pt x="2227" y="2612"/>
                    <a:pt x="2861" y="2748"/>
                    <a:pt x="3499" y="2748"/>
                  </a:cubicBezTo>
                  <a:cubicBezTo>
                    <a:pt x="3671" y="2748"/>
                    <a:pt x="3844" y="2738"/>
                    <a:pt x="4015" y="2718"/>
                  </a:cubicBezTo>
                  <a:cubicBezTo>
                    <a:pt x="4261" y="2688"/>
                    <a:pt x="4506" y="2647"/>
                    <a:pt x="4731" y="2555"/>
                  </a:cubicBezTo>
                  <a:lnTo>
                    <a:pt x="4751" y="2555"/>
                  </a:lnTo>
                  <a:cubicBezTo>
                    <a:pt x="5139" y="2412"/>
                    <a:pt x="5446" y="2085"/>
                    <a:pt x="5558" y="1676"/>
                  </a:cubicBezTo>
                  <a:cubicBezTo>
                    <a:pt x="5558" y="1666"/>
                    <a:pt x="5568" y="1656"/>
                    <a:pt x="5568" y="1646"/>
                  </a:cubicBezTo>
                  <a:lnTo>
                    <a:pt x="5568" y="1646"/>
                  </a:lnTo>
                  <a:cubicBezTo>
                    <a:pt x="5170" y="1880"/>
                    <a:pt x="4710" y="1961"/>
                    <a:pt x="4247" y="1961"/>
                  </a:cubicBezTo>
                  <a:cubicBezTo>
                    <a:pt x="4022" y="1961"/>
                    <a:pt x="3796" y="1942"/>
                    <a:pt x="3576" y="1912"/>
                  </a:cubicBezTo>
                  <a:cubicBezTo>
                    <a:pt x="2922" y="1819"/>
                    <a:pt x="2268" y="1646"/>
                    <a:pt x="1676" y="1329"/>
                  </a:cubicBezTo>
                  <a:cubicBezTo>
                    <a:pt x="1083" y="1022"/>
                    <a:pt x="562" y="573"/>
                    <a:pt x="204" y="11"/>
                  </a:cubicBezTo>
                  <a:lnTo>
                    <a:pt x="1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9" name="Google Shape;9279;p34">
              <a:extLst>
                <a:ext uri="{FF2B5EF4-FFF2-40B4-BE49-F238E27FC236}">
                  <a16:creationId xmlns:a16="http://schemas.microsoft.com/office/drawing/2014/main" id="{1B26D678-874E-C6DB-AE86-8EBDB5F54E44}"/>
                </a:ext>
              </a:extLst>
            </p:cNvPr>
            <p:cNvSpPr/>
            <p:nvPr/>
          </p:nvSpPr>
          <p:spPr>
            <a:xfrm>
              <a:off x="2125600" y="2494000"/>
              <a:ext cx="127475" cy="65950"/>
            </a:xfrm>
            <a:custGeom>
              <a:avLst/>
              <a:gdLst/>
              <a:ahLst/>
              <a:cxnLst/>
              <a:rect l="l" t="t" r="r" b="b"/>
              <a:pathLst>
                <a:path w="5099" h="2638" extrusionOk="0">
                  <a:moveTo>
                    <a:pt x="327" y="1"/>
                  </a:moveTo>
                  <a:cubicBezTo>
                    <a:pt x="235" y="195"/>
                    <a:pt x="164" y="389"/>
                    <a:pt x="82" y="593"/>
                  </a:cubicBezTo>
                  <a:cubicBezTo>
                    <a:pt x="41" y="695"/>
                    <a:pt x="0" y="808"/>
                    <a:pt x="31" y="920"/>
                  </a:cubicBezTo>
                  <a:lnTo>
                    <a:pt x="61" y="981"/>
                  </a:lnTo>
                  <a:cubicBezTo>
                    <a:pt x="572" y="1646"/>
                    <a:pt x="1287" y="2146"/>
                    <a:pt x="2084" y="2412"/>
                  </a:cubicBezTo>
                  <a:cubicBezTo>
                    <a:pt x="2529" y="2562"/>
                    <a:pt x="2997" y="2637"/>
                    <a:pt x="3466" y="2637"/>
                  </a:cubicBezTo>
                  <a:cubicBezTo>
                    <a:pt x="3826" y="2637"/>
                    <a:pt x="4186" y="2593"/>
                    <a:pt x="4536" y="2504"/>
                  </a:cubicBezTo>
                  <a:cubicBezTo>
                    <a:pt x="4649" y="2371"/>
                    <a:pt x="4812" y="2289"/>
                    <a:pt x="4894" y="2136"/>
                  </a:cubicBezTo>
                  <a:cubicBezTo>
                    <a:pt x="4945" y="2044"/>
                    <a:pt x="4945" y="1921"/>
                    <a:pt x="4965" y="1819"/>
                  </a:cubicBezTo>
                  <a:cubicBezTo>
                    <a:pt x="4986" y="1717"/>
                    <a:pt x="5026" y="1615"/>
                    <a:pt x="5058" y="1523"/>
                  </a:cubicBezTo>
                  <a:cubicBezTo>
                    <a:pt x="5067" y="1482"/>
                    <a:pt x="5088" y="1441"/>
                    <a:pt x="5098" y="1401"/>
                  </a:cubicBezTo>
                  <a:lnTo>
                    <a:pt x="5078" y="1401"/>
                  </a:lnTo>
                  <a:cubicBezTo>
                    <a:pt x="5006" y="1492"/>
                    <a:pt x="4883" y="1523"/>
                    <a:pt x="4761" y="1544"/>
                  </a:cubicBezTo>
                  <a:cubicBezTo>
                    <a:pt x="4448" y="1608"/>
                    <a:pt x="4128" y="1640"/>
                    <a:pt x="3807" y="1640"/>
                  </a:cubicBezTo>
                  <a:cubicBezTo>
                    <a:pt x="3310" y="1640"/>
                    <a:pt x="2812" y="1562"/>
                    <a:pt x="2340" y="1401"/>
                  </a:cubicBezTo>
                  <a:cubicBezTo>
                    <a:pt x="1573" y="1135"/>
                    <a:pt x="869" y="654"/>
                    <a:pt x="358" y="11"/>
                  </a:cubicBezTo>
                  <a:lnTo>
                    <a:pt x="32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0" name="Google Shape;9280;p34">
              <a:extLst>
                <a:ext uri="{FF2B5EF4-FFF2-40B4-BE49-F238E27FC236}">
                  <a16:creationId xmlns:a16="http://schemas.microsoft.com/office/drawing/2014/main" id="{918B9663-742E-086D-CBD9-9713A04130C3}"/>
                </a:ext>
              </a:extLst>
            </p:cNvPr>
            <p:cNvSpPr/>
            <p:nvPr/>
          </p:nvSpPr>
          <p:spPr>
            <a:xfrm>
              <a:off x="2073250" y="2631175"/>
              <a:ext cx="137675" cy="80925"/>
            </a:xfrm>
            <a:custGeom>
              <a:avLst/>
              <a:gdLst/>
              <a:ahLst/>
              <a:cxnLst/>
              <a:rect l="l" t="t" r="r" b="b"/>
              <a:pathLst>
                <a:path w="5507" h="3237" extrusionOk="0">
                  <a:moveTo>
                    <a:pt x="940" y="0"/>
                  </a:moveTo>
                  <a:cubicBezTo>
                    <a:pt x="603" y="92"/>
                    <a:pt x="378" y="429"/>
                    <a:pt x="225" y="745"/>
                  </a:cubicBezTo>
                  <a:cubicBezTo>
                    <a:pt x="143" y="920"/>
                    <a:pt x="71" y="1093"/>
                    <a:pt x="0" y="1277"/>
                  </a:cubicBezTo>
                  <a:lnTo>
                    <a:pt x="30" y="1287"/>
                  </a:lnTo>
                  <a:cubicBezTo>
                    <a:pt x="388" y="1849"/>
                    <a:pt x="909" y="2298"/>
                    <a:pt x="1502" y="2605"/>
                  </a:cubicBezTo>
                  <a:cubicBezTo>
                    <a:pt x="2094" y="2922"/>
                    <a:pt x="2748" y="3095"/>
                    <a:pt x="3402" y="3188"/>
                  </a:cubicBezTo>
                  <a:cubicBezTo>
                    <a:pt x="3622" y="3218"/>
                    <a:pt x="3848" y="3237"/>
                    <a:pt x="4073" y="3237"/>
                  </a:cubicBezTo>
                  <a:cubicBezTo>
                    <a:pt x="4536" y="3237"/>
                    <a:pt x="4996" y="3156"/>
                    <a:pt x="5394" y="2922"/>
                  </a:cubicBezTo>
                  <a:cubicBezTo>
                    <a:pt x="5497" y="2544"/>
                    <a:pt x="5506" y="2135"/>
                    <a:pt x="5435" y="1747"/>
                  </a:cubicBezTo>
                  <a:cubicBezTo>
                    <a:pt x="5415" y="1614"/>
                    <a:pt x="5374" y="1471"/>
                    <a:pt x="5282" y="1399"/>
                  </a:cubicBezTo>
                  <a:cubicBezTo>
                    <a:pt x="3760" y="1379"/>
                    <a:pt x="2237" y="920"/>
                    <a:pt x="970" y="71"/>
                  </a:cubicBezTo>
                  <a:lnTo>
                    <a:pt x="9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1" name="Google Shape;9281;p34">
              <a:extLst>
                <a:ext uri="{FF2B5EF4-FFF2-40B4-BE49-F238E27FC236}">
                  <a16:creationId xmlns:a16="http://schemas.microsoft.com/office/drawing/2014/main" id="{A573B27F-EDC6-9A95-7DFD-0C5240A44A6B}"/>
                </a:ext>
              </a:extLst>
            </p:cNvPr>
            <p:cNvSpPr/>
            <p:nvPr/>
          </p:nvSpPr>
          <p:spPr>
            <a:xfrm>
              <a:off x="2133775" y="2443700"/>
              <a:ext cx="122600" cy="91325"/>
            </a:xfrm>
            <a:custGeom>
              <a:avLst/>
              <a:gdLst/>
              <a:ahLst/>
              <a:cxnLst/>
              <a:rect l="l" t="t" r="r" b="b"/>
              <a:pathLst>
                <a:path w="4904" h="3653" extrusionOk="0">
                  <a:moveTo>
                    <a:pt x="2013" y="0"/>
                  </a:moveTo>
                  <a:cubicBezTo>
                    <a:pt x="1850" y="205"/>
                    <a:pt x="1584" y="276"/>
                    <a:pt x="1359" y="378"/>
                  </a:cubicBezTo>
                  <a:cubicBezTo>
                    <a:pt x="930" y="582"/>
                    <a:pt x="603" y="940"/>
                    <a:pt x="347" y="1328"/>
                  </a:cubicBezTo>
                  <a:cubicBezTo>
                    <a:pt x="215" y="1553"/>
                    <a:pt x="102" y="1778"/>
                    <a:pt x="0" y="2013"/>
                  </a:cubicBezTo>
                  <a:lnTo>
                    <a:pt x="31" y="2023"/>
                  </a:lnTo>
                  <a:cubicBezTo>
                    <a:pt x="542" y="2666"/>
                    <a:pt x="1246" y="3147"/>
                    <a:pt x="2013" y="3413"/>
                  </a:cubicBezTo>
                  <a:cubicBezTo>
                    <a:pt x="2485" y="3574"/>
                    <a:pt x="2983" y="3652"/>
                    <a:pt x="3480" y="3652"/>
                  </a:cubicBezTo>
                  <a:cubicBezTo>
                    <a:pt x="3801" y="3652"/>
                    <a:pt x="4121" y="3620"/>
                    <a:pt x="4434" y="3556"/>
                  </a:cubicBezTo>
                  <a:cubicBezTo>
                    <a:pt x="4556" y="3535"/>
                    <a:pt x="4679" y="3504"/>
                    <a:pt x="4751" y="3413"/>
                  </a:cubicBezTo>
                  <a:lnTo>
                    <a:pt x="4771" y="3413"/>
                  </a:lnTo>
                  <a:cubicBezTo>
                    <a:pt x="4812" y="3238"/>
                    <a:pt x="4833" y="3055"/>
                    <a:pt x="4853" y="2871"/>
                  </a:cubicBezTo>
                  <a:cubicBezTo>
                    <a:pt x="4883" y="2687"/>
                    <a:pt x="4904" y="2503"/>
                    <a:pt x="4883" y="2330"/>
                  </a:cubicBezTo>
                  <a:cubicBezTo>
                    <a:pt x="4874" y="2196"/>
                    <a:pt x="4833" y="2074"/>
                    <a:pt x="4781" y="1951"/>
                  </a:cubicBezTo>
                  <a:cubicBezTo>
                    <a:pt x="4669" y="1624"/>
                    <a:pt x="4516" y="1318"/>
                    <a:pt x="4332" y="1022"/>
                  </a:cubicBezTo>
                  <a:cubicBezTo>
                    <a:pt x="4291" y="970"/>
                    <a:pt x="4261" y="909"/>
                    <a:pt x="4240" y="848"/>
                  </a:cubicBezTo>
                  <a:cubicBezTo>
                    <a:pt x="4230" y="807"/>
                    <a:pt x="4220" y="766"/>
                    <a:pt x="4220" y="725"/>
                  </a:cubicBezTo>
                  <a:lnTo>
                    <a:pt x="4209" y="725"/>
                  </a:lnTo>
                  <a:cubicBezTo>
                    <a:pt x="4194" y="726"/>
                    <a:pt x="4179" y="726"/>
                    <a:pt x="4164" y="726"/>
                  </a:cubicBezTo>
                  <a:cubicBezTo>
                    <a:pt x="3923" y="726"/>
                    <a:pt x="3673" y="649"/>
                    <a:pt x="3433" y="572"/>
                  </a:cubicBezTo>
                  <a:cubicBezTo>
                    <a:pt x="3178" y="491"/>
                    <a:pt x="2912" y="398"/>
                    <a:pt x="2656" y="317"/>
                  </a:cubicBezTo>
                  <a:cubicBezTo>
                    <a:pt x="2442" y="235"/>
                    <a:pt x="2227" y="164"/>
                    <a:pt x="2054" y="41"/>
                  </a:cubicBezTo>
                  <a:lnTo>
                    <a:pt x="201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2" name="Google Shape;9282;p34">
              <a:extLst>
                <a:ext uri="{FF2B5EF4-FFF2-40B4-BE49-F238E27FC236}">
                  <a16:creationId xmlns:a16="http://schemas.microsoft.com/office/drawing/2014/main" id="{DE174EE3-71AC-A216-E322-ED8C2FB7441A}"/>
                </a:ext>
              </a:extLst>
            </p:cNvPr>
            <p:cNvSpPr/>
            <p:nvPr/>
          </p:nvSpPr>
          <p:spPr>
            <a:xfrm>
              <a:off x="2112575" y="2518525"/>
              <a:ext cx="126450" cy="96325"/>
            </a:xfrm>
            <a:custGeom>
              <a:avLst/>
              <a:gdLst/>
              <a:ahLst/>
              <a:cxnLst/>
              <a:rect l="l" t="t" r="r" b="b"/>
              <a:pathLst>
                <a:path w="5058" h="3853" extrusionOk="0">
                  <a:moveTo>
                    <a:pt x="582" y="0"/>
                  </a:moveTo>
                  <a:lnTo>
                    <a:pt x="644" y="123"/>
                  </a:lnTo>
                  <a:cubicBezTo>
                    <a:pt x="675" y="236"/>
                    <a:pt x="654" y="348"/>
                    <a:pt x="613" y="450"/>
                  </a:cubicBezTo>
                  <a:cubicBezTo>
                    <a:pt x="419" y="1145"/>
                    <a:pt x="215" y="1829"/>
                    <a:pt x="0" y="2513"/>
                  </a:cubicBezTo>
                  <a:cubicBezTo>
                    <a:pt x="1308" y="3321"/>
                    <a:pt x="2820" y="3791"/>
                    <a:pt x="4353" y="3852"/>
                  </a:cubicBezTo>
                  <a:cubicBezTo>
                    <a:pt x="4587" y="3096"/>
                    <a:pt x="4802" y="2350"/>
                    <a:pt x="4996" y="1605"/>
                  </a:cubicBezTo>
                  <a:cubicBezTo>
                    <a:pt x="5006" y="1574"/>
                    <a:pt x="5037" y="1543"/>
                    <a:pt x="5057" y="1523"/>
                  </a:cubicBezTo>
                  <a:lnTo>
                    <a:pt x="5057" y="1523"/>
                  </a:lnTo>
                  <a:cubicBezTo>
                    <a:pt x="4707" y="1612"/>
                    <a:pt x="4347" y="1656"/>
                    <a:pt x="3987" y="1656"/>
                  </a:cubicBezTo>
                  <a:cubicBezTo>
                    <a:pt x="3518" y="1656"/>
                    <a:pt x="3050" y="1581"/>
                    <a:pt x="2605" y="1431"/>
                  </a:cubicBezTo>
                  <a:cubicBezTo>
                    <a:pt x="1808" y="1165"/>
                    <a:pt x="1093" y="665"/>
                    <a:pt x="5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3" name="Google Shape;9283;p34">
              <a:extLst>
                <a:ext uri="{FF2B5EF4-FFF2-40B4-BE49-F238E27FC236}">
                  <a16:creationId xmlns:a16="http://schemas.microsoft.com/office/drawing/2014/main" id="{689E23E1-EA71-755F-0BBD-AEB97773416E}"/>
                </a:ext>
              </a:extLst>
            </p:cNvPr>
            <p:cNvSpPr/>
            <p:nvPr/>
          </p:nvSpPr>
          <p:spPr>
            <a:xfrm>
              <a:off x="2212700" y="2391075"/>
              <a:ext cx="30900" cy="10250"/>
            </a:xfrm>
            <a:custGeom>
              <a:avLst/>
              <a:gdLst/>
              <a:ahLst/>
              <a:cxnLst/>
              <a:rect l="l" t="t" r="r" b="b"/>
              <a:pathLst>
                <a:path w="1236" h="410" extrusionOk="0">
                  <a:moveTo>
                    <a:pt x="0" y="1"/>
                  </a:moveTo>
                  <a:lnTo>
                    <a:pt x="0" y="1"/>
                  </a:lnTo>
                  <a:cubicBezTo>
                    <a:pt x="102" y="62"/>
                    <a:pt x="205" y="92"/>
                    <a:pt x="296" y="133"/>
                  </a:cubicBezTo>
                  <a:cubicBezTo>
                    <a:pt x="398" y="185"/>
                    <a:pt x="500" y="215"/>
                    <a:pt x="603" y="256"/>
                  </a:cubicBezTo>
                  <a:cubicBezTo>
                    <a:pt x="705" y="287"/>
                    <a:pt x="807" y="317"/>
                    <a:pt x="920" y="337"/>
                  </a:cubicBezTo>
                  <a:cubicBezTo>
                    <a:pt x="1022" y="358"/>
                    <a:pt x="1124" y="389"/>
                    <a:pt x="1236" y="409"/>
                  </a:cubicBezTo>
                  <a:cubicBezTo>
                    <a:pt x="1052" y="287"/>
                    <a:pt x="848" y="205"/>
                    <a:pt x="643" y="144"/>
                  </a:cubicBezTo>
                  <a:cubicBezTo>
                    <a:pt x="429" y="72"/>
                    <a:pt x="225" y="1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4" name="Google Shape;9284;p34">
              <a:extLst>
                <a:ext uri="{FF2B5EF4-FFF2-40B4-BE49-F238E27FC236}">
                  <a16:creationId xmlns:a16="http://schemas.microsoft.com/office/drawing/2014/main" id="{2C84EA66-F57C-2429-B74F-4918CBB3AC04}"/>
                </a:ext>
              </a:extLst>
            </p:cNvPr>
            <p:cNvSpPr/>
            <p:nvPr/>
          </p:nvSpPr>
          <p:spPr>
            <a:xfrm>
              <a:off x="2127125" y="2518525"/>
              <a:ext cx="112400" cy="43600"/>
            </a:xfrm>
            <a:custGeom>
              <a:avLst/>
              <a:gdLst/>
              <a:ahLst/>
              <a:cxnLst/>
              <a:rect l="l" t="t" r="r" b="b"/>
              <a:pathLst>
                <a:path w="4496" h="1744" extrusionOk="0">
                  <a:moveTo>
                    <a:pt x="0" y="0"/>
                  </a:moveTo>
                  <a:cubicBezTo>
                    <a:pt x="440" y="715"/>
                    <a:pt x="1165" y="1267"/>
                    <a:pt x="1973" y="1543"/>
                  </a:cubicBezTo>
                  <a:cubicBezTo>
                    <a:pt x="2372" y="1675"/>
                    <a:pt x="2797" y="1744"/>
                    <a:pt x="3219" y="1744"/>
                  </a:cubicBezTo>
                  <a:cubicBezTo>
                    <a:pt x="3650" y="1744"/>
                    <a:pt x="4078" y="1672"/>
                    <a:pt x="4475" y="1523"/>
                  </a:cubicBezTo>
                  <a:lnTo>
                    <a:pt x="4496" y="1512"/>
                  </a:lnTo>
                  <a:lnTo>
                    <a:pt x="4475" y="1512"/>
                  </a:lnTo>
                  <a:cubicBezTo>
                    <a:pt x="4202" y="1553"/>
                    <a:pt x="3928" y="1573"/>
                    <a:pt x="3657" y="1573"/>
                  </a:cubicBezTo>
                  <a:cubicBezTo>
                    <a:pt x="3106" y="1573"/>
                    <a:pt x="2564" y="1489"/>
                    <a:pt x="2044" y="1319"/>
                  </a:cubicBezTo>
                  <a:cubicBezTo>
                    <a:pt x="1278" y="1053"/>
                    <a:pt x="583" y="60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5" name="Google Shape;9285;p34">
              <a:extLst>
                <a:ext uri="{FF2B5EF4-FFF2-40B4-BE49-F238E27FC236}">
                  <a16:creationId xmlns:a16="http://schemas.microsoft.com/office/drawing/2014/main" id="{1EC45B62-5B38-7E8F-90C5-E00DA6E6D073}"/>
                </a:ext>
              </a:extLst>
            </p:cNvPr>
            <p:cNvSpPr/>
            <p:nvPr/>
          </p:nvSpPr>
          <p:spPr>
            <a:xfrm>
              <a:off x="2134550" y="2494275"/>
              <a:ext cx="118000" cy="43025"/>
            </a:xfrm>
            <a:custGeom>
              <a:avLst/>
              <a:gdLst/>
              <a:ahLst/>
              <a:cxnLst/>
              <a:rect l="l" t="t" r="r" b="b"/>
              <a:pathLst>
                <a:path w="4720" h="1721" extrusionOk="0">
                  <a:moveTo>
                    <a:pt x="0" y="0"/>
                  </a:moveTo>
                  <a:cubicBezTo>
                    <a:pt x="480" y="756"/>
                    <a:pt x="1267" y="1297"/>
                    <a:pt x="2125" y="1553"/>
                  </a:cubicBezTo>
                  <a:cubicBezTo>
                    <a:pt x="2494" y="1667"/>
                    <a:pt x="2877" y="1721"/>
                    <a:pt x="3263" y="1721"/>
                  </a:cubicBezTo>
                  <a:cubicBezTo>
                    <a:pt x="3327" y="1721"/>
                    <a:pt x="3390" y="1719"/>
                    <a:pt x="3453" y="1716"/>
                  </a:cubicBezTo>
                  <a:cubicBezTo>
                    <a:pt x="3678" y="1716"/>
                    <a:pt x="3903" y="1685"/>
                    <a:pt x="4117" y="1645"/>
                  </a:cubicBezTo>
                  <a:cubicBezTo>
                    <a:pt x="4230" y="1614"/>
                    <a:pt x="4332" y="1594"/>
                    <a:pt x="4444" y="1563"/>
                  </a:cubicBezTo>
                  <a:cubicBezTo>
                    <a:pt x="4546" y="1533"/>
                    <a:pt x="4659" y="1481"/>
                    <a:pt x="4720" y="1390"/>
                  </a:cubicBezTo>
                  <a:lnTo>
                    <a:pt x="4720" y="1390"/>
                  </a:lnTo>
                  <a:cubicBezTo>
                    <a:pt x="4638" y="1461"/>
                    <a:pt x="4536" y="1481"/>
                    <a:pt x="4434" y="1502"/>
                  </a:cubicBezTo>
                  <a:cubicBezTo>
                    <a:pt x="4321" y="1512"/>
                    <a:pt x="4209" y="1522"/>
                    <a:pt x="4107" y="1533"/>
                  </a:cubicBezTo>
                  <a:cubicBezTo>
                    <a:pt x="3882" y="1542"/>
                    <a:pt x="3667" y="1542"/>
                    <a:pt x="3453" y="1542"/>
                  </a:cubicBezTo>
                  <a:cubicBezTo>
                    <a:pt x="3024" y="1522"/>
                    <a:pt x="2605" y="1451"/>
                    <a:pt x="2186" y="1328"/>
                  </a:cubicBezTo>
                  <a:cubicBezTo>
                    <a:pt x="1778" y="1215"/>
                    <a:pt x="1389" y="1032"/>
                    <a:pt x="1022" y="807"/>
                  </a:cubicBezTo>
                  <a:cubicBezTo>
                    <a:pt x="654" y="582"/>
                    <a:pt x="316" y="316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6" name="Google Shape;9286;p34">
              <a:extLst>
                <a:ext uri="{FF2B5EF4-FFF2-40B4-BE49-F238E27FC236}">
                  <a16:creationId xmlns:a16="http://schemas.microsoft.com/office/drawing/2014/main" id="{72232144-7284-C6EB-2262-2480A6773B81}"/>
                </a:ext>
              </a:extLst>
            </p:cNvPr>
            <p:cNvSpPr/>
            <p:nvPr/>
          </p:nvSpPr>
          <p:spPr>
            <a:xfrm>
              <a:off x="2097500" y="2632950"/>
              <a:ext cx="109325" cy="33950"/>
            </a:xfrm>
            <a:custGeom>
              <a:avLst/>
              <a:gdLst/>
              <a:ahLst/>
              <a:cxnLst/>
              <a:rect l="l" t="t" r="r" b="b"/>
              <a:pathLst>
                <a:path w="4373" h="1358" extrusionOk="0">
                  <a:moveTo>
                    <a:pt x="0" y="0"/>
                  </a:moveTo>
                  <a:cubicBezTo>
                    <a:pt x="583" y="501"/>
                    <a:pt x="1288" y="858"/>
                    <a:pt x="2023" y="1094"/>
                  </a:cubicBezTo>
                  <a:cubicBezTo>
                    <a:pt x="2580" y="1264"/>
                    <a:pt x="3167" y="1358"/>
                    <a:pt x="3751" y="1358"/>
                  </a:cubicBezTo>
                  <a:cubicBezTo>
                    <a:pt x="3939" y="1358"/>
                    <a:pt x="4126" y="1348"/>
                    <a:pt x="4312" y="1328"/>
                  </a:cubicBezTo>
                  <a:lnTo>
                    <a:pt x="4373" y="1328"/>
                  </a:lnTo>
                  <a:lnTo>
                    <a:pt x="4312" y="1319"/>
                  </a:lnTo>
                  <a:cubicBezTo>
                    <a:pt x="3556" y="1226"/>
                    <a:pt x="2810" y="1083"/>
                    <a:pt x="2095" y="869"/>
                  </a:cubicBezTo>
                  <a:cubicBezTo>
                    <a:pt x="1369" y="644"/>
                    <a:pt x="685" y="34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7" name="Google Shape;9287;p34">
              <a:extLst>
                <a:ext uri="{FF2B5EF4-FFF2-40B4-BE49-F238E27FC236}">
                  <a16:creationId xmlns:a16="http://schemas.microsoft.com/office/drawing/2014/main" id="{C524AA0D-1E8F-8612-31E4-966F3B0BF363}"/>
                </a:ext>
              </a:extLst>
            </p:cNvPr>
            <p:cNvSpPr/>
            <p:nvPr/>
          </p:nvSpPr>
          <p:spPr>
            <a:xfrm>
              <a:off x="2074000" y="2663350"/>
              <a:ext cx="134625" cy="50825"/>
            </a:xfrm>
            <a:custGeom>
              <a:avLst/>
              <a:gdLst/>
              <a:ahLst/>
              <a:cxnLst/>
              <a:rect l="l" t="t" r="r" b="b"/>
              <a:pathLst>
                <a:path w="5385" h="2033" extrusionOk="0">
                  <a:moveTo>
                    <a:pt x="0" y="0"/>
                  </a:moveTo>
                  <a:lnTo>
                    <a:pt x="0" y="0"/>
                  </a:lnTo>
                  <a:cubicBezTo>
                    <a:pt x="113" y="225"/>
                    <a:pt x="266" y="439"/>
                    <a:pt x="429" y="634"/>
                  </a:cubicBezTo>
                  <a:cubicBezTo>
                    <a:pt x="604" y="827"/>
                    <a:pt x="797" y="991"/>
                    <a:pt x="1002" y="1145"/>
                  </a:cubicBezTo>
                  <a:cubicBezTo>
                    <a:pt x="1421" y="1451"/>
                    <a:pt x="1901" y="1665"/>
                    <a:pt x="2391" y="1808"/>
                  </a:cubicBezTo>
                  <a:cubicBezTo>
                    <a:pt x="2892" y="1951"/>
                    <a:pt x="3403" y="2033"/>
                    <a:pt x="3914" y="2033"/>
                  </a:cubicBezTo>
                  <a:cubicBezTo>
                    <a:pt x="4179" y="2033"/>
                    <a:pt x="4434" y="2003"/>
                    <a:pt x="4679" y="1941"/>
                  </a:cubicBezTo>
                  <a:cubicBezTo>
                    <a:pt x="4935" y="1880"/>
                    <a:pt x="5170" y="1778"/>
                    <a:pt x="5385" y="1624"/>
                  </a:cubicBezTo>
                  <a:lnTo>
                    <a:pt x="5385" y="1624"/>
                  </a:lnTo>
                  <a:cubicBezTo>
                    <a:pt x="5012" y="1795"/>
                    <a:pt x="4619" y="1862"/>
                    <a:pt x="4228" y="1862"/>
                  </a:cubicBezTo>
                  <a:cubicBezTo>
                    <a:pt x="4126" y="1862"/>
                    <a:pt x="4025" y="1858"/>
                    <a:pt x="3923" y="1849"/>
                  </a:cubicBezTo>
                  <a:cubicBezTo>
                    <a:pt x="3433" y="1808"/>
                    <a:pt x="2933" y="1726"/>
                    <a:pt x="2463" y="1583"/>
                  </a:cubicBezTo>
                  <a:cubicBezTo>
                    <a:pt x="1982" y="1451"/>
                    <a:pt x="1533" y="1257"/>
                    <a:pt x="1104" y="1002"/>
                  </a:cubicBezTo>
                  <a:cubicBezTo>
                    <a:pt x="899" y="868"/>
                    <a:pt x="695" y="715"/>
                    <a:pt x="511" y="552"/>
                  </a:cubicBezTo>
                  <a:cubicBezTo>
                    <a:pt x="327" y="389"/>
                    <a:pt x="164" y="205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42866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24">
          <a:extLst>
            <a:ext uri="{FF2B5EF4-FFF2-40B4-BE49-F238E27FC236}">
              <a16:creationId xmlns:a16="http://schemas.microsoft.com/office/drawing/2014/main" id="{B1A4F3F9-2EAE-28AC-8A75-B020D1DA2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5" name="Google Shape;8925;p33">
            <a:extLst>
              <a:ext uri="{FF2B5EF4-FFF2-40B4-BE49-F238E27FC236}">
                <a16:creationId xmlns:a16="http://schemas.microsoft.com/office/drawing/2014/main" id="{C1FF097C-C103-BE30-F4D0-9708915EC5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6700" y="1175525"/>
            <a:ext cx="4831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b="0" i="0"/>
              <a:t>Vision Statement  </a:t>
            </a:r>
            <a:endParaRPr lang="en-US"/>
          </a:p>
        </p:txBody>
      </p:sp>
      <p:sp>
        <p:nvSpPr>
          <p:cNvPr id="8926" name="Google Shape;8926;p33">
            <a:extLst>
              <a:ext uri="{FF2B5EF4-FFF2-40B4-BE49-F238E27FC236}">
                <a16:creationId xmlns:a16="http://schemas.microsoft.com/office/drawing/2014/main" id="{B205C579-4F3A-4F2F-390E-50AD609DF38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06700" y="1890775"/>
            <a:ext cx="4831800" cy="20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spcAft>
                <a:spcPts val="1400"/>
              </a:spcAft>
              <a:buNone/>
            </a:pPr>
            <a:r>
              <a:rPr lang="en-US"/>
              <a:t>Our vision is to empower scholars to live a healthier more balanced live through personalized, AI driven fitness recommendations</a:t>
            </a:r>
          </a:p>
          <a:p>
            <a:pPr marL="0" indent="0" algn="ctr">
              <a:spcAft>
                <a:spcPts val="1400"/>
              </a:spcAft>
              <a:buNone/>
            </a:pPr>
            <a:r>
              <a:rPr lang="en-US"/>
              <a:t>We are committed to encouraging long-term wellness, not just short-term results. </a:t>
            </a:r>
          </a:p>
          <a:p>
            <a:pPr marL="0" indent="0" algn="ctr">
              <a:spcAft>
                <a:spcPts val="1400"/>
              </a:spcAft>
              <a:buNone/>
            </a:pPr>
            <a:r>
              <a:rPr lang="en-US"/>
              <a:t>Our app will encourage students to celebrate progress, build confidence, and develop habits that extend far beyond the classroom.</a:t>
            </a:r>
          </a:p>
          <a:p>
            <a:pPr marL="171450" indent="-171450"/>
            <a:endParaRPr lang="en-US"/>
          </a:p>
        </p:txBody>
      </p:sp>
      <p:pic>
        <p:nvPicPr>
          <p:cNvPr id="8927" name="Google Shape;8927;p33">
            <a:extLst>
              <a:ext uri="{FF2B5EF4-FFF2-40B4-BE49-F238E27FC236}">
                <a16:creationId xmlns:a16="http://schemas.microsoft.com/office/drawing/2014/main" id="{6AEE2DCD-FEDC-30DA-BB97-80721FF57825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2416" t="2189" r="15071" b="2189"/>
          <a:stretch/>
        </p:blipFill>
        <p:spPr>
          <a:xfrm>
            <a:off x="5643775" y="1150775"/>
            <a:ext cx="2787000" cy="28419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09174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91">
          <a:extLst>
            <a:ext uri="{FF2B5EF4-FFF2-40B4-BE49-F238E27FC236}">
              <a16:creationId xmlns:a16="http://schemas.microsoft.com/office/drawing/2014/main" id="{A8FF310C-3399-E2D1-811D-E67967FE1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3" name="Google Shape;9293;p35">
            <a:extLst>
              <a:ext uri="{FF2B5EF4-FFF2-40B4-BE49-F238E27FC236}">
                <a16:creationId xmlns:a16="http://schemas.microsoft.com/office/drawing/2014/main" id="{B10C033B-2847-88CB-82F9-0A5D995FC7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0" i="0"/>
              <a:t>Features </a:t>
            </a:r>
            <a:endParaRPr/>
          </a:p>
        </p:txBody>
      </p:sp>
      <p:sp>
        <p:nvSpPr>
          <p:cNvPr id="9294" name="Google Shape;9294;p35">
            <a:extLst>
              <a:ext uri="{FF2B5EF4-FFF2-40B4-BE49-F238E27FC236}">
                <a16:creationId xmlns:a16="http://schemas.microsoft.com/office/drawing/2014/main" id="{A7EB3045-2F0E-3BE4-72DB-8F14FDC0A28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53000" y="1956642"/>
            <a:ext cx="3163800" cy="13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"/>
              <a:t>Adding friends</a:t>
            </a:r>
            <a:endParaRPr lang="en-US"/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"/>
              <a:t>Water tracker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"/>
              <a:t>Calorie tracking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"/>
              <a:t>Cloud sync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"/>
              <a:t>Social media sharing</a:t>
            </a:r>
          </a:p>
        </p:txBody>
      </p:sp>
      <p:sp>
        <p:nvSpPr>
          <p:cNvPr id="9295" name="Google Shape;9295;p35">
            <a:extLst>
              <a:ext uri="{FF2B5EF4-FFF2-40B4-BE49-F238E27FC236}">
                <a16:creationId xmlns:a16="http://schemas.microsoft.com/office/drawing/2014/main" id="{A451AFD7-00AC-6B79-3A76-F5B2900B1D6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64821" y="1956642"/>
            <a:ext cx="3163800" cy="20183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"/>
              <a:t>Workout tracking</a:t>
            </a:r>
            <a:endParaRPr lang="en-US"/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"/>
              <a:t>Workout recommendations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"/>
              <a:t>Feedback on recommended workouts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"/>
              <a:t>Schedule calendar view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"/>
              <a:t>Account management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"/>
              <a:t>Build workout routines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"/>
              <a:t>Workout streaks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"/>
              <a:t>Workout knowledge base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"/>
              <a:t>Fitness AI chatbot</a:t>
            </a:r>
          </a:p>
        </p:txBody>
      </p:sp>
      <p:sp>
        <p:nvSpPr>
          <p:cNvPr id="9297" name="Google Shape;9297;p35">
            <a:extLst>
              <a:ext uri="{FF2B5EF4-FFF2-40B4-BE49-F238E27FC236}">
                <a16:creationId xmlns:a16="http://schemas.microsoft.com/office/drawing/2014/main" id="{FA4778C1-6E51-6BA3-3F54-D48EC19E194D}"/>
              </a:ext>
            </a:extLst>
          </p:cNvPr>
          <p:cNvSpPr/>
          <p:nvPr/>
        </p:nvSpPr>
        <p:spPr>
          <a:xfrm>
            <a:off x="964825" y="1311217"/>
            <a:ext cx="3163786" cy="572701"/>
          </a:xfrm>
          <a:custGeom>
            <a:avLst/>
            <a:gdLst/>
            <a:ahLst/>
            <a:cxnLst/>
            <a:rect l="l" t="t" r="r" b="b"/>
            <a:pathLst>
              <a:path w="12526" h="12516" extrusionOk="0">
                <a:moveTo>
                  <a:pt x="0" y="0"/>
                </a:moveTo>
                <a:lnTo>
                  <a:pt x="0" y="12515"/>
                </a:lnTo>
                <a:lnTo>
                  <a:pt x="12525" y="12515"/>
                </a:lnTo>
                <a:lnTo>
                  <a:pt x="125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8" name="Google Shape;9298;p35">
            <a:extLst>
              <a:ext uri="{FF2B5EF4-FFF2-40B4-BE49-F238E27FC236}">
                <a16:creationId xmlns:a16="http://schemas.microsoft.com/office/drawing/2014/main" id="{89DB2E0C-D56A-1BBD-87B7-B3774486F1BE}"/>
              </a:ext>
            </a:extLst>
          </p:cNvPr>
          <p:cNvSpPr/>
          <p:nvPr/>
        </p:nvSpPr>
        <p:spPr>
          <a:xfrm>
            <a:off x="4953000" y="1311217"/>
            <a:ext cx="3226174" cy="572701"/>
          </a:xfrm>
          <a:custGeom>
            <a:avLst/>
            <a:gdLst/>
            <a:ahLst/>
            <a:cxnLst/>
            <a:rect l="l" t="t" r="r" b="b"/>
            <a:pathLst>
              <a:path w="12526" h="12516" extrusionOk="0">
                <a:moveTo>
                  <a:pt x="0" y="0"/>
                </a:moveTo>
                <a:lnTo>
                  <a:pt x="0" y="12515"/>
                </a:lnTo>
                <a:lnTo>
                  <a:pt x="12525" y="12515"/>
                </a:lnTo>
                <a:lnTo>
                  <a:pt x="125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6" name="Google Shape;9296;p35">
            <a:extLst>
              <a:ext uri="{FF2B5EF4-FFF2-40B4-BE49-F238E27FC236}">
                <a16:creationId xmlns:a16="http://schemas.microsoft.com/office/drawing/2014/main" id="{FD16FC3A-6039-602E-15EB-C90082142C9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433272" y="1338107"/>
            <a:ext cx="3163800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>
                <a:solidFill>
                  <a:schemeClr val="bg2"/>
                </a:solidFill>
              </a:rPr>
              <a:t>List of Features  </a:t>
            </a:r>
            <a:endParaRPr>
              <a:solidFill>
                <a:schemeClr val="bg2"/>
              </a:solidFill>
            </a:endParaRPr>
          </a:p>
        </p:txBody>
      </p:sp>
      <p:sp>
        <p:nvSpPr>
          <p:cNvPr id="9292" name="Google Shape;9292;p35">
            <a:extLst>
              <a:ext uri="{FF2B5EF4-FFF2-40B4-BE49-F238E27FC236}">
                <a16:creationId xmlns:a16="http://schemas.microsoft.com/office/drawing/2014/main" id="{ECCC2ACF-D946-4DD2-8F81-C36D54EB9636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472858" y="1317628"/>
            <a:ext cx="3163800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>
                <a:solidFill>
                  <a:schemeClr val="bg2"/>
                </a:solidFill>
              </a:rPr>
              <a:t>Desirable Features </a:t>
            </a:r>
            <a:endParaRPr>
              <a:solidFill>
                <a:schemeClr val="bg2"/>
              </a:solidFill>
            </a:endParaRPr>
          </a:p>
        </p:txBody>
      </p:sp>
      <p:grpSp>
        <p:nvGrpSpPr>
          <p:cNvPr id="2" name="Google Shape;15540;p65">
            <a:extLst>
              <a:ext uri="{FF2B5EF4-FFF2-40B4-BE49-F238E27FC236}">
                <a16:creationId xmlns:a16="http://schemas.microsoft.com/office/drawing/2014/main" id="{407079AB-B4C9-BC78-F4E4-B74DE72681BD}"/>
              </a:ext>
            </a:extLst>
          </p:cNvPr>
          <p:cNvGrpSpPr/>
          <p:nvPr/>
        </p:nvGrpSpPr>
        <p:grpSpPr>
          <a:xfrm>
            <a:off x="1078686" y="1430863"/>
            <a:ext cx="354586" cy="353888"/>
            <a:chOff x="-31094350" y="3194000"/>
            <a:chExt cx="292225" cy="291650"/>
          </a:xfrm>
        </p:grpSpPr>
        <p:sp>
          <p:nvSpPr>
            <p:cNvPr id="3" name="Google Shape;15541;p65">
              <a:extLst>
                <a:ext uri="{FF2B5EF4-FFF2-40B4-BE49-F238E27FC236}">
                  <a16:creationId xmlns:a16="http://schemas.microsoft.com/office/drawing/2014/main" id="{51C52C9A-0981-6EDC-BB1E-ABD94E3946A0}"/>
                </a:ext>
              </a:extLst>
            </p:cNvPr>
            <p:cNvSpPr/>
            <p:nvPr/>
          </p:nvSpPr>
          <p:spPr>
            <a:xfrm>
              <a:off x="-31033700" y="3194000"/>
              <a:ext cx="103200" cy="34100"/>
            </a:xfrm>
            <a:custGeom>
              <a:avLst/>
              <a:gdLst/>
              <a:ahLst/>
              <a:cxnLst/>
              <a:rect l="l" t="t" r="r" b="b"/>
              <a:pathLst>
                <a:path w="4128" h="1364" extrusionOk="0">
                  <a:moveTo>
                    <a:pt x="645" y="0"/>
                  </a:moveTo>
                  <a:cubicBezTo>
                    <a:pt x="263" y="0"/>
                    <a:pt x="0" y="296"/>
                    <a:pt x="0" y="670"/>
                  </a:cubicBezTo>
                  <a:lnTo>
                    <a:pt x="0" y="1016"/>
                  </a:lnTo>
                  <a:cubicBezTo>
                    <a:pt x="0" y="1205"/>
                    <a:pt x="158" y="1363"/>
                    <a:pt x="347" y="1363"/>
                  </a:cubicBezTo>
                  <a:lnTo>
                    <a:pt x="3781" y="1363"/>
                  </a:lnTo>
                  <a:cubicBezTo>
                    <a:pt x="3970" y="1363"/>
                    <a:pt x="4127" y="1205"/>
                    <a:pt x="4127" y="1016"/>
                  </a:cubicBezTo>
                  <a:lnTo>
                    <a:pt x="4127" y="670"/>
                  </a:lnTo>
                  <a:cubicBezTo>
                    <a:pt x="4127" y="260"/>
                    <a:pt x="3812" y="8"/>
                    <a:pt x="3466" y="8"/>
                  </a:cubicBezTo>
                  <a:lnTo>
                    <a:pt x="756" y="8"/>
                  </a:lnTo>
                  <a:cubicBezTo>
                    <a:pt x="718" y="3"/>
                    <a:pt x="681" y="0"/>
                    <a:pt x="6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5542;p65">
              <a:extLst>
                <a:ext uri="{FF2B5EF4-FFF2-40B4-BE49-F238E27FC236}">
                  <a16:creationId xmlns:a16="http://schemas.microsoft.com/office/drawing/2014/main" id="{63B4037B-7BD7-F681-9BC7-C1CDDF45346E}"/>
                </a:ext>
              </a:extLst>
            </p:cNvPr>
            <p:cNvSpPr/>
            <p:nvPr/>
          </p:nvSpPr>
          <p:spPr>
            <a:xfrm>
              <a:off x="-31042375" y="3346200"/>
              <a:ext cx="16550" cy="18150"/>
            </a:xfrm>
            <a:custGeom>
              <a:avLst/>
              <a:gdLst/>
              <a:ahLst/>
              <a:cxnLst/>
              <a:rect l="l" t="t" r="r" b="b"/>
              <a:pathLst>
                <a:path w="662" h="726" extrusionOk="0">
                  <a:moveTo>
                    <a:pt x="1" y="1"/>
                  </a:moveTo>
                  <a:lnTo>
                    <a:pt x="1" y="725"/>
                  </a:lnTo>
                  <a:lnTo>
                    <a:pt x="662" y="725"/>
                  </a:lnTo>
                  <a:lnTo>
                    <a:pt x="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5543;p65">
              <a:extLst>
                <a:ext uri="{FF2B5EF4-FFF2-40B4-BE49-F238E27FC236}">
                  <a16:creationId xmlns:a16="http://schemas.microsoft.com/office/drawing/2014/main" id="{AE546204-A03E-BC98-923F-B446B025EF86}"/>
                </a:ext>
              </a:extLst>
            </p:cNvPr>
            <p:cNvSpPr/>
            <p:nvPr/>
          </p:nvSpPr>
          <p:spPr>
            <a:xfrm>
              <a:off x="-31042375" y="3278475"/>
              <a:ext cx="16550" cy="16550"/>
            </a:xfrm>
            <a:custGeom>
              <a:avLst/>
              <a:gdLst/>
              <a:ahLst/>
              <a:cxnLst/>
              <a:rect l="l" t="t" r="r" b="b"/>
              <a:pathLst>
                <a:path w="662" h="662" extrusionOk="0">
                  <a:moveTo>
                    <a:pt x="1" y="0"/>
                  </a:moveTo>
                  <a:lnTo>
                    <a:pt x="1" y="662"/>
                  </a:lnTo>
                  <a:lnTo>
                    <a:pt x="662" y="662"/>
                  </a:lnTo>
                  <a:lnTo>
                    <a:pt x="6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5544;p65">
              <a:extLst>
                <a:ext uri="{FF2B5EF4-FFF2-40B4-BE49-F238E27FC236}">
                  <a16:creationId xmlns:a16="http://schemas.microsoft.com/office/drawing/2014/main" id="{93D22C43-8E0C-8F18-169F-8CEC22D509E5}"/>
                </a:ext>
              </a:extLst>
            </p:cNvPr>
            <p:cNvSpPr/>
            <p:nvPr/>
          </p:nvSpPr>
          <p:spPr>
            <a:xfrm>
              <a:off x="-31042375" y="3416300"/>
              <a:ext cx="16550" cy="16575"/>
            </a:xfrm>
            <a:custGeom>
              <a:avLst/>
              <a:gdLst/>
              <a:ahLst/>
              <a:cxnLst/>
              <a:rect l="l" t="t" r="r" b="b"/>
              <a:pathLst>
                <a:path w="662" h="663" extrusionOk="0">
                  <a:moveTo>
                    <a:pt x="1" y="1"/>
                  </a:moveTo>
                  <a:lnTo>
                    <a:pt x="1" y="662"/>
                  </a:lnTo>
                  <a:lnTo>
                    <a:pt x="662" y="662"/>
                  </a:lnTo>
                  <a:lnTo>
                    <a:pt x="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5545;p65">
              <a:extLst>
                <a:ext uri="{FF2B5EF4-FFF2-40B4-BE49-F238E27FC236}">
                  <a16:creationId xmlns:a16="http://schemas.microsoft.com/office/drawing/2014/main" id="{9A09C3B9-FDCC-3662-C86E-D003B975CFBA}"/>
                </a:ext>
              </a:extLst>
            </p:cNvPr>
            <p:cNvSpPr/>
            <p:nvPr/>
          </p:nvSpPr>
          <p:spPr>
            <a:xfrm>
              <a:off x="-31094350" y="3210725"/>
              <a:ext cx="222900" cy="274925"/>
            </a:xfrm>
            <a:custGeom>
              <a:avLst/>
              <a:gdLst/>
              <a:ahLst/>
              <a:cxnLst/>
              <a:rect l="l" t="t" r="r" b="b"/>
              <a:pathLst>
                <a:path w="8916" h="10997" extrusionOk="0">
                  <a:moveTo>
                    <a:pt x="7183" y="2049"/>
                  </a:moveTo>
                  <a:cubicBezTo>
                    <a:pt x="7404" y="2049"/>
                    <a:pt x="7561" y="2206"/>
                    <a:pt x="7561" y="2395"/>
                  </a:cubicBezTo>
                  <a:cubicBezTo>
                    <a:pt x="7561" y="2584"/>
                    <a:pt x="7404" y="2742"/>
                    <a:pt x="7183" y="2742"/>
                  </a:cubicBezTo>
                  <a:lnTo>
                    <a:pt x="4474" y="2742"/>
                  </a:lnTo>
                  <a:cubicBezTo>
                    <a:pt x="4285" y="2742"/>
                    <a:pt x="4127" y="2584"/>
                    <a:pt x="4127" y="2395"/>
                  </a:cubicBezTo>
                  <a:cubicBezTo>
                    <a:pt x="4127" y="2206"/>
                    <a:pt x="4285" y="2049"/>
                    <a:pt x="4474" y="2049"/>
                  </a:cubicBezTo>
                  <a:close/>
                  <a:moveTo>
                    <a:pt x="3151" y="2017"/>
                  </a:moveTo>
                  <a:cubicBezTo>
                    <a:pt x="3340" y="2017"/>
                    <a:pt x="3497" y="2175"/>
                    <a:pt x="3497" y="2364"/>
                  </a:cubicBezTo>
                  <a:lnTo>
                    <a:pt x="3497" y="3750"/>
                  </a:lnTo>
                  <a:cubicBezTo>
                    <a:pt x="3497" y="3939"/>
                    <a:pt x="3340" y="4097"/>
                    <a:pt x="3151" y="4097"/>
                  </a:cubicBezTo>
                  <a:lnTo>
                    <a:pt x="1764" y="4097"/>
                  </a:lnTo>
                  <a:cubicBezTo>
                    <a:pt x="1575" y="4097"/>
                    <a:pt x="1418" y="3939"/>
                    <a:pt x="1418" y="3750"/>
                  </a:cubicBezTo>
                  <a:lnTo>
                    <a:pt x="1418" y="2364"/>
                  </a:lnTo>
                  <a:cubicBezTo>
                    <a:pt x="1418" y="2175"/>
                    <a:pt x="1575" y="2017"/>
                    <a:pt x="1764" y="2017"/>
                  </a:cubicBezTo>
                  <a:close/>
                  <a:moveTo>
                    <a:pt x="5860" y="3372"/>
                  </a:moveTo>
                  <a:cubicBezTo>
                    <a:pt x="6049" y="3372"/>
                    <a:pt x="6207" y="3529"/>
                    <a:pt x="6207" y="3750"/>
                  </a:cubicBezTo>
                  <a:cubicBezTo>
                    <a:pt x="6207" y="3939"/>
                    <a:pt x="6049" y="4097"/>
                    <a:pt x="5860" y="4097"/>
                  </a:cubicBezTo>
                  <a:lnTo>
                    <a:pt x="4474" y="4097"/>
                  </a:lnTo>
                  <a:cubicBezTo>
                    <a:pt x="4285" y="4097"/>
                    <a:pt x="4127" y="3939"/>
                    <a:pt x="4127" y="3750"/>
                  </a:cubicBezTo>
                  <a:cubicBezTo>
                    <a:pt x="4127" y="3529"/>
                    <a:pt x="4285" y="3372"/>
                    <a:pt x="4474" y="3372"/>
                  </a:cubicBezTo>
                  <a:close/>
                  <a:moveTo>
                    <a:pt x="7183" y="4758"/>
                  </a:moveTo>
                  <a:cubicBezTo>
                    <a:pt x="7404" y="4758"/>
                    <a:pt x="7561" y="4916"/>
                    <a:pt x="7561" y="5105"/>
                  </a:cubicBezTo>
                  <a:cubicBezTo>
                    <a:pt x="7561" y="5325"/>
                    <a:pt x="7404" y="5483"/>
                    <a:pt x="7183" y="5483"/>
                  </a:cubicBezTo>
                  <a:lnTo>
                    <a:pt x="4474" y="5483"/>
                  </a:lnTo>
                  <a:cubicBezTo>
                    <a:pt x="4285" y="5483"/>
                    <a:pt x="4127" y="5325"/>
                    <a:pt x="4127" y="5105"/>
                  </a:cubicBezTo>
                  <a:cubicBezTo>
                    <a:pt x="4127" y="4916"/>
                    <a:pt x="4285" y="4758"/>
                    <a:pt x="4474" y="4758"/>
                  </a:cubicBezTo>
                  <a:close/>
                  <a:moveTo>
                    <a:pt x="3151" y="4758"/>
                  </a:moveTo>
                  <a:cubicBezTo>
                    <a:pt x="3340" y="4758"/>
                    <a:pt x="3497" y="4916"/>
                    <a:pt x="3497" y="5105"/>
                  </a:cubicBezTo>
                  <a:lnTo>
                    <a:pt x="3497" y="6491"/>
                  </a:lnTo>
                  <a:cubicBezTo>
                    <a:pt x="3497" y="6680"/>
                    <a:pt x="3340" y="6837"/>
                    <a:pt x="3151" y="6837"/>
                  </a:cubicBezTo>
                  <a:lnTo>
                    <a:pt x="1764" y="6837"/>
                  </a:lnTo>
                  <a:cubicBezTo>
                    <a:pt x="1575" y="6837"/>
                    <a:pt x="1418" y="6680"/>
                    <a:pt x="1418" y="6491"/>
                  </a:cubicBezTo>
                  <a:lnTo>
                    <a:pt x="1418" y="5105"/>
                  </a:lnTo>
                  <a:cubicBezTo>
                    <a:pt x="1418" y="4916"/>
                    <a:pt x="1575" y="4758"/>
                    <a:pt x="1764" y="4758"/>
                  </a:cubicBezTo>
                  <a:close/>
                  <a:moveTo>
                    <a:pt x="5860" y="6144"/>
                  </a:moveTo>
                  <a:cubicBezTo>
                    <a:pt x="6049" y="6144"/>
                    <a:pt x="6207" y="6302"/>
                    <a:pt x="6207" y="6491"/>
                  </a:cubicBezTo>
                  <a:cubicBezTo>
                    <a:pt x="6207" y="6680"/>
                    <a:pt x="6049" y="6837"/>
                    <a:pt x="5860" y="6837"/>
                  </a:cubicBezTo>
                  <a:lnTo>
                    <a:pt x="4474" y="6837"/>
                  </a:lnTo>
                  <a:cubicBezTo>
                    <a:pt x="4285" y="6837"/>
                    <a:pt x="4127" y="6680"/>
                    <a:pt x="4127" y="6491"/>
                  </a:cubicBezTo>
                  <a:cubicBezTo>
                    <a:pt x="4127" y="6302"/>
                    <a:pt x="4285" y="6144"/>
                    <a:pt x="4474" y="6144"/>
                  </a:cubicBezTo>
                  <a:close/>
                  <a:moveTo>
                    <a:pt x="7183" y="7562"/>
                  </a:moveTo>
                  <a:cubicBezTo>
                    <a:pt x="7404" y="7562"/>
                    <a:pt x="7561" y="7720"/>
                    <a:pt x="7561" y="7909"/>
                  </a:cubicBezTo>
                  <a:cubicBezTo>
                    <a:pt x="7561" y="8098"/>
                    <a:pt x="7404" y="8255"/>
                    <a:pt x="7183" y="8255"/>
                  </a:cubicBezTo>
                  <a:lnTo>
                    <a:pt x="4474" y="8255"/>
                  </a:lnTo>
                  <a:cubicBezTo>
                    <a:pt x="4285" y="8255"/>
                    <a:pt x="4127" y="8098"/>
                    <a:pt x="4127" y="7909"/>
                  </a:cubicBezTo>
                  <a:cubicBezTo>
                    <a:pt x="4127" y="7720"/>
                    <a:pt x="4285" y="7562"/>
                    <a:pt x="4474" y="7562"/>
                  </a:cubicBezTo>
                  <a:close/>
                  <a:moveTo>
                    <a:pt x="3151" y="7531"/>
                  </a:moveTo>
                  <a:cubicBezTo>
                    <a:pt x="3340" y="7531"/>
                    <a:pt x="3497" y="7657"/>
                    <a:pt x="3497" y="7877"/>
                  </a:cubicBezTo>
                  <a:lnTo>
                    <a:pt x="3497" y="9232"/>
                  </a:lnTo>
                  <a:cubicBezTo>
                    <a:pt x="3497" y="9452"/>
                    <a:pt x="3340" y="9610"/>
                    <a:pt x="3151" y="9610"/>
                  </a:cubicBezTo>
                  <a:lnTo>
                    <a:pt x="1764" y="9610"/>
                  </a:lnTo>
                  <a:cubicBezTo>
                    <a:pt x="1575" y="9610"/>
                    <a:pt x="1418" y="9452"/>
                    <a:pt x="1418" y="9232"/>
                  </a:cubicBezTo>
                  <a:lnTo>
                    <a:pt x="1418" y="7877"/>
                  </a:lnTo>
                  <a:cubicBezTo>
                    <a:pt x="1418" y="7657"/>
                    <a:pt x="1575" y="7531"/>
                    <a:pt x="1764" y="7531"/>
                  </a:cubicBezTo>
                  <a:close/>
                  <a:moveTo>
                    <a:pt x="5860" y="8885"/>
                  </a:moveTo>
                  <a:cubicBezTo>
                    <a:pt x="6049" y="8885"/>
                    <a:pt x="6207" y="9043"/>
                    <a:pt x="6207" y="9232"/>
                  </a:cubicBezTo>
                  <a:cubicBezTo>
                    <a:pt x="6207" y="9452"/>
                    <a:pt x="6049" y="9610"/>
                    <a:pt x="5860" y="9610"/>
                  </a:cubicBezTo>
                  <a:lnTo>
                    <a:pt x="4474" y="9610"/>
                  </a:lnTo>
                  <a:cubicBezTo>
                    <a:pt x="4285" y="9610"/>
                    <a:pt x="4127" y="9452"/>
                    <a:pt x="4127" y="9232"/>
                  </a:cubicBezTo>
                  <a:cubicBezTo>
                    <a:pt x="4127" y="9043"/>
                    <a:pt x="4285" y="8885"/>
                    <a:pt x="4474" y="8885"/>
                  </a:cubicBezTo>
                  <a:close/>
                  <a:moveTo>
                    <a:pt x="1040" y="1"/>
                  </a:moveTo>
                  <a:cubicBezTo>
                    <a:pt x="504" y="1"/>
                    <a:pt x="0" y="473"/>
                    <a:pt x="0" y="1009"/>
                  </a:cubicBezTo>
                  <a:lnTo>
                    <a:pt x="0" y="9956"/>
                  </a:lnTo>
                  <a:cubicBezTo>
                    <a:pt x="32" y="10524"/>
                    <a:pt x="504" y="10996"/>
                    <a:pt x="1040" y="10996"/>
                  </a:cubicBezTo>
                  <a:lnTo>
                    <a:pt x="7908" y="10996"/>
                  </a:lnTo>
                  <a:cubicBezTo>
                    <a:pt x="8444" y="10996"/>
                    <a:pt x="8916" y="10524"/>
                    <a:pt x="8916" y="9956"/>
                  </a:cubicBezTo>
                  <a:lnTo>
                    <a:pt x="8916" y="1009"/>
                  </a:lnTo>
                  <a:cubicBezTo>
                    <a:pt x="8916" y="473"/>
                    <a:pt x="8444" y="1"/>
                    <a:pt x="7908" y="1"/>
                  </a:cubicBezTo>
                  <a:lnTo>
                    <a:pt x="7183" y="1"/>
                  </a:lnTo>
                  <a:lnTo>
                    <a:pt x="7183" y="347"/>
                  </a:lnTo>
                  <a:cubicBezTo>
                    <a:pt x="7183" y="915"/>
                    <a:pt x="6711" y="1387"/>
                    <a:pt x="6175" y="1387"/>
                  </a:cubicBezTo>
                  <a:lnTo>
                    <a:pt x="2741" y="1387"/>
                  </a:lnTo>
                  <a:cubicBezTo>
                    <a:pt x="2206" y="1387"/>
                    <a:pt x="1733" y="915"/>
                    <a:pt x="1733" y="347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5546;p65">
              <a:extLst>
                <a:ext uri="{FF2B5EF4-FFF2-40B4-BE49-F238E27FC236}">
                  <a16:creationId xmlns:a16="http://schemas.microsoft.com/office/drawing/2014/main" id="{37956A06-38AD-2297-FC36-89724EE165AE}"/>
                </a:ext>
              </a:extLst>
            </p:cNvPr>
            <p:cNvSpPr/>
            <p:nvPr/>
          </p:nvSpPr>
          <p:spPr>
            <a:xfrm>
              <a:off x="-30853350" y="3295000"/>
              <a:ext cx="51225" cy="104000"/>
            </a:xfrm>
            <a:custGeom>
              <a:avLst/>
              <a:gdLst/>
              <a:ahLst/>
              <a:cxnLst/>
              <a:rect l="l" t="t" r="r" b="b"/>
              <a:pathLst>
                <a:path w="2049" h="4160" extrusionOk="0">
                  <a:moveTo>
                    <a:pt x="1" y="1"/>
                  </a:moveTo>
                  <a:lnTo>
                    <a:pt x="1" y="4160"/>
                  </a:lnTo>
                  <a:lnTo>
                    <a:pt x="2049" y="4160"/>
                  </a:lnTo>
                  <a:lnTo>
                    <a:pt x="20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5547;p65">
              <a:extLst>
                <a:ext uri="{FF2B5EF4-FFF2-40B4-BE49-F238E27FC236}">
                  <a16:creationId xmlns:a16="http://schemas.microsoft.com/office/drawing/2014/main" id="{4BE014DC-526B-9817-0AD5-E61F34F09716}"/>
                </a:ext>
              </a:extLst>
            </p:cNvPr>
            <p:cNvSpPr/>
            <p:nvPr/>
          </p:nvSpPr>
          <p:spPr>
            <a:xfrm>
              <a:off x="-30853350" y="322727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2048"/>
                  </a:lnTo>
                  <a:lnTo>
                    <a:pt x="2049" y="2048"/>
                  </a:lnTo>
                  <a:lnTo>
                    <a:pt x="2049" y="1040"/>
                  </a:lnTo>
                  <a:cubicBezTo>
                    <a:pt x="2049" y="473"/>
                    <a:pt x="1576" y="1"/>
                    <a:pt x="10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5548;p65">
              <a:extLst>
                <a:ext uri="{FF2B5EF4-FFF2-40B4-BE49-F238E27FC236}">
                  <a16:creationId xmlns:a16="http://schemas.microsoft.com/office/drawing/2014/main" id="{EE42A347-E1A2-C324-E88B-192B8F1BC967}"/>
                </a:ext>
              </a:extLst>
            </p:cNvPr>
            <p:cNvSpPr/>
            <p:nvPr/>
          </p:nvSpPr>
          <p:spPr>
            <a:xfrm>
              <a:off x="-30851775" y="3416300"/>
              <a:ext cx="46500" cy="51225"/>
            </a:xfrm>
            <a:custGeom>
              <a:avLst/>
              <a:gdLst/>
              <a:ahLst/>
              <a:cxnLst/>
              <a:rect l="l" t="t" r="r" b="b"/>
              <a:pathLst>
                <a:path w="1860" h="2049" extrusionOk="0">
                  <a:moveTo>
                    <a:pt x="1" y="1"/>
                  </a:moveTo>
                  <a:lnTo>
                    <a:pt x="599" y="1796"/>
                  </a:lnTo>
                  <a:cubicBezTo>
                    <a:pt x="694" y="1985"/>
                    <a:pt x="788" y="2048"/>
                    <a:pt x="946" y="2048"/>
                  </a:cubicBezTo>
                  <a:cubicBezTo>
                    <a:pt x="1103" y="2048"/>
                    <a:pt x="1229" y="1985"/>
                    <a:pt x="1261" y="1796"/>
                  </a:cubicBezTo>
                  <a:lnTo>
                    <a:pt x="18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" name="Google Shape;16942;p68">
            <a:extLst>
              <a:ext uri="{FF2B5EF4-FFF2-40B4-BE49-F238E27FC236}">
                <a16:creationId xmlns:a16="http://schemas.microsoft.com/office/drawing/2014/main" id="{8A4E5E3A-F1FC-9BC2-CB7B-35F27F8C05E7}"/>
              </a:ext>
            </a:extLst>
          </p:cNvPr>
          <p:cNvGrpSpPr/>
          <p:nvPr/>
        </p:nvGrpSpPr>
        <p:grpSpPr>
          <a:xfrm>
            <a:off x="5065519" y="1405712"/>
            <a:ext cx="421927" cy="419659"/>
            <a:chOff x="-6329100" y="3632100"/>
            <a:chExt cx="293025" cy="291450"/>
          </a:xfrm>
        </p:grpSpPr>
        <p:sp>
          <p:nvSpPr>
            <p:cNvPr id="12" name="Google Shape;16943;p68">
              <a:extLst>
                <a:ext uri="{FF2B5EF4-FFF2-40B4-BE49-F238E27FC236}">
                  <a16:creationId xmlns:a16="http://schemas.microsoft.com/office/drawing/2014/main" id="{14E8FBDD-64D8-FA8F-7B33-C175A388E6B1}"/>
                </a:ext>
              </a:extLst>
            </p:cNvPr>
            <p:cNvSpPr/>
            <p:nvPr/>
          </p:nvSpPr>
          <p:spPr>
            <a:xfrm>
              <a:off x="-6210700" y="3751600"/>
              <a:ext cx="174625" cy="171950"/>
            </a:xfrm>
            <a:custGeom>
              <a:avLst/>
              <a:gdLst/>
              <a:ahLst/>
              <a:cxnLst/>
              <a:rect l="l" t="t" r="r" b="b"/>
              <a:pathLst>
                <a:path w="6985" h="6878" extrusionOk="0">
                  <a:moveTo>
                    <a:pt x="492" y="0"/>
                  </a:moveTo>
                  <a:cubicBezTo>
                    <a:pt x="219" y="0"/>
                    <a:pt x="0" y="235"/>
                    <a:pt x="85" y="545"/>
                  </a:cubicBezTo>
                  <a:lnTo>
                    <a:pt x="1503" y="5712"/>
                  </a:lnTo>
                  <a:cubicBezTo>
                    <a:pt x="1559" y="5882"/>
                    <a:pt x="1707" y="5984"/>
                    <a:pt x="1856" y="5984"/>
                  </a:cubicBezTo>
                  <a:cubicBezTo>
                    <a:pt x="1956" y="5984"/>
                    <a:pt x="2057" y="5939"/>
                    <a:pt x="2133" y="5838"/>
                  </a:cubicBezTo>
                  <a:lnTo>
                    <a:pt x="2889" y="4735"/>
                  </a:lnTo>
                  <a:lnTo>
                    <a:pt x="3739" y="5712"/>
                  </a:lnTo>
                  <a:lnTo>
                    <a:pt x="4622" y="6594"/>
                  </a:lnTo>
                  <a:cubicBezTo>
                    <a:pt x="4811" y="6783"/>
                    <a:pt x="5086" y="6878"/>
                    <a:pt x="5362" y="6878"/>
                  </a:cubicBezTo>
                  <a:cubicBezTo>
                    <a:pt x="5638" y="6878"/>
                    <a:pt x="5913" y="6783"/>
                    <a:pt x="6102" y="6594"/>
                  </a:cubicBezTo>
                  <a:lnTo>
                    <a:pt x="6575" y="6122"/>
                  </a:lnTo>
                  <a:cubicBezTo>
                    <a:pt x="6984" y="5712"/>
                    <a:pt x="6984" y="5113"/>
                    <a:pt x="6575" y="4672"/>
                  </a:cubicBezTo>
                  <a:lnTo>
                    <a:pt x="4811" y="2814"/>
                  </a:lnTo>
                  <a:lnTo>
                    <a:pt x="5913" y="2058"/>
                  </a:lnTo>
                  <a:cubicBezTo>
                    <a:pt x="6134" y="1900"/>
                    <a:pt x="6102" y="1522"/>
                    <a:pt x="5787" y="1427"/>
                  </a:cubicBezTo>
                  <a:lnTo>
                    <a:pt x="589" y="10"/>
                  </a:lnTo>
                  <a:cubicBezTo>
                    <a:pt x="556" y="3"/>
                    <a:pt x="524" y="0"/>
                    <a:pt x="4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944;p68">
              <a:extLst>
                <a:ext uri="{FF2B5EF4-FFF2-40B4-BE49-F238E27FC236}">
                  <a16:creationId xmlns:a16="http://schemas.microsoft.com/office/drawing/2014/main" id="{CAA3B4CD-E672-EE0B-C06D-AF8E49E17D53}"/>
                </a:ext>
              </a:extLst>
            </p:cNvPr>
            <p:cNvSpPr/>
            <p:nvPr/>
          </p:nvSpPr>
          <p:spPr>
            <a:xfrm>
              <a:off x="-6272400" y="3691975"/>
              <a:ext cx="136300" cy="135500"/>
            </a:xfrm>
            <a:custGeom>
              <a:avLst/>
              <a:gdLst/>
              <a:ahLst/>
              <a:cxnLst/>
              <a:rect l="l" t="t" r="r" b="b"/>
              <a:pathLst>
                <a:path w="5452" h="5420" extrusionOk="0">
                  <a:moveTo>
                    <a:pt x="2742" y="0"/>
                  </a:moveTo>
                  <a:cubicBezTo>
                    <a:pt x="1261" y="0"/>
                    <a:pt x="1" y="1229"/>
                    <a:pt x="1" y="2710"/>
                  </a:cubicBezTo>
                  <a:cubicBezTo>
                    <a:pt x="1" y="4127"/>
                    <a:pt x="1041" y="5293"/>
                    <a:pt x="2427" y="5419"/>
                  </a:cubicBezTo>
                  <a:lnTo>
                    <a:pt x="2112" y="4317"/>
                  </a:lnTo>
                  <a:cubicBezTo>
                    <a:pt x="1482" y="4096"/>
                    <a:pt x="1009" y="3466"/>
                    <a:pt x="1009" y="2741"/>
                  </a:cubicBezTo>
                  <a:cubicBezTo>
                    <a:pt x="1041" y="1765"/>
                    <a:pt x="1828" y="1009"/>
                    <a:pt x="2773" y="1009"/>
                  </a:cubicBezTo>
                  <a:cubicBezTo>
                    <a:pt x="3530" y="1009"/>
                    <a:pt x="4128" y="1481"/>
                    <a:pt x="4349" y="2143"/>
                  </a:cubicBezTo>
                  <a:lnTo>
                    <a:pt x="5451" y="2458"/>
                  </a:lnTo>
                  <a:cubicBezTo>
                    <a:pt x="5294" y="1072"/>
                    <a:pt x="4160" y="0"/>
                    <a:pt x="27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6945;p68">
              <a:extLst>
                <a:ext uri="{FF2B5EF4-FFF2-40B4-BE49-F238E27FC236}">
                  <a16:creationId xmlns:a16="http://schemas.microsoft.com/office/drawing/2014/main" id="{DB2E8E4D-1571-36C2-35A6-ACD7934878FF}"/>
                </a:ext>
              </a:extLst>
            </p:cNvPr>
            <p:cNvSpPr/>
            <p:nvPr/>
          </p:nvSpPr>
          <p:spPr>
            <a:xfrm>
              <a:off x="-6329100" y="3632100"/>
              <a:ext cx="257575" cy="256025"/>
            </a:xfrm>
            <a:custGeom>
              <a:avLst/>
              <a:gdLst/>
              <a:ahLst/>
              <a:cxnLst/>
              <a:rect l="l" t="t" r="r" b="b"/>
              <a:pathLst>
                <a:path w="10303" h="10241" extrusionOk="0">
                  <a:moveTo>
                    <a:pt x="5136" y="1"/>
                  </a:moveTo>
                  <a:cubicBezTo>
                    <a:pt x="2301" y="1"/>
                    <a:pt x="1" y="2269"/>
                    <a:pt x="1" y="5105"/>
                  </a:cubicBezTo>
                  <a:cubicBezTo>
                    <a:pt x="1" y="7972"/>
                    <a:pt x="2332" y="10240"/>
                    <a:pt x="5136" y="10240"/>
                  </a:cubicBezTo>
                  <a:cubicBezTo>
                    <a:pt x="5262" y="10240"/>
                    <a:pt x="5356" y="10240"/>
                    <a:pt x="5451" y="10177"/>
                  </a:cubicBezTo>
                  <a:lnTo>
                    <a:pt x="4978" y="8444"/>
                  </a:lnTo>
                  <a:cubicBezTo>
                    <a:pt x="4959" y="8445"/>
                    <a:pt x="4940" y="8445"/>
                    <a:pt x="4921" y="8445"/>
                  </a:cubicBezTo>
                  <a:cubicBezTo>
                    <a:pt x="3089" y="8445"/>
                    <a:pt x="1639" y="6945"/>
                    <a:pt x="1639" y="5105"/>
                  </a:cubicBezTo>
                  <a:cubicBezTo>
                    <a:pt x="1639" y="3214"/>
                    <a:pt x="3151" y="1702"/>
                    <a:pt x="5073" y="1702"/>
                  </a:cubicBezTo>
                  <a:cubicBezTo>
                    <a:pt x="6900" y="1702"/>
                    <a:pt x="8412" y="3151"/>
                    <a:pt x="8475" y="4979"/>
                  </a:cubicBezTo>
                  <a:lnTo>
                    <a:pt x="10208" y="5451"/>
                  </a:lnTo>
                  <a:cubicBezTo>
                    <a:pt x="10303" y="4002"/>
                    <a:pt x="9799" y="2553"/>
                    <a:pt x="8759" y="1482"/>
                  </a:cubicBezTo>
                  <a:cubicBezTo>
                    <a:pt x="7782" y="505"/>
                    <a:pt x="6522" y="1"/>
                    <a:pt x="5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33640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1">
          <a:extLst>
            <a:ext uri="{FF2B5EF4-FFF2-40B4-BE49-F238E27FC236}">
              <a16:creationId xmlns:a16="http://schemas.microsoft.com/office/drawing/2014/main" id="{EF64023C-E03C-9CFB-C569-AAD38C207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2" name="Google Shape;8932;p34">
            <a:extLst>
              <a:ext uri="{FF2B5EF4-FFF2-40B4-BE49-F238E27FC236}">
                <a16:creationId xmlns:a16="http://schemas.microsoft.com/office/drawing/2014/main" id="{678188A6-5456-BEC5-EF0A-EBD769E107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0700" y="3538877"/>
            <a:ext cx="7433373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0" i="0"/>
              <a:t>Project Plan </a:t>
            </a:r>
            <a:endParaRPr/>
          </a:p>
        </p:txBody>
      </p:sp>
      <p:sp>
        <p:nvSpPr>
          <p:cNvPr id="8933" name="Google Shape;8933;p34">
            <a:extLst>
              <a:ext uri="{FF2B5EF4-FFF2-40B4-BE49-F238E27FC236}">
                <a16:creationId xmlns:a16="http://schemas.microsoft.com/office/drawing/2014/main" id="{C7C544EE-6D66-4FEE-7F9C-AEB6BF89665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60700" y="2571750"/>
            <a:ext cx="1281912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935" name="Google Shape;8935;p34">
            <a:extLst>
              <a:ext uri="{FF2B5EF4-FFF2-40B4-BE49-F238E27FC236}">
                <a16:creationId xmlns:a16="http://schemas.microsoft.com/office/drawing/2014/main" id="{43D83D83-31BD-9A41-F885-16B4F80F12DF}"/>
              </a:ext>
            </a:extLst>
          </p:cNvPr>
          <p:cNvSpPr/>
          <p:nvPr/>
        </p:nvSpPr>
        <p:spPr>
          <a:xfrm>
            <a:off x="-206742" y="670818"/>
            <a:ext cx="1281912" cy="1162406"/>
          </a:xfrm>
          <a:custGeom>
            <a:avLst/>
            <a:gdLst/>
            <a:ahLst/>
            <a:cxnLst/>
            <a:rect l="l" t="t" r="r" b="b"/>
            <a:pathLst>
              <a:path w="10452" h="9478" extrusionOk="0">
                <a:moveTo>
                  <a:pt x="5225" y="0"/>
                </a:moveTo>
                <a:cubicBezTo>
                  <a:pt x="4038" y="0"/>
                  <a:pt x="2851" y="443"/>
                  <a:pt x="1932" y="1332"/>
                </a:cubicBezTo>
                <a:cubicBezTo>
                  <a:pt x="52" y="3150"/>
                  <a:pt x="0" y="6154"/>
                  <a:pt x="1819" y="8034"/>
                </a:cubicBezTo>
                <a:cubicBezTo>
                  <a:pt x="2748" y="8994"/>
                  <a:pt x="3985" y="9477"/>
                  <a:pt x="5224" y="9477"/>
                </a:cubicBezTo>
                <a:cubicBezTo>
                  <a:pt x="6409" y="9477"/>
                  <a:pt x="7597" y="9035"/>
                  <a:pt x="8521" y="8146"/>
                </a:cubicBezTo>
                <a:cubicBezTo>
                  <a:pt x="10400" y="6328"/>
                  <a:pt x="10452" y="3324"/>
                  <a:pt x="8633" y="1444"/>
                </a:cubicBezTo>
                <a:cubicBezTo>
                  <a:pt x="7704" y="484"/>
                  <a:pt x="6465" y="0"/>
                  <a:pt x="52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36" name="Google Shape;8936;p34">
            <a:extLst>
              <a:ext uri="{FF2B5EF4-FFF2-40B4-BE49-F238E27FC236}">
                <a16:creationId xmlns:a16="http://schemas.microsoft.com/office/drawing/2014/main" id="{359A2352-D31D-0468-4CE4-5EE6F1CF4D1F}"/>
              </a:ext>
            </a:extLst>
          </p:cNvPr>
          <p:cNvGrpSpPr/>
          <p:nvPr/>
        </p:nvGrpSpPr>
        <p:grpSpPr>
          <a:xfrm>
            <a:off x="4041832" y="387090"/>
            <a:ext cx="1517538" cy="1495345"/>
            <a:chOff x="-1517525" y="-541175"/>
            <a:chExt cx="1096725" cy="1080686"/>
          </a:xfrm>
        </p:grpSpPr>
        <p:sp>
          <p:nvSpPr>
            <p:cNvPr id="8937" name="Google Shape;8937;p34">
              <a:extLst>
                <a:ext uri="{FF2B5EF4-FFF2-40B4-BE49-F238E27FC236}">
                  <a16:creationId xmlns:a16="http://schemas.microsoft.com/office/drawing/2014/main" id="{99591E16-44DE-E78C-BA54-AA9CE2EF71BC}"/>
                </a:ext>
              </a:extLst>
            </p:cNvPr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8" name="Google Shape;8938;p34">
              <a:extLst>
                <a:ext uri="{FF2B5EF4-FFF2-40B4-BE49-F238E27FC236}">
                  <a16:creationId xmlns:a16="http://schemas.microsoft.com/office/drawing/2014/main" id="{9566DB6B-9FF0-0EBC-F8C4-76615B6919C1}"/>
                </a:ext>
              </a:extLst>
            </p:cNvPr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9" name="Google Shape;8939;p34">
              <a:extLst>
                <a:ext uri="{FF2B5EF4-FFF2-40B4-BE49-F238E27FC236}">
                  <a16:creationId xmlns:a16="http://schemas.microsoft.com/office/drawing/2014/main" id="{23181BC9-103F-A209-C6ED-F9B48487F023}"/>
                </a:ext>
              </a:extLst>
            </p:cNvPr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0" name="Google Shape;8940;p34">
              <a:extLst>
                <a:ext uri="{FF2B5EF4-FFF2-40B4-BE49-F238E27FC236}">
                  <a16:creationId xmlns:a16="http://schemas.microsoft.com/office/drawing/2014/main" id="{5FDDEA97-CF4C-163A-F58C-6DA710AB6B39}"/>
                </a:ext>
              </a:extLst>
            </p:cNvPr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1" name="Google Shape;8941;p34">
              <a:extLst>
                <a:ext uri="{FF2B5EF4-FFF2-40B4-BE49-F238E27FC236}">
                  <a16:creationId xmlns:a16="http://schemas.microsoft.com/office/drawing/2014/main" id="{0023C5BD-8715-54A0-3A20-83DA62D4FD27}"/>
                </a:ext>
              </a:extLst>
            </p:cNvPr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2" name="Google Shape;8942;p34">
              <a:extLst>
                <a:ext uri="{FF2B5EF4-FFF2-40B4-BE49-F238E27FC236}">
                  <a16:creationId xmlns:a16="http://schemas.microsoft.com/office/drawing/2014/main" id="{E2BD2E3F-FBF5-C2AE-3894-9866FD32ED5B}"/>
                </a:ext>
              </a:extLst>
            </p:cNvPr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3" name="Google Shape;8943;p34">
              <a:extLst>
                <a:ext uri="{FF2B5EF4-FFF2-40B4-BE49-F238E27FC236}">
                  <a16:creationId xmlns:a16="http://schemas.microsoft.com/office/drawing/2014/main" id="{4AF8A9DF-E6D8-0D12-6ED6-38693EF521A3}"/>
                </a:ext>
              </a:extLst>
            </p:cNvPr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4" name="Google Shape;8944;p34">
              <a:extLst>
                <a:ext uri="{FF2B5EF4-FFF2-40B4-BE49-F238E27FC236}">
                  <a16:creationId xmlns:a16="http://schemas.microsoft.com/office/drawing/2014/main" id="{B435999E-D213-6748-5AE8-4D9FFFA07BB4}"/>
                </a:ext>
              </a:extLst>
            </p:cNvPr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5" name="Google Shape;8945;p34">
              <a:extLst>
                <a:ext uri="{FF2B5EF4-FFF2-40B4-BE49-F238E27FC236}">
                  <a16:creationId xmlns:a16="http://schemas.microsoft.com/office/drawing/2014/main" id="{DA3AF9B9-2193-48A3-8367-26DC7A5DE32E}"/>
                </a:ext>
              </a:extLst>
            </p:cNvPr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6" name="Google Shape;8946;p34">
              <a:extLst>
                <a:ext uri="{FF2B5EF4-FFF2-40B4-BE49-F238E27FC236}">
                  <a16:creationId xmlns:a16="http://schemas.microsoft.com/office/drawing/2014/main" id="{6D767D22-26B0-C6D4-E1A2-DD8064BA01BD}"/>
                </a:ext>
              </a:extLst>
            </p:cNvPr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7" name="Google Shape;8947;p34">
              <a:extLst>
                <a:ext uri="{FF2B5EF4-FFF2-40B4-BE49-F238E27FC236}">
                  <a16:creationId xmlns:a16="http://schemas.microsoft.com/office/drawing/2014/main" id="{4E313BCE-BE7F-D462-71BC-51A3E089C8C6}"/>
                </a:ext>
              </a:extLst>
            </p:cNvPr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8" name="Google Shape;8948;p34">
              <a:extLst>
                <a:ext uri="{FF2B5EF4-FFF2-40B4-BE49-F238E27FC236}">
                  <a16:creationId xmlns:a16="http://schemas.microsoft.com/office/drawing/2014/main" id="{4520E472-CF0A-403C-6B3E-10F61CA408FF}"/>
                </a:ext>
              </a:extLst>
            </p:cNvPr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9" name="Google Shape;8949;p34">
              <a:extLst>
                <a:ext uri="{FF2B5EF4-FFF2-40B4-BE49-F238E27FC236}">
                  <a16:creationId xmlns:a16="http://schemas.microsoft.com/office/drawing/2014/main" id="{8AB51FAF-7440-74B2-5E04-4E29204218D5}"/>
                </a:ext>
              </a:extLst>
            </p:cNvPr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0" name="Google Shape;8950;p34">
              <a:extLst>
                <a:ext uri="{FF2B5EF4-FFF2-40B4-BE49-F238E27FC236}">
                  <a16:creationId xmlns:a16="http://schemas.microsoft.com/office/drawing/2014/main" id="{354D69C4-DA40-E182-FD32-53AFD2816B63}"/>
                </a:ext>
              </a:extLst>
            </p:cNvPr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1" name="Google Shape;8951;p34">
              <a:extLst>
                <a:ext uri="{FF2B5EF4-FFF2-40B4-BE49-F238E27FC236}">
                  <a16:creationId xmlns:a16="http://schemas.microsoft.com/office/drawing/2014/main" id="{C93384B5-5647-CAE0-B9F3-73ECEFF5C07B}"/>
                </a:ext>
              </a:extLst>
            </p:cNvPr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2" name="Google Shape;8952;p34">
              <a:extLst>
                <a:ext uri="{FF2B5EF4-FFF2-40B4-BE49-F238E27FC236}">
                  <a16:creationId xmlns:a16="http://schemas.microsoft.com/office/drawing/2014/main" id="{D7ABD13C-9F9B-6855-0E8B-C5D95EB4160C}"/>
                </a:ext>
              </a:extLst>
            </p:cNvPr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3" name="Google Shape;8953;p34">
              <a:extLst>
                <a:ext uri="{FF2B5EF4-FFF2-40B4-BE49-F238E27FC236}">
                  <a16:creationId xmlns:a16="http://schemas.microsoft.com/office/drawing/2014/main" id="{866FBC38-9BF6-ECBD-1C84-8F224C7FD48C}"/>
                </a:ext>
              </a:extLst>
            </p:cNvPr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4" name="Google Shape;8954;p34">
              <a:extLst>
                <a:ext uri="{FF2B5EF4-FFF2-40B4-BE49-F238E27FC236}">
                  <a16:creationId xmlns:a16="http://schemas.microsoft.com/office/drawing/2014/main" id="{8D37E9E1-6E71-56EA-7D27-DAB8B40C2B90}"/>
                </a:ext>
              </a:extLst>
            </p:cNvPr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5" name="Google Shape;8955;p34">
              <a:extLst>
                <a:ext uri="{FF2B5EF4-FFF2-40B4-BE49-F238E27FC236}">
                  <a16:creationId xmlns:a16="http://schemas.microsoft.com/office/drawing/2014/main" id="{FE0B833F-625D-8A14-44EC-724693EF7697}"/>
                </a:ext>
              </a:extLst>
            </p:cNvPr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6" name="Google Shape;8956;p34">
              <a:extLst>
                <a:ext uri="{FF2B5EF4-FFF2-40B4-BE49-F238E27FC236}">
                  <a16:creationId xmlns:a16="http://schemas.microsoft.com/office/drawing/2014/main" id="{D5EB6A12-F85B-4B1F-2DB5-706DAB1AA85B}"/>
                </a:ext>
              </a:extLst>
            </p:cNvPr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7" name="Google Shape;8957;p34">
              <a:extLst>
                <a:ext uri="{FF2B5EF4-FFF2-40B4-BE49-F238E27FC236}">
                  <a16:creationId xmlns:a16="http://schemas.microsoft.com/office/drawing/2014/main" id="{8F270359-DC3E-3507-5FCA-6DA78297332C}"/>
                </a:ext>
              </a:extLst>
            </p:cNvPr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8" name="Google Shape;8958;p34">
              <a:extLst>
                <a:ext uri="{FF2B5EF4-FFF2-40B4-BE49-F238E27FC236}">
                  <a16:creationId xmlns:a16="http://schemas.microsoft.com/office/drawing/2014/main" id="{8A8245EB-BF91-E18A-01F5-370EB2F08B65}"/>
                </a:ext>
              </a:extLst>
            </p:cNvPr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9" name="Google Shape;8959;p34">
              <a:extLst>
                <a:ext uri="{FF2B5EF4-FFF2-40B4-BE49-F238E27FC236}">
                  <a16:creationId xmlns:a16="http://schemas.microsoft.com/office/drawing/2014/main" id="{B2392331-FE6B-7774-C936-4667A2DDC49C}"/>
                </a:ext>
              </a:extLst>
            </p:cNvPr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0" name="Google Shape;8960;p34">
              <a:extLst>
                <a:ext uri="{FF2B5EF4-FFF2-40B4-BE49-F238E27FC236}">
                  <a16:creationId xmlns:a16="http://schemas.microsoft.com/office/drawing/2014/main" id="{9BE6EE41-53AA-21F9-B59F-B6F3B208CA1E}"/>
                </a:ext>
              </a:extLst>
            </p:cNvPr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1" name="Google Shape;8961;p34">
              <a:extLst>
                <a:ext uri="{FF2B5EF4-FFF2-40B4-BE49-F238E27FC236}">
                  <a16:creationId xmlns:a16="http://schemas.microsoft.com/office/drawing/2014/main" id="{5503E10B-C61C-630F-AA1B-C6D47EC02128}"/>
                </a:ext>
              </a:extLst>
            </p:cNvPr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2" name="Google Shape;8962;p34">
              <a:extLst>
                <a:ext uri="{FF2B5EF4-FFF2-40B4-BE49-F238E27FC236}">
                  <a16:creationId xmlns:a16="http://schemas.microsoft.com/office/drawing/2014/main" id="{CB7D97D6-8101-39E8-2AA2-F19D61EA5A5F}"/>
                </a:ext>
              </a:extLst>
            </p:cNvPr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3" name="Google Shape;8963;p34">
              <a:extLst>
                <a:ext uri="{FF2B5EF4-FFF2-40B4-BE49-F238E27FC236}">
                  <a16:creationId xmlns:a16="http://schemas.microsoft.com/office/drawing/2014/main" id="{621205EA-C360-01A3-5AB4-94091EEDCC0E}"/>
                </a:ext>
              </a:extLst>
            </p:cNvPr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4" name="Google Shape;8964;p34">
              <a:extLst>
                <a:ext uri="{FF2B5EF4-FFF2-40B4-BE49-F238E27FC236}">
                  <a16:creationId xmlns:a16="http://schemas.microsoft.com/office/drawing/2014/main" id="{C6358773-61FB-167B-7C5B-12A02A0B9B0A}"/>
                </a:ext>
              </a:extLst>
            </p:cNvPr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5" name="Google Shape;8965;p34">
              <a:extLst>
                <a:ext uri="{FF2B5EF4-FFF2-40B4-BE49-F238E27FC236}">
                  <a16:creationId xmlns:a16="http://schemas.microsoft.com/office/drawing/2014/main" id="{70A7713C-F10E-4F97-9395-37C9F3F65316}"/>
                </a:ext>
              </a:extLst>
            </p:cNvPr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6" name="Google Shape;8966;p34">
              <a:extLst>
                <a:ext uri="{FF2B5EF4-FFF2-40B4-BE49-F238E27FC236}">
                  <a16:creationId xmlns:a16="http://schemas.microsoft.com/office/drawing/2014/main" id="{5D529979-7084-04CF-3296-058ECF377055}"/>
                </a:ext>
              </a:extLst>
            </p:cNvPr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7" name="Google Shape;8967;p34">
              <a:extLst>
                <a:ext uri="{FF2B5EF4-FFF2-40B4-BE49-F238E27FC236}">
                  <a16:creationId xmlns:a16="http://schemas.microsoft.com/office/drawing/2014/main" id="{C795CDAA-1008-E980-EFD8-799E45D06717}"/>
                </a:ext>
              </a:extLst>
            </p:cNvPr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8" name="Google Shape;8968;p34">
              <a:extLst>
                <a:ext uri="{FF2B5EF4-FFF2-40B4-BE49-F238E27FC236}">
                  <a16:creationId xmlns:a16="http://schemas.microsoft.com/office/drawing/2014/main" id="{2835EA39-BFF0-AEE6-5AE0-7182463F2170}"/>
                </a:ext>
              </a:extLst>
            </p:cNvPr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9" name="Google Shape;8969;p34">
              <a:extLst>
                <a:ext uri="{FF2B5EF4-FFF2-40B4-BE49-F238E27FC236}">
                  <a16:creationId xmlns:a16="http://schemas.microsoft.com/office/drawing/2014/main" id="{6DECE1FA-6158-2386-3E6C-420AC73F04D8}"/>
                </a:ext>
              </a:extLst>
            </p:cNvPr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0" name="Google Shape;8970;p34">
              <a:extLst>
                <a:ext uri="{FF2B5EF4-FFF2-40B4-BE49-F238E27FC236}">
                  <a16:creationId xmlns:a16="http://schemas.microsoft.com/office/drawing/2014/main" id="{25054707-DAAF-607D-FE48-7959325DEF06}"/>
                </a:ext>
              </a:extLst>
            </p:cNvPr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1" name="Google Shape;8971;p34">
              <a:extLst>
                <a:ext uri="{FF2B5EF4-FFF2-40B4-BE49-F238E27FC236}">
                  <a16:creationId xmlns:a16="http://schemas.microsoft.com/office/drawing/2014/main" id="{E722369B-0BCF-36DF-B6B7-D9C560DB86C9}"/>
                </a:ext>
              </a:extLst>
            </p:cNvPr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2" name="Google Shape;8972;p34">
              <a:extLst>
                <a:ext uri="{FF2B5EF4-FFF2-40B4-BE49-F238E27FC236}">
                  <a16:creationId xmlns:a16="http://schemas.microsoft.com/office/drawing/2014/main" id="{69AB947F-C2B3-8BD1-FC09-1417575E3BE4}"/>
                </a:ext>
              </a:extLst>
            </p:cNvPr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3" name="Google Shape;8973;p34">
              <a:extLst>
                <a:ext uri="{FF2B5EF4-FFF2-40B4-BE49-F238E27FC236}">
                  <a16:creationId xmlns:a16="http://schemas.microsoft.com/office/drawing/2014/main" id="{D4A58ECC-693D-B00A-4DE3-B04DAE5C49C7}"/>
                </a:ext>
              </a:extLst>
            </p:cNvPr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4" name="Google Shape;8974;p34">
              <a:extLst>
                <a:ext uri="{FF2B5EF4-FFF2-40B4-BE49-F238E27FC236}">
                  <a16:creationId xmlns:a16="http://schemas.microsoft.com/office/drawing/2014/main" id="{5354F704-4141-8F9F-93E6-7F072DA05CAD}"/>
                </a:ext>
              </a:extLst>
            </p:cNvPr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5" name="Google Shape;8975;p34">
              <a:extLst>
                <a:ext uri="{FF2B5EF4-FFF2-40B4-BE49-F238E27FC236}">
                  <a16:creationId xmlns:a16="http://schemas.microsoft.com/office/drawing/2014/main" id="{CD1BA5B1-C4A3-83B6-D114-6D37F1C07EFF}"/>
                </a:ext>
              </a:extLst>
            </p:cNvPr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6" name="Google Shape;8976;p34">
              <a:extLst>
                <a:ext uri="{FF2B5EF4-FFF2-40B4-BE49-F238E27FC236}">
                  <a16:creationId xmlns:a16="http://schemas.microsoft.com/office/drawing/2014/main" id="{C91AF72F-CDFA-7E8D-F1DB-9538AD7593A1}"/>
                </a:ext>
              </a:extLst>
            </p:cNvPr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7" name="Google Shape;8977;p34">
              <a:extLst>
                <a:ext uri="{FF2B5EF4-FFF2-40B4-BE49-F238E27FC236}">
                  <a16:creationId xmlns:a16="http://schemas.microsoft.com/office/drawing/2014/main" id="{8BD45BB6-482A-BC70-86F2-920081933EE7}"/>
                </a:ext>
              </a:extLst>
            </p:cNvPr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8" name="Google Shape;8978;p34">
              <a:extLst>
                <a:ext uri="{FF2B5EF4-FFF2-40B4-BE49-F238E27FC236}">
                  <a16:creationId xmlns:a16="http://schemas.microsoft.com/office/drawing/2014/main" id="{C96BCA9B-C069-7EB8-AE61-ACD8AE38CFC2}"/>
                </a:ext>
              </a:extLst>
            </p:cNvPr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9" name="Google Shape;8979;p34">
              <a:extLst>
                <a:ext uri="{FF2B5EF4-FFF2-40B4-BE49-F238E27FC236}">
                  <a16:creationId xmlns:a16="http://schemas.microsoft.com/office/drawing/2014/main" id="{53C92293-DD86-F1F3-96FB-3419CD40389F}"/>
                </a:ext>
              </a:extLst>
            </p:cNvPr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0" name="Google Shape;8980;p34">
              <a:extLst>
                <a:ext uri="{FF2B5EF4-FFF2-40B4-BE49-F238E27FC236}">
                  <a16:creationId xmlns:a16="http://schemas.microsoft.com/office/drawing/2014/main" id="{0FD4FBA7-17B5-0743-7C14-3B883409014C}"/>
                </a:ext>
              </a:extLst>
            </p:cNvPr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1" name="Google Shape;8981;p34">
              <a:extLst>
                <a:ext uri="{FF2B5EF4-FFF2-40B4-BE49-F238E27FC236}">
                  <a16:creationId xmlns:a16="http://schemas.microsoft.com/office/drawing/2014/main" id="{C3D88AE5-FF16-BBDE-59C0-FA176E06D849}"/>
                </a:ext>
              </a:extLst>
            </p:cNvPr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2" name="Google Shape;8982;p34">
              <a:extLst>
                <a:ext uri="{FF2B5EF4-FFF2-40B4-BE49-F238E27FC236}">
                  <a16:creationId xmlns:a16="http://schemas.microsoft.com/office/drawing/2014/main" id="{C6679D7D-489E-8FBD-C43B-19C3D0F6E22A}"/>
                </a:ext>
              </a:extLst>
            </p:cNvPr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3" name="Google Shape;8983;p34">
              <a:extLst>
                <a:ext uri="{FF2B5EF4-FFF2-40B4-BE49-F238E27FC236}">
                  <a16:creationId xmlns:a16="http://schemas.microsoft.com/office/drawing/2014/main" id="{0ECC2102-4A2F-0A85-CBF2-56DD6E1CE856}"/>
                </a:ext>
              </a:extLst>
            </p:cNvPr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4" name="Google Shape;8984;p34">
              <a:extLst>
                <a:ext uri="{FF2B5EF4-FFF2-40B4-BE49-F238E27FC236}">
                  <a16:creationId xmlns:a16="http://schemas.microsoft.com/office/drawing/2014/main" id="{C12E21C9-1E6C-8E66-2AFF-44A1C988BC5A}"/>
                </a:ext>
              </a:extLst>
            </p:cNvPr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5" name="Google Shape;8985;p34">
              <a:extLst>
                <a:ext uri="{FF2B5EF4-FFF2-40B4-BE49-F238E27FC236}">
                  <a16:creationId xmlns:a16="http://schemas.microsoft.com/office/drawing/2014/main" id="{D66DB054-5BB2-D93D-673E-F3687FFFB183}"/>
                </a:ext>
              </a:extLst>
            </p:cNvPr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6" name="Google Shape;8986;p34">
              <a:extLst>
                <a:ext uri="{FF2B5EF4-FFF2-40B4-BE49-F238E27FC236}">
                  <a16:creationId xmlns:a16="http://schemas.microsoft.com/office/drawing/2014/main" id="{0138F65F-34C4-4C47-048B-11D80C3FADDE}"/>
                </a:ext>
              </a:extLst>
            </p:cNvPr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7" name="Google Shape;8987;p34">
              <a:extLst>
                <a:ext uri="{FF2B5EF4-FFF2-40B4-BE49-F238E27FC236}">
                  <a16:creationId xmlns:a16="http://schemas.microsoft.com/office/drawing/2014/main" id="{51C6385B-DA6D-C809-9D07-8B2C7DF859CB}"/>
                </a:ext>
              </a:extLst>
            </p:cNvPr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8" name="Google Shape;8988;p34">
              <a:extLst>
                <a:ext uri="{FF2B5EF4-FFF2-40B4-BE49-F238E27FC236}">
                  <a16:creationId xmlns:a16="http://schemas.microsoft.com/office/drawing/2014/main" id="{3A374012-FB0D-54A0-4A0A-A8E0F5B2407A}"/>
                </a:ext>
              </a:extLst>
            </p:cNvPr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9" name="Google Shape;8989;p34">
              <a:extLst>
                <a:ext uri="{FF2B5EF4-FFF2-40B4-BE49-F238E27FC236}">
                  <a16:creationId xmlns:a16="http://schemas.microsoft.com/office/drawing/2014/main" id="{E6F7F1BA-589C-674D-B5C3-8D31630DE1A9}"/>
                </a:ext>
              </a:extLst>
            </p:cNvPr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0" name="Google Shape;8990;p34">
              <a:extLst>
                <a:ext uri="{FF2B5EF4-FFF2-40B4-BE49-F238E27FC236}">
                  <a16:creationId xmlns:a16="http://schemas.microsoft.com/office/drawing/2014/main" id="{54BCE0BC-7028-0891-35AA-188910702376}"/>
                </a:ext>
              </a:extLst>
            </p:cNvPr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1" name="Google Shape;8991;p34">
              <a:extLst>
                <a:ext uri="{FF2B5EF4-FFF2-40B4-BE49-F238E27FC236}">
                  <a16:creationId xmlns:a16="http://schemas.microsoft.com/office/drawing/2014/main" id="{8433B1F2-2292-E1C9-79E6-EB9227FF3D47}"/>
                </a:ext>
              </a:extLst>
            </p:cNvPr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2" name="Google Shape;8992;p34">
              <a:extLst>
                <a:ext uri="{FF2B5EF4-FFF2-40B4-BE49-F238E27FC236}">
                  <a16:creationId xmlns:a16="http://schemas.microsoft.com/office/drawing/2014/main" id="{7F33655F-3179-F9CB-6A53-9739C994F6B1}"/>
                </a:ext>
              </a:extLst>
            </p:cNvPr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3" name="Google Shape;8993;p34">
              <a:extLst>
                <a:ext uri="{FF2B5EF4-FFF2-40B4-BE49-F238E27FC236}">
                  <a16:creationId xmlns:a16="http://schemas.microsoft.com/office/drawing/2014/main" id="{2ADE828B-4907-63DB-4452-6E62389A3A38}"/>
                </a:ext>
              </a:extLst>
            </p:cNvPr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4" name="Google Shape;8994;p34">
              <a:extLst>
                <a:ext uri="{FF2B5EF4-FFF2-40B4-BE49-F238E27FC236}">
                  <a16:creationId xmlns:a16="http://schemas.microsoft.com/office/drawing/2014/main" id="{57EDC7E0-FB03-7414-E29B-0D94BCCDE9A6}"/>
                </a:ext>
              </a:extLst>
            </p:cNvPr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5" name="Google Shape;8995;p34">
              <a:extLst>
                <a:ext uri="{FF2B5EF4-FFF2-40B4-BE49-F238E27FC236}">
                  <a16:creationId xmlns:a16="http://schemas.microsoft.com/office/drawing/2014/main" id="{2FB0BBA0-ACA3-96C4-EE42-8375B958A85B}"/>
                </a:ext>
              </a:extLst>
            </p:cNvPr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6" name="Google Shape;8996;p34">
              <a:extLst>
                <a:ext uri="{FF2B5EF4-FFF2-40B4-BE49-F238E27FC236}">
                  <a16:creationId xmlns:a16="http://schemas.microsoft.com/office/drawing/2014/main" id="{5B1EA2F6-9A43-102E-9735-8C464E04CF9E}"/>
                </a:ext>
              </a:extLst>
            </p:cNvPr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7" name="Google Shape;8997;p34">
              <a:extLst>
                <a:ext uri="{FF2B5EF4-FFF2-40B4-BE49-F238E27FC236}">
                  <a16:creationId xmlns:a16="http://schemas.microsoft.com/office/drawing/2014/main" id="{3A2D8E78-9F6A-A490-FDAC-72930CB02B84}"/>
                </a:ext>
              </a:extLst>
            </p:cNvPr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8" name="Google Shape;8998;p34">
              <a:extLst>
                <a:ext uri="{FF2B5EF4-FFF2-40B4-BE49-F238E27FC236}">
                  <a16:creationId xmlns:a16="http://schemas.microsoft.com/office/drawing/2014/main" id="{B4A92BC2-E647-A650-A37A-A8240933DDEA}"/>
                </a:ext>
              </a:extLst>
            </p:cNvPr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9" name="Google Shape;8999;p34">
              <a:extLst>
                <a:ext uri="{FF2B5EF4-FFF2-40B4-BE49-F238E27FC236}">
                  <a16:creationId xmlns:a16="http://schemas.microsoft.com/office/drawing/2014/main" id="{A35BD8EC-4CA4-9C65-31A4-C90BB0EE8FF9}"/>
                </a:ext>
              </a:extLst>
            </p:cNvPr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0" name="Google Shape;9000;p34">
              <a:extLst>
                <a:ext uri="{FF2B5EF4-FFF2-40B4-BE49-F238E27FC236}">
                  <a16:creationId xmlns:a16="http://schemas.microsoft.com/office/drawing/2014/main" id="{BFC5BFAF-ED9A-2C91-F487-96ECCF7BBF28}"/>
                </a:ext>
              </a:extLst>
            </p:cNvPr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1" name="Google Shape;9001;p34">
              <a:extLst>
                <a:ext uri="{FF2B5EF4-FFF2-40B4-BE49-F238E27FC236}">
                  <a16:creationId xmlns:a16="http://schemas.microsoft.com/office/drawing/2014/main" id="{27503D94-7856-682B-5B62-437368AF56F8}"/>
                </a:ext>
              </a:extLst>
            </p:cNvPr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2" name="Google Shape;9002;p34">
              <a:extLst>
                <a:ext uri="{FF2B5EF4-FFF2-40B4-BE49-F238E27FC236}">
                  <a16:creationId xmlns:a16="http://schemas.microsoft.com/office/drawing/2014/main" id="{47A24268-3181-B3EC-FAA2-D835D5AB10F8}"/>
                </a:ext>
              </a:extLst>
            </p:cNvPr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3" name="Google Shape;9003;p34">
              <a:extLst>
                <a:ext uri="{FF2B5EF4-FFF2-40B4-BE49-F238E27FC236}">
                  <a16:creationId xmlns:a16="http://schemas.microsoft.com/office/drawing/2014/main" id="{69F8EC2C-C13C-5353-0770-F3C15555EA94}"/>
                </a:ext>
              </a:extLst>
            </p:cNvPr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4" name="Google Shape;9004;p34">
              <a:extLst>
                <a:ext uri="{FF2B5EF4-FFF2-40B4-BE49-F238E27FC236}">
                  <a16:creationId xmlns:a16="http://schemas.microsoft.com/office/drawing/2014/main" id="{CE794E1F-05A5-E950-9C14-3A9100F47D4A}"/>
                </a:ext>
              </a:extLst>
            </p:cNvPr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5" name="Google Shape;9005;p34">
              <a:extLst>
                <a:ext uri="{FF2B5EF4-FFF2-40B4-BE49-F238E27FC236}">
                  <a16:creationId xmlns:a16="http://schemas.microsoft.com/office/drawing/2014/main" id="{669D33E7-44E0-6B4F-DC35-A159076CC431}"/>
                </a:ext>
              </a:extLst>
            </p:cNvPr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6" name="Google Shape;9006;p34">
              <a:extLst>
                <a:ext uri="{FF2B5EF4-FFF2-40B4-BE49-F238E27FC236}">
                  <a16:creationId xmlns:a16="http://schemas.microsoft.com/office/drawing/2014/main" id="{126FA231-5169-4E2C-49BC-BC2E18620C8F}"/>
                </a:ext>
              </a:extLst>
            </p:cNvPr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7" name="Google Shape;9007;p34">
              <a:extLst>
                <a:ext uri="{FF2B5EF4-FFF2-40B4-BE49-F238E27FC236}">
                  <a16:creationId xmlns:a16="http://schemas.microsoft.com/office/drawing/2014/main" id="{ACC8C9B7-3F3B-74C9-E072-F4E7EF3A5835}"/>
                </a:ext>
              </a:extLst>
            </p:cNvPr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8" name="Google Shape;9008;p34">
              <a:extLst>
                <a:ext uri="{FF2B5EF4-FFF2-40B4-BE49-F238E27FC236}">
                  <a16:creationId xmlns:a16="http://schemas.microsoft.com/office/drawing/2014/main" id="{D362CED5-F3C8-5668-8A9C-E6F29883B957}"/>
                </a:ext>
              </a:extLst>
            </p:cNvPr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9" name="Google Shape;9009;p34">
              <a:extLst>
                <a:ext uri="{FF2B5EF4-FFF2-40B4-BE49-F238E27FC236}">
                  <a16:creationId xmlns:a16="http://schemas.microsoft.com/office/drawing/2014/main" id="{EDA8A819-9009-8BC7-93CF-38826D227E2B}"/>
                </a:ext>
              </a:extLst>
            </p:cNvPr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0" name="Google Shape;9010;p34">
              <a:extLst>
                <a:ext uri="{FF2B5EF4-FFF2-40B4-BE49-F238E27FC236}">
                  <a16:creationId xmlns:a16="http://schemas.microsoft.com/office/drawing/2014/main" id="{66DCE9C3-4FB5-33FB-E382-917C430110FF}"/>
                </a:ext>
              </a:extLst>
            </p:cNvPr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1" name="Google Shape;9011;p34">
              <a:extLst>
                <a:ext uri="{FF2B5EF4-FFF2-40B4-BE49-F238E27FC236}">
                  <a16:creationId xmlns:a16="http://schemas.microsoft.com/office/drawing/2014/main" id="{5922ED9D-AB6D-B520-266E-6F358A548016}"/>
                </a:ext>
              </a:extLst>
            </p:cNvPr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2" name="Google Shape;9012;p34">
              <a:extLst>
                <a:ext uri="{FF2B5EF4-FFF2-40B4-BE49-F238E27FC236}">
                  <a16:creationId xmlns:a16="http://schemas.microsoft.com/office/drawing/2014/main" id="{5A6D86C3-7DD2-61E0-9DD3-D6713AEAFD86}"/>
                </a:ext>
              </a:extLst>
            </p:cNvPr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3" name="Google Shape;9013;p34">
              <a:extLst>
                <a:ext uri="{FF2B5EF4-FFF2-40B4-BE49-F238E27FC236}">
                  <a16:creationId xmlns:a16="http://schemas.microsoft.com/office/drawing/2014/main" id="{F034EC24-FA09-F0B9-0704-77FCF01961BE}"/>
                </a:ext>
              </a:extLst>
            </p:cNvPr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4" name="Google Shape;9014;p34">
              <a:extLst>
                <a:ext uri="{FF2B5EF4-FFF2-40B4-BE49-F238E27FC236}">
                  <a16:creationId xmlns:a16="http://schemas.microsoft.com/office/drawing/2014/main" id="{C4157D12-0462-FAE3-D8F7-03B9CBC03FAE}"/>
                </a:ext>
              </a:extLst>
            </p:cNvPr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5" name="Google Shape;9015;p34">
              <a:extLst>
                <a:ext uri="{FF2B5EF4-FFF2-40B4-BE49-F238E27FC236}">
                  <a16:creationId xmlns:a16="http://schemas.microsoft.com/office/drawing/2014/main" id="{3AE442E0-ED07-F6DB-A8FD-4524D37F07BE}"/>
                </a:ext>
              </a:extLst>
            </p:cNvPr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6" name="Google Shape;9016;p34">
              <a:extLst>
                <a:ext uri="{FF2B5EF4-FFF2-40B4-BE49-F238E27FC236}">
                  <a16:creationId xmlns:a16="http://schemas.microsoft.com/office/drawing/2014/main" id="{EADF901D-5468-420C-96F9-A835D0C64DD7}"/>
                </a:ext>
              </a:extLst>
            </p:cNvPr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7" name="Google Shape;9017;p34">
              <a:extLst>
                <a:ext uri="{FF2B5EF4-FFF2-40B4-BE49-F238E27FC236}">
                  <a16:creationId xmlns:a16="http://schemas.microsoft.com/office/drawing/2014/main" id="{D2C04751-8FEE-603E-BA81-39DB38E4943B}"/>
                </a:ext>
              </a:extLst>
            </p:cNvPr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8" name="Google Shape;9018;p34">
              <a:extLst>
                <a:ext uri="{FF2B5EF4-FFF2-40B4-BE49-F238E27FC236}">
                  <a16:creationId xmlns:a16="http://schemas.microsoft.com/office/drawing/2014/main" id="{32892D3E-4B59-FC6F-E5FF-4449D96E3735}"/>
                </a:ext>
              </a:extLst>
            </p:cNvPr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9" name="Google Shape;9019;p34">
              <a:extLst>
                <a:ext uri="{FF2B5EF4-FFF2-40B4-BE49-F238E27FC236}">
                  <a16:creationId xmlns:a16="http://schemas.microsoft.com/office/drawing/2014/main" id="{71D8486D-7AE0-63AE-B20E-422327F1E3A8}"/>
                </a:ext>
              </a:extLst>
            </p:cNvPr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0" name="Google Shape;9020;p34">
              <a:extLst>
                <a:ext uri="{FF2B5EF4-FFF2-40B4-BE49-F238E27FC236}">
                  <a16:creationId xmlns:a16="http://schemas.microsoft.com/office/drawing/2014/main" id="{DD18B5E1-9C26-CDED-8BEA-CA8D2125B417}"/>
                </a:ext>
              </a:extLst>
            </p:cNvPr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1" name="Google Shape;9021;p34">
              <a:extLst>
                <a:ext uri="{FF2B5EF4-FFF2-40B4-BE49-F238E27FC236}">
                  <a16:creationId xmlns:a16="http://schemas.microsoft.com/office/drawing/2014/main" id="{05ACFF59-BE30-CC91-9F9E-5B733013FBBC}"/>
                </a:ext>
              </a:extLst>
            </p:cNvPr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2" name="Google Shape;9022;p34">
              <a:extLst>
                <a:ext uri="{FF2B5EF4-FFF2-40B4-BE49-F238E27FC236}">
                  <a16:creationId xmlns:a16="http://schemas.microsoft.com/office/drawing/2014/main" id="{9B9FDB85-205A-2CFF-608F-88A773178276}"/>
                </a:ext>
              </a:extLst>
            </p:cNvPr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3" name="Google Shape;9023;p34">
              <a:extLst>
                <a:ext uri="{FF2B5EF4-FFF2-40B4-BE49-F238E27FC236}">
                  <a16:creationId xmlns:a16="http://schemas.microsoft.com/office/drawing/2014/main" id="{7C943894-2596-3692-813B-6E006B95A250}"/>
                </a:ext>
              </a:extLst>
            </p:cNvPr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4" name="Google Shape;9024;p34">
              <a:extLst>
                <a:ext uri="{FF2B5EF4-FFF2-40B4-BE49-F238E27FC236}">
                  <a16:creationId xmlns:a16="http://schemas.microsoft.com/office/drawing/2014/main" id="{9D257A3C-69B9-BC11-8D86-534712C58E1D}"/>
                </a:ext>
              </a:extLst>
            </p:cNvPr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5" name="Google Shape;9025;p34">
              <a:extLst>
                <a:ext uri="{FF2B5EF4-FFF2-40B4-BE49-F238E27FC236}">
                  <a16:creationId xmlns:a16="http://schemas.microsoft.com/office/drawing/2014/main" id="{2B0AAAF7-7F77-C4CF-6BF9-6AA966C2E98D}"/>
                </a:ext>
              </a:extLst>
            </p:cNvPr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6" name="Google Shape;9026;p34">
              <a:extLst>
                <a:ext uri="{FF2B5EF4-FFF2-40B4-BE49-F238E27FC236}">
                  <a16:creationId xmlns:a16="http://schemas.microsoft.com/office/drawing/2014/main" id="{F171377E-0E7D-A89B-E4B4-10727EDCC040}"/>
                </a:ext>
              </a:extLst>
            </p:cNvPr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7" name="Google Shape;9027;p34">
              <a:extLst>
                <a:ext uri="{FF2B5EF4-FFF2-40B4-BE49-F238E27FC236}">
                  <a16:creationId xmlns:a16="http://schemas.microsoft.com/office/drawing/2014/main" id="{1F28650B-E8FF-966E-DA63-2999A996D577}"/>
                </a:ext>
              </a:extLst>
            </p:cNvPr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8" name="Google Shape;9028;p34">
              <a:extLst>
                <a:ext uri="{FF2B5EF4-FFF2-40B4-BE49-F238E27FC236}">
                  <a16:creationId xmlns:a16="http://schemas.microsoft.com/office/drawing/2014/main" id="{F57235E6-6C44-D80E-BD3B-67C514FBA13A}"/>
                </a:ext>
              </a:extLst>
            </p:cNvPr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9" name="Google Shape;9029;p34">
              <a:extLst>
                <a:ext uri="{FF2B5EF4-FFF2-40B4-BE49-F238E27FC236}">
                  <a16:creationId xmlns:a16="http://schemas.microsoft.com/office/drawing/2014/main" id="{BE80FE22-EB32-830F-8581-B7D948584F82}"/>
                </a:ext>
              </a:extLst>
            </p:cNvPr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0" name="Google Shape;9030;p34">
              <a:extLst>
                <a:ext uri="{FF2B5EF4-FFF2-40B4-BE49-F238E27FC236}">
                  <a16:creationId xmlns:a16="http://schemas.microsoft.com/office/drawing/2014/main" id="{E114FF99-3645-37F7-BC5C-CBC31940F249}"/>
                </a:ext>
              </a:extLst>
            </p:cNvPr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1" name="Google Shape;9031;p34">
              <a:extLst>
                <a:ext uri="{FF2B5EF4-FFF2-40B4-BE49-F238E27FC236}">
                  <a16:creationId xmlns:a16="http://schemas.microsoft.com/office/drawing/2014/main" id="{8EC40CCA-C27A-398B-F44B-B7C2656B5771}"/>
                </a:ext>
              </a:extLst>
            </p:cNvPr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2" name="Google Shape;9032;p34">
              <a:extLst>
                <a:ext uri="{FF2B5EF4-FFF2-40B4-BE49-F238E27FC236}">
                  <a16:creationId xmlns:a16="http://schemas.microsoft.com/office/drawing/2014/main" id="{45683FA6-E2A8-B49B-54F3-BA24C51CD7BE}"/>
                </a:ext>
              </a:extLst>
            </p:cNvPr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3" name="Google Shape;9033;p34">
              <a:extLst>
                <a:ext uri="{FF2B5EF4-FFF2-40B4-BE49-F238E27FC236}">
                  <a16:creationId xmlns:a16="http://schemas.microsoft.com/office/drawing/2014/main" id="{FBE61886-DA36-0308-D97C-D04C8C94238E}"/>
                </a:ext>
              </a:extLst>
            </p:cNvPr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4" name="Google Shape;9034;p34">
              <a:extLst>
                <a:ext uri="{FF2B5EF4-FFF2-40B4-BE49-F238E27FC236}">
                  <a16:creationId xmlns:a16="http://schemas.microsoft.com/office/drawing/2014/main" id="{AB165F43-5097-1CA0-CC9A-AAAD4706C993}"/>
                </a:ext>
              </a:extLst>
            </p:cNvPr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5" name="Google Shape;9035;p34">
              <a:extLst>
                <a:ext uri="{FF2B5EF4-FFF2-40B4-BE49-F238E27FC236}">
                  <a16:creationId xmlns:a16="http://schemas.microsoft.com/office/drawing/2014/main" id="{A76D4001-D380-9E89-6369-BE2F9E442B6A}"/>
                </a:ext>
              </a:extLst>
            </p:cNvPr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6" name="Google Shape;9036;p34">
              <a:extLst>
                <a:ext uri="{FF2B5EF4-FFF2-40B4-BE49-F238E27FC236}">
                  <a16:creationId xmlns:a16="http://schemas.microsoft.com/office/drawing/2014/main" id="{325C941A-0861-7A47-A041-A29144683C6D}"/>
                </a:ext>
              </a:extLst>
            </p:cNvPr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7" name="Google Shape;9037;p34">
              <a:extLst>
                <a:ext uri="{FF2B5EF4-FFF2-40B4-BE49-F238E27FC236}">
                  <a16:creationId xmlns:a16="http://schemas.microsoft.com/office/drawing/2014/main" id="{DAA5728E-DD84-7431-BC60-B97C7DF51B39}"/>
                </a:ext>
              </a:extLst>
            </p:cNvPr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8" name="Google Shape;9038;p34">
              <a:extLst>
                <a:ext uri="{FF2B5EF4-FFF2-40B4-BE49-F238E27FC236}">
                  <a16:creationId xmlns:a16="http://schemas.microsoft.com/office/drawing/2014/main" id="{53D9DE26-3CC6-40F7-9AF9-7ECAE0738016}"/>
                </a:ext>
              </a:extLst>
            </p:cNvPr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9" name="Google Shape;9039;p34">
              <a:extLst>
                <a:ext uri="{FF2B5EF4-FFF2-40B4-BE49-F238E27FC236}">
                  <a16:creationId xmlns:a16="http://schemas.microsoft.com/office/drawing/2014/main" id="{F9954979-AFA5-D69B-9AA2-205C36A331A6}"/>
                </a:ext>
              </a:extLst>
            </p:cNvPr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0" name="Google Shape;9040;p34">
              <a:extLst>
                <a:ext uri="{FF2B5EF4-FFF2-40B4-BE49-F238E27FC236}">
                  <a16:creationId xmlns:a16="http://schemas.microsoft.com/office/drawing/2014/main" id="{EF9EFAFD-2E41-666E-41C1-6D2BA45969AC}"/>
                </a:ext>
              </a:extLst>
            </p:cNvPr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1" name="Google Shape;9041;p34">
              <a:extLst>
                <a:ext uri="{FF2B5EF4-FFF2-40B4-BE49-F238E27FC236}">
                  <a16:creationId xmlns:a16="http://schemas.microsoft.com/office/drawing/2014/main" id="{38BC5EC8-21A0-7ABC-AB80-C16B34D6AB6C}"/>
                </a:ext>
              </a:extLst>
            </p:cNvPr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2" name="Google Shape;9042;p34">
              <a:extLst>
                <a:ext uri="{FF2B5EF4-FFF2-40B4-BE49-F238E27FC236}">
                  <a16:creationId xmlns:a16="http://schemas.microsoft.com/office/drawing/2014/main" id="{DF176058-C6ED-014D-7CEB-82158B10FEF1}"/>
                </a:ext>
              </a:extLst>
            </p:cNvPr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3" name="Google Shape;9043;p34">
              <a:extLst>
                <a:ext uri="{FF2B5EF4-FFF2-40B4-BE49-F238E27FC236}">
                  <a16:creationId xmlns:a16="http://schemas.microsoft.com/office/drawing/2014/main" id="{CCFA6248-DC26-14F1-37B5-001070355513}"/>
                </a:ext>
              </a:extLst>
            </p:cNvPr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4" name="Google Shape;9044;p34">
              <a:extLst>
                <a:ext uri="{FF2B5EF4-FFF2-40B4-BE49-F238E27FC236}">
                  <a16:creationId xmlns:a16="http://schemas.microsoft.com/office/drawing/2014/main" id="{3B026ECB-9F19-956F-9E50-460F59FB0A08}"/>
                </a:ext>
              </a:extLst>
            </p:cNvPr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5" name="Google Shape;9045;p34">
              <a:extLst>
                <a:ext uri="{FF2B5EF4-FFF2-40B4-BE49-F238E27FC236}">
                  <a16:creationId xmlns:a16="http://schemas.microsoft.com/office/drawing/2014/main" id="{A38FD37C-075C-8B6A-A31C-68F8DBF10A6F}"/>
                </a:ext>
              </a:extLst>
            </p:cNvPr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6" name="Google Shape;9046;p34">
              <a:extLst>
                <a:ext uri="{FF2B5EF4-FFF2-40B4-BE49-F238E27FC236}">
                  <a16:creationId xmlns:a16="http://schemas.microsoft.com/office/drawing/2014/main" id="{92EF4E9C-34B4-0CB7-D81B-5995AE2C95A9}"/>
                </a:ext>
              </a:extLst>
            </p:cNvPr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7" name="Google Shape;9047;p34">
              <a:extLst>
                <a:ext uri="{FF2B5EF4-FFF2-40B4-BE49-F238E27FC236}">
                  <a16:creationId xmlns:a16="http://schemas.microsoft.com/office/drawing/2014/main" id="{73B65AB8-871B-864A-3484-F6E660656B41}"/>
                </a:ext>
              </a:extLst>
            </p:cNvPr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8" name="Google Shape;9048;p34">
              <a:extLst>
                <a:ext uri="{FF2B5EF4-FFF2-40B4-BE49-F238E27FC236}">
                  <a16:creationId xmlns:a16="http://schemas.microsoft.com/office/drawing/2014/main" id="{4F63FE59-B331-15B3-DBB6-CA3ABD41E392}"/>
                </a:ext>
              </a:extLst>
            </p:cNvPr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9" name="Google Shape;9049;p34">
              <a:extLst>
                <a:ext uri="{FF2B5EF4-FFF2-40B4-BE49-F238E27FC236}">
                  <a16:creationId xmlns:a16="http://schemas.microsoft.com/office/drawing/2014/main" id="{7E957AAA-70B2-C409-5540-1DB8436D20AF}"/>
                </a:ext>
              </a:extLst>
            </p:cNvPr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0" name="Google Shape;9050;p34">
              <a:extLst>
                <a:ext uri="{FF2B5EF4-FFF2-40B4-BE49-F238E27FC236}">
                  <a16:creationId xmlns:a16="http://schemas.microsoft.com/office/drawing/2014/main" id="{BE160C48-2188-1A90-5679-CE34739E61FC}"/>
                </a:ext>
              </a:extLst>
            </p:cNvPr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1" name="Google Shape;9051;p34">
              <a:extLst>
                <a:ext uri="{FF2B5EF4-FFF2-40B4-BE49-F238E27FC236}">
                  <a16:creationId xmlns:a16="http://schemas.microsoft.com/office/drawing/2014/main" id="{81BF773E-BB74-0870-6BE2-6562E3B47EF8}"/>
                </a:ext>
              </a:extLst>
            </p:cNvPr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2" name="Google Shape;9052;p34">
              <a:extLst>
                <a:ext uri="{FF2B5EF4-FFF2-40B4-BE49-F238E27FC236}">
                  <a16:creationId xmlns:a16="http://schemas.microsoft.com/office/drawing/2014/main" id="{1606CF7C-06EA-AAB4-1A69-44BF6BBA1023}"/>
                </a:ext>
              </a:extLst>
            </p:cNvPr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3" name="Google Shape;9053;p34">
              <a:extLst>
                <a:ext uri="{FF2B5EF4-FFF2-40B4-BE49-F238E27FC236}">
                  <a16:creationId xmlns:a16="http://schemas.microsoft.com/office/drawing/2014/main" id="{6EEB38FC-7B5A-E061-76A1-E1ED8748460D}"/>
                </a:ext>
              </a:extLst>
            </p:cNvPr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4" name="Google Shape;9054;p34">
              <a:extLst>
                <a:ext uri="{FF2B5EF4-FFF2-40B4-BE49-F238E27FC236}">
                  <a16:creationId xmlns:a16="http://schemas.microsoft.com/office/drawing/2014/main" id="{7AD24C2C-CE53-00FE-8B9D-63388447A87B}"/>
                </a:ext>
              </a:extLst>
            </p:cNvPr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5" name="Google Shape;9055;p34">
              <a:extLst>
                <a:ext uri="{FF2B5EF4-FFF2-40B4-BE49-F238E27FC236}">
                  <a16:creationId xmlns:a16="http://schemas.microsoft.com/office/drawing/2014/main" id="{22DB8217-8FB3-8BA4-B37E-38877DAA184A}"/>
                </a:ext>
              </a:extLst>
            </p:cNvPr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6" name="Google Shape;9056;p34">
              <a:extLst>
                <a:ext uri="{FF2B5EF4-FFF2-40B4-BE49-F238E27FC236}">
                  <a16:creationId xmlns:a16="http://schemas.microsoft.com/office/drawing/2014/main" id="{53549CE6-4F99-419A-6C4C-938F55225A23}"/>
                </a:ext>
              </a:extLst>
            </p:cNvPr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7" name="Google Shape;9057;p34">
              <a:extLst>
                <a:ext uri="{FF2B5EF4-FFF2-40B4-BE49-F238E27FC236}">
                  <a16:creationId xmlns:a16="http://schemas.microsoft.com/office/drawing/2014/main" id="{CC280D2B-7336-2AB6-E1BC-A1F60C9FC231}"/>
                </a:ext>
              </a:extLst>
            </p:cNvPr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8" name="Google Shape;9058;p34">
              <a:extLst>
                <a:ext uri="{FF2B5EF4-FFF2-40B4-BE49-F238E27FC236}">
                  <a16:creationId xmlns:a16="http://schemas.microsoft.com/office/drawing/2014/main" id="{0DA36999-CF41-92AF-9CCA-EF120CE9E8ED}"/>
                </a:ext>
              </a:extLst>
            </p:cNvPr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9" name="Google Shape;9059;p34">
              <a:extLst>
                <a:ext uri="{FF2B5EF4-FFF2-40B4-BE49-F238E27FC236}">
                  <a16:creationId xmlns:a16="http://schemas.microsoft.com/office/drawing/2014/main" id="{B54C6777-9812-382A-32D1-CEAA303BB995}"/>
                </a:ext>
              </a:extLst>
            </p:cNvPr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0" name="Google Shape;9060;p34">
              <a:extLst>
                <a:ext uri="{FF2B5EF4-FFF2-40B4-BE49-F238E27FC236}">
                  <a16:creationId xmlns:a16="http://schemas.microsoft.com/office/drawing/2014/main" id="{9124E748-7AE3-FDBC-EE68-86DC8DEA2ED0}"/>
                </a:ext>
              </a:extLst>
            </p:cNvPr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1" name="Google Shape;9061;p34">
              <a:extLst>
                <a:ext uri="{FF2B5EF4-FFF2-40B4-BE49-F238E27FC236}">
                  <a16:creationId xmlns:a16="http://schemas.microsoft.com/office/drawing/2014/main" id="{40A22517-2B67-F223-667B-1C5E1026A867}"/>
                </a:ext>
              </a:extLst>
            </p:cNvPr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2" name="Google Shape;9062;p34">
              <a:extLst>
                <a:ext uri="{FF2B5EF4-FFF2-40B4-BE49-F238E27FC236}">
                  <a16:creationId xmlns:a16="http://schemas.microsoft.com/office/drawing/2014/main" id="{50B31324-6924-92B6-8B42-973D34C8883C}"/>
                </a:ext>
              </a:extLst>
            </p:cNvPr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3" name="Google Shape;9063;p34">
              <a:extLst>
                <a:ext uri="{FF2B5EF4-FFF2-40B4-BE49-F238E27FC236}">
                  <a16:creationId xmlns:a16="http://schemas.microsoft.com/office/drawing/2014/main" id="{E0A27316-0BE9-564D-F4E2-D77AB56A27FC}"/>
                </a:ext>
              </a:extLst>
            </p:cNvPr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4" name="Google Shape;9064;p34">
              <a:extLst>
                <a:ext uri="{FF2B5EF4-FFF2-40B4-BE49-F238E27FC236}">
                  <a16:creationId xmlns:a16="http://schemas.microsoft.com/office/drawing/2014/main" id="{1EB4ABDC-2136-F675-8394-CDFE6082EC55}"/>
                </a:ext>
              </a:extLst>
            </p:cNvPr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5" name="Google Shape;9065;p34">
              <a:extLst>
                <a:ext uri="{FF2B5EF4-FFF2-40B4-BE49-F238E27FC236}">
                  <a16:creationId xmlns:a16="http://schemas.microsoft.com/office/drawing/2014/main" id="{581536B1-F063-9EB9-B924-31971AF7A62A}"/>
                </a:ext>
              </a:extLst>
            </p:cNvPr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6" name="Google Shape;9066;p34">
              <a:extLst>
                <a:ext uri="{FF2B5EF4-FFF2-40B4-BE49-F238E27FC236}">
                  <a16:creationId xmlns:a16="http://schemas.microsoft.com/office/drawing/2014/main" id="{6D3830EB-26AB-3F1F-DE39-E4C12F73A49D}"/>
                </a:ext>
              </a:extLst>
            </p:cNvPr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7" name="Google Shape;9067;p34">
              <a:extLst>
                <a:ext uri="{FF2B5EF4-FFF2-40B4-BE49-F238E27FC236}">
                  <a16:creationId xmlns:a16="http://schemas.microsoft.com/office/drawing/2014/main" id="{1A0B7B2C-0C9E-D36E-BBDB-20494CBF2258}"/>
                </a:ext>
              </a:extLst>
            </p:cNvPr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8" name="Google Shape;9068;p34">
              <a:extLst>
                <a:ext uri="{FF2B5EF4-FFF2-40B4-BE49-F238E27FC236}">
                  <a16:creationId xmlns:a16="http://schemas.microsoft.com/office/drawing/2014/main" id="{1555E69E-5BF5-5FAE-A907-19CB53D95555}"/>
                </a:ext>
              </a:extLst>
            </p:cNvPr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9" name="Google Shape;9069;p34">
              <a:extLst>
                <a:ext uri="{FF2B5EF4-FFF2-40B4-BE49-F238E27FC236}">
                  <a16:creationId xmlns:a16="http://schemas.microsoft.com/office/drawing/2014/main" id="{BCDC72D5-D624-4073-34B6-62DD7822E2B1}"/>
                </a:ext>
              </a:extLst>
            </p:cNvPr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0" name="Google Shape;9070;p34">
              <a:extLst>
                <a:ext uri="{FF2B5EF4-FFF2-40B4-BE49-F238E27FC236}">
                  <a16:creationId xmlns:a16="http://schemas.microsoft.com/office/drawing/2014/main" id="{55C0BC25-1B1B-AD45-7750-713E3F9A29D4}"/>
                </a:ext>
              </a:extLst>
            </p:cNvPr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1" name="Google Shape;9071;p34">
              <a:extLst>
                <a:ext uri="{FF2B5EF4-FFF2-40B4-BE49-F238E27FC236}">
                  <a16:creationId xmlns:a16="http://schemas.microsoft.com/office/drawing/2014/main" id="{9C9F8D93-0CE0-87D5-841B-1FC46888A2EF}"/>
                </a:ext>
              </a:extLst>
            </p:cNvPr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2" name="Google Shape;9072;p34">
              <a:extLst>
                <a:ext uri="{FF2B5EF4-FFF2-40B4-BE49-F238E27FC236}">
                  <a16:creationId xmlns:a16="http://schemas.microsoft.com/office/drawing/2014/main" id="{57EB6896-0489-4B46-3013-FDC631772095}"/>
                </a:ext>
              </a:extLst>
            </p:cNvPr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3" name="Google Shape;9073;p34">
              <a:extLst>
                <a:ext uri="{FF2B5EF4-FFF2-40B4-BE49-F238E27FC236}">
                  <a16:creationId xmlns:a16="http://schemas.microsoft.com/office/drawing/2014/main" id="{3B99717E-71EF-F38F-4983-512088DC77C2}"/>
                </a:ext>
              </a:extLst>
            </p:cNvPr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4" name="Google Shape;9074;p34">
              <a:extLst>
                <a:ext uri="{FF2B5EF4-FFF2-40B4-BE49-F238E27FC236}">
                  <a16:creationId xmlns:a16="http://schemas.microsoft.com/office/drawing/2014/main" id="{8677AFDB-8B16-E101-C5E3-5DC01804F87D}"/>
                </a:ext>
              </a:extLst>
            </p:cNvPr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5" name="Google Shape;9075;p34">
              <a:extLst>
                <a:ext uri="{FF2B5EF4-FFF2-40B4-BE49-F238E27FC236}">
                  <a16:creationId xmlns:a16="http://schemas.microsoft.com/office/drawing/2014/main" id="{9DF9C7A6-37E8-F3B9-A146-82A961F892FD}"/>
                </a:ext>
              </a:extLst>
            </p:cNvPr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6" name="Google Shape;9076;p34">
              <a:extLst>
                <a:ext uri="{FF2B5EF4-FFF2-40B4-BE49-F238E27FC236}">
                  <a16:creationId xmlns:a16="http://schemas.microsoft.com/office/drawing/2014/main" id="{A5255E62-DEDC-35F2-79BA-0890EF32F5BB}"/>
                </a:ext>
              </a:extLst>
            </p:cNvPr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7" name="Google Shape;9077;p34">
              <a:extLst>
                <a:ext uri="{FF2B5EF4-FFF2-40B4-BE49-F238E27FC236}">
                  <a16:creationId xmlns:a16="http://schemas.microsoft.com/office/drawing/2014/main" id="{A6B88C38-FA2D-8D0B-2EAA-2354E3845C97}"/>
                </a:ext>
              </a:extLst>
            </p:cNvPr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8" name="Google Shape;9078;p34">
              <a:extLst>
                <a:ext uri="{FF2B5EF4-FFF2-40B4-BE49-F238E27FC236}">
                  <a16:creationId xmlns:a16="http://schemas.microsoft.com/office/drawing/2014/main" id="{4389E012-0DAC-1B0B-FBCB-ADCADD30D931}"/>
                </a:ext>
              </a:extLst>
            </p:cNvPr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9" name="Google Shape;9079;p34">
              <a:extLst>
                <a:ext uri="{FF2B5EF4-FFF2-40B4-BE49-F238E27FC236}">
                  <a16:creationId xmlns:a16="http://schemas.microsoft.com/office/drawing/2014/main" id="{08ECAABD-8B9A-AE55-B6FA-3457FE2E544A}"/>
                </a:ext>
              </a:extLst>
            </p:cNvPr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0" name="Google Shape;9080;p34">
              <a:extLst>
                <a:ext uri="{FF2B5EF4-FFF2-40B4-BE49-F238E27FC236}">
                  <a16:creationId xmlns:a16="http://schemas.microsoft.com/office/drawing/2014/main" id="{D97EE95A-524A-3191-CB9A-12D9C43A8A49}"/>
                </a:ext>
              </a:extLst>
            </p:cNvPr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1" name="Google Shape;9081;p34">
              <a:extLst>
                <a:ext uri="{FF2B5EF4-FFF2-40B4-BE49-F238E27FC236}">
                  <a16:creationId xmlns:a16="http://schemas.microsoft.com/office/drawing/2014/main" id="{56DFE3D4-4645-4302-0347-B8F981D03181}"/>
                </a:ext>
              </a:extLst>
            </p:cNvPr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2" name="Google Shape;9082;p34">
              <a:extLst>
                <a:ext uri="{FF2B5EF4-FFF2-40B4-BE49-F238E27FC236}">
                  <a16:creationId xmlns:a16="http://schemas.microsoft.com/office/drawing/2014/main" id="{C74882AE-56CD-19C6-064A-FC3710F5351E}"/>
                </a:ext>
              </a:extLst>
            </p:cNvPr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3" name="Google Shape;9083;p34">
              <a:extLst>
                <a:ext uri="{FF2B5EF4-FFF2-40B4-BE49-F238E27FC236}">
                  <a16:creationId xmlns:a16="http://schemas.microsoft.com/office/drawing/2014/main" id="{C81023D4-7FAE-9CFF-0EA1-1F8D21850AE7}"/>
                </a:ext>
              </a:extLst>
            </p:cNvPr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4" name="Google Shape;9084;p34">
              <a:extLst>
                <a:ext uri="{FF2B5EF4-FFF2-40B4-BE49-F238E27FC236}">
                  <a16:creationId xmlns:a16="http://schemas.microsoft.com/office/drawing/2014/main" id="{25C4182A-E502-2C67-C564-1499E1B00EFD}"/>
                </a:ext>
              </a:extLst>
            </p:cNvPr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5" name="Google Shape;9085;p34">
              <a:extLst>
                <a:ext uri="{FF2B5EF4-FFF2-40B4-BE49-F238E27FC236}">
                  <a16:creationId xmlns:a16="http://schemas.microsoft.com/office/drawing/2014/main" id="{8FCEAFB6-CEEC-893A-17CD-20E73BBB539F}"/>
                </a:ext>
              </a:extLst>
            </p:cNvPr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6" name="Google Shape;9086;p34">
              <a:extLst>
                <a:ext uri="{FF2B5EF4-FFF2-40B4-BE49-F238E27FC236}">
                  <a16:creationId xmlns:a16="http://schemas.microsoft.com/office/drawing/2014/main" id="{90A602FC-5E5C-717C-EDFF-C30D07223BC7}"/>
                </a:ext>
              </a:extLst>
            </p:cNvPr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7" name="Google Shape;9087;p34">
              <a:extLst>
                <a:ext uri="{FF2B5EF4-FFF2-40B4-BE49-F238E27FC236}">
                  <a16:creationId xmlns:a16="http://schemas.microsoft.com/office/drawing/2014/main" id="{47C83BF0-6BE3-9488-AE3C-6CACB007DD6C}"/>
                </a:ext>
              </a:extLst>
            </p:cNvPr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8" name="Google Shape;9088;p34">
              <a:extLst>
                <a:ext uri="{FF2B5EF4-FFF2-40B4-BE49-F238E27FC236}">
                  <a16:creationId xmlns:a16="http://schemas.microsoft.com/office/drawing/2014/main" id="{B7B10F70-7352-7C81-1362-303951BEBD8D}"/>
                </a:ext>
              </a:extLst>
            </p:cNvPr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9" name="Google Shape;9089;p34">
              <a:extLst>
                <a:ext uri="{FF2B5EF4-FFF2-40B4-BE49-F238E27FC236}">
                  <a16:creationId xmlns:a16="http://schemas.microsoft.com/office/drawing/2014/main" id="{ACC9C167-46EF-A083-0CC2-B37D55147E58}"/>
                </a:ext>
              </a:extLst>
            </p:cNvPr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0" name="Google Shape;9090;p34">
              <a:extLst>
                <a:ext uri="{FF2B5EF4-FFF2-40B4-BE49-F238E27FC236}">
                  <a16:creationId xmlns:a16="http://schemas.microsoft.com/office/drawing/2014/main" id="{5F93F38C-98AA-A997-1AD8-3A3E336AD94B}"/>
                </a:ext>
              </a:extLst>
            </p:cNvPr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1" name="Google Shape;9091;p34">
              <a:extLst>
                <a:ext uri="{FF2B5EF4-FFF2-40B4-BE49-F238E27FC236}">
                  <a16:creationId xmlns:a16="http://schemas.microsoft.com/office/drawing/2014/main" id="{5D1FA29C-9C3C-E2F1-40DE-EE586C370A55}"/>
                </a:ext>
              </a:extLst>
            </p:cNvPr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2" name="Google Shape;9092;p34">
              <a:extLst>
                <a:ext uri="{FF2B5EF4-FFF2-40B4-BE49-F238E27FC236}">
                  <a16:creationId xmlns:a16="http://schemas.microsoft.com/office/drawing/2014/main" id="{6F4A339C-BFF0-1B44-8294-FB4918458640}"/>
                </a:ext>
              </a:extLst>
            </p:cNvPr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3" name="Google Shape;9093;p34">
              <a:extLst>
                <a:ext uri="{FF2B5EF4-FFF2-40B4-BE49-F238E27FC236}">
                  <a16:creationId xmlns:a16="http://schemas.microsoft.com/office/drawing/2014/main" id="{2AD7EE91-50E2-C94F-25FE-CA3644B41449}"/>
                </a:ext>
              </a:extLst>
            </p:cNvPr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4" name="Google Shape;9094;p34">
              <a:extLst>
                <a:ext uri="{FF2B5EF4-FFF2-40B4-BE49-F238E27FC236}">
                  <a16:creationId xmlns:a16="http://schemas.microsoft.com/office/drawing/2014/main" id="{B011BD71-8E7A-742C-FE9D-8A1C1E5108E8}"/>
                </a:ext>
              </a:extLst>
            </p:cNvPr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5" name="Google Shape;9095;p34">
              <a:extLst>
                <a:ext uri="{FF2B5EF4-FFF2-40B4-BE49-F238E27FC236}">
                  <a16:creationId xmlns:a16="http://schemas.microsoft.com/office/drawing/2014/main" id="{4B3E54C0-BE8F-ED34-5753-4BF78407D456}"/>
                </a:ext>
              </a:extLst>
            </p:cNvPr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6" name="Google Shape;9096;p34">
              <a:extLst>
                <a:ext uri="{FF2B5EF4-FFF2-40B4-BE49-F238E27FC236}">
                  <a16:creationId xmlns:a16="http://schemas.microsoft.com/office/drawing/2014/main" id="{3DA2E7A4-2CD5-45FB-03D5-2A0C5C87F6A7}"/>
                </a:ext>
              </a:extLst>
            </p:cNvPr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7" name="Google Shape;9097;p34">
              <a:extLst>
                <a:ext uri="{FF2B5EF4-FFF2-40B4-BE49-F238E27FC236}">
                  <a16:creationId xmlns:a16="http://schemas.microsoft.com/office/drawing/2014/main" id="{97028868-86DC-E15A-0C90-84DA29CA0C10}"/>
                </a:ext>
              </a:extLst>
            </p:cNvPr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8" name="Google Shape;9098;p34">
              <a:extLst>
                <a:ext uri="{FF2B5EF4-FFF2-40B4-BE49-F238E27FC236}">
                  <a16:creationId xmlns:a16="http://schemas.microsoft.com/office/drawing/2014/main" id="{86BCF024-0250-A727-32F9-63BA1868E99A}"/>
                </a:ext>
              </a:extLst>
            </p:cNvPr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9" name="Google Shape;9099;p34">
              <a:extLst>
                <a:ext uri="{FF2B5EF4-FFF2-40B4-BE49-F238E27FC236}">
                  <a16:creationId xmlns:a16="http://schemas.microsoft.com/office/drawing/2014/main" id="{2C6D7BE1-0094-4A50-7B36-4EAAB9C54D2F}"/>
                </a:ext>
              </a:extLst>
            </p:cNvPr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0" name="Google Shape;9100;p34">
              <a:extLst>
                <a:ext uri="{FF2B5EF4-FFF2-40B4-BE49-F238E27FC236}">
                  <a16:creationId xmlns:a16="http://schemas.microsoft.com/office/drawing/2014/main" id="{24661BBB-8C1F-B4DC-9151-A8E109455FFC}"/>
                </a:ext>
              </a:extLst>
            </p:cNvPr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1" name="Google Shape;9101;p34">
              <a:extLst>
                <a:ext uri="{FF2B5EF4-FFF2-40B4-BE49-F238E27FC236}">
                  <a16:creationId xmlns:a16="http://schemas.microsoft.com/office/drawing/2014/main" id="{F65905C3-EA81-7D3B-C516-C728F69915AE}"/>
                </a:ext>
              </a:extLst>
            </p:cNvPr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2" name="Google Shape;9102;p34">
              <a:extLst>
                <a:ext uri="{FF2B5EF4-FFF2-40B4-BE49-F238E27FC236}">
                  <a16:creationId xmlns:a16="http://schemas.microsoft.com/office/drawing/2014/main" id="{24DBD960-6109-C299-D20A-65024E17819C}"/>
                </a:ext>
              </a:extLst>
            </p:cNvPr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3" name="Google Shape;9103;p34">
              <a:extLst>
                <a:ext uri="{FF2B5EF4-FFF2-40B4-BE49-F238E27FC236}">
                  <a16:creationId xmlns:a16="http://schemas.microsoft.com/office/drawing/2014/main" id="{E8472408-B80C-1FE4-2BB3-5D95673373D4}"/>
                </a:ext>
              </a:extLst>
            </p:cNvPr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4" name="Google Shape;9104;p34">
              <a:extLst>
                <a:ext uri="{FF2B5EF4-FFF2-40B4-BE49-F238E27FC236}">
                  <a16:creationId xmlns:a16="http://schemas.microsoft.com/office/drawing/2014/main" id="{5865DC19-E59D-CEEC-6FE5-EB18B8D97CFE}"/>
                </a:ext>
              </a:extLst>
            </p:cNvPr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5" name="Google Shape;9105;p34">
              <a:extLst>
                <a:ext uri="{FF2B5EF4-FFF2-40B4-BE49-F238E27FC236}">
                  <a16:creationId xmlns:a16="http://schemas.microsoft.com/office/drawing/2014/main" id="{F1C3D628-E7A8-0F28-0C18-B589BE49822C}"/>
                </a:ext>
              </a:extLst>
            </p:cNvPr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6" name="Google Shape;9106;p34">
              <a:extLst>
                <a:ext uri="{FF2B5EF4-FFF2-40B4-BE49-F238E27FC236}">
                  <a16:creationId xmlns:a16="http://schemas.microsoft.com/office/drawing/2014/main" id="{13887FDF-75FA-7EB3-D372-53963F4F05E7}"/>
                </a:ext>
              </a:extLst>
            </p:cNvPr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7" name="Google Shape;9107;p34">
              <a:extLst>
                <a:ext uri="{FF2B5EF4-FFF2-40B4-BE49-F238E27FC236}">
                  <a16:creationId xmlns:a16="http://schemas.microsoft.com/office/drawing/2014/main" id="{2EEA637B-FDC0-F7AB-F998-CD0B9FA94517}"/>
                </a:ext>
              </a:extLst>
            </p:cNvPr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8" name="Google Shape;9108;p34">
              <a:extLst>
                <a:ext uri="{FF2B5EF4-FFF2-40B4-BE49-F238E27FC236}">
                  <a16:creationId xmlns:a16="http://schemas.microsoft.com/office/drawing/2014/main" id="{8996D398-1AFE-F761-2FA0-2ECB1BF06143}"/>
                </a:ext>
              </a:extLst>
            </p:cNvPr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9" name="Google Shape;9109;p34">
              <a:extLst>
                <a:ext uri="{FF2B5EF4-FFF2-40B4-BE49-F238E27FC236}">
                  <a16:creationId xmlns:a16="http://schemas.microsoft.com/office/drawing/2014/main" id="{A06C438B-44AC-9A34-2048-1A9BFD413960}"/>
                </a:ext>
              </a:extLst>
            </p:cNvPr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0" name="Google Shape;9110;p34">
              <a:extLst>
                <a:ext uri="{FF2B5EF4-FFF2-40B4-BE49-F238E27FC236}">
                  <a16:creationId xmlns:a16="http://schemas.microsoft.com/office/drawing/2014/main" id="{71572796-8CE6-1AA2-9E6B-8918F931655D}"/>
                </a:ext>
              </a:extLst>
            </p:cNvPr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1" name="Google Shape;9111;p34">
              <a:extLst>
                <a:ext uri="{FF2B5EF4-FFF2-40B4-BE49-F238E27FC236}">
                  <a16:creationId xmlns:a16="http://schemas.microsoft.com/office/drawing/2014/main" id="{FC7EC3A9-2773-3700-2E47-B0DE994C0269}"/>
                </a:ext>
              </a:extLst>
            </p:cNvPr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2" name="Google Shape;9112;p34">
              <a:extLst>
                <a:ext uri="{FF2B5EF4-FFF2-40B4-BE49-F238E27FC236}">
                  <a16:creationId xmlns:a16="http://schemas.microsoft.com/office/drawing/2014/main" id="{59B8BA55-5C46-F649-CC92-858039B29A43}"/>
                </a:ext>
              </a:extLst>
            </p:cNvPr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3" name="Google Shape;9113;p34">
              <a:extLst>
                <a:ext uri="{FF2B5EF4-FFF2-40B4-BE49-F238E27FC236}">
                  <a16:creationId xmlns:a16="http://schemas.microsoft.com/office/drawing/2014/main" id="{21544C2D-F843-46BA-8C73-B464A0D69E26}"/>
                </a:ext>
              </a:extLst>
            </p:cNvPr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4" name="Google Shape;9114;p34">
              <a:extLst>
                <a:ext uri="{FF2B5EF4-FFF2-40B4-BE49-F238E27FC236}">
                  <a16:creationId xmlns:a16="http://schemas.microsoft.com/office/drawing/2014/main" id="{E956E89F-E50A-F3C8-3B30-DA59A85EA9C9}"/>
                </a:ext>
              </a:extLst>
            </p:cNvPr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5" name="Google Shape;9115;p34">
              <a:extLst>
                <a:ext uri="{FF2B5EF4-FFF2-40B4-BE49-F238E27FC236}">
                  <a16:creationId xmlns:a16="http://schemas.microsoft.com/office/drawing/2014/main" id="{70F13879-07D7-FEEA-F3EB-A02154581F58}"/>
                </a:ext>
              </a:extLst>
            </p:cNvPr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6" name="Google Shape;9116;p34">
              <a:extLst>
                <a:ext uri="{FF2B5EF4-FFF2-40B4-BE49-F238E27FC236}">
                  <a16:creationId xmlns:a16="http://schemas.microsoft.com/office/drawing/2014/main" id="{FB640DCA-6829-138B-0EF4-B06C41D9879D}"/>
                </a:ext>
              </a:extLst>
            </p:cNvPr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7" name="Google Shape;9117;p34">
              <a:extLst>
                <a:ext uri="{FF2B5EF4-FFF2-40B4-BE49-F238E27FC236}">
                  <a16:creationId xmlns:a16="http://schemas.microsoft.com/office/drawing/2014/main" id="{7FB5D69E-B5A6-2C07-0079-59D936BB8710}"/>
                </a:ext>
              </a:extLst>
            </p:cNvPr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8" name="Google Shape;9118;p34">
              <a:extLst>
                <a:ext uri="{FF2B5EF4-FFF2-40B4-BE49-F238E27FC236}">
                  <a16:creationId xmlns:a16="http://schemas.microsoft.com/office/drawing/2014/main" id="{128DA69F-0A3C-EA4C-48E2-C0FA25190C4C}"/>
                </a:ext>
              </a:extLst>
            </p:cNvPr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9" name="Google Shape;9119;p34">
              <a:extLst>
                <a:ext uri="{FF2B5EF4-FFF2-40B4-BE49-F238E27FC236}">
                  <a16:creationId xmlns:a16="http://schemas.microsoft.com/office/drawing/2014/main" id="{0B7AEB74-4FF1-1102-6D77-775A858C0D56}"/>
                </a:ext>
              </a:extLst>
            </p:cNvPr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0" name="Google Shape;9120;p34">
              <a:extLst>
                <a:ext uri="{FF2B5EF4-FFF2-40B4-BE49-F238E27FC236}">
                  <a16:creationId xmlns:a16="http://schemas.microsoft.com/office/drawing/2014/main" id="{A5DFDAD9-C548-0A68-0364-1ECECBE8980F}"/>
                </a:ext>
              </a:extLst>
            </p:cNvPr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1" name="Google Shape;9121;p34">
              <a:extLst>
                <a:ext uri="{FF2B5EF4-FFF2-40B4-BE49-F238E27FC236}">
                  <a16:creationId xmlns:a16="http://schemas.microsoft.com/office/drawing/2014/main" id="{5FEF3C5A-BA61-BCC9-D2F5-F3E9EDEE5707}"/>
                </a:ext>
              </a:extLst>
            </p:cNvPr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2" name="Google Shape;9122;p34">
              <a:extLst>
                <a:ext uri="{FF2B5EF4-FFF2-40B4-BE49-F238E27FC236}">
                  <a16:creationId xmlns:a16="http://schemas.microsoft.com/office/drawing/2014/main" id="{988FD374-CE0E-780D-973F-E2575F0DE476}"/>
                </a:ext>
              </a:extLst>
            </p:cNvPr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3" name="Google Shape;9123;p34">
              <a:extLst>
                <a:ext uri="{FF2B5EF4-FFF2-40B4-BE49-F238E27FC236}">
                  <a16:creationId xmlns:a16="http://schemas.microsoft.com/office/drawing/2014/main" id="{D40A6927-E971-D212-134E-FF08F8C3884B}"/>
                </a:ext>
              </a:extLst>
            </p:cNvPr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4" name="Google Shape;9124;p34">
              <a:extLst>
                <a:ext uri="{FF2B5EF4-FFF2-40B4-BE49-F238E27FC236}">
                  <a16:creationId xmlns:a16="http://schemas.microsoft.com/office/drawing/2014/main" id="{576401DD-EA3B-D583-8E9E-CF103BDDF1EC}"/>
                </a:ext>
              </a:extLst>
            </p:cNvPr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5" name="Google Shape;9125;p34">
              <a:extLst>
                <a:ext uri="{FF2B5EF4-FFF2-40B4-BE49-F238E27FC236}">
                  <a16:creationId xmlns:a16="http://schemas.microsoft.com/office/drawing/2014/main" id="{C1B4FAE2-0356-5F80-5E68-17F2D95E01C0}"/>
                </a:ext>
              </a:extLst>
            </p:cNvPr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6" name="Google Shape;9126;p34">
              <a:extLst>
                <a:ext uri="{FF2B5EF4-FFF2-40B4-BE49-F238E27FC236}">
                  <a16:creationId xmlns:a16="http://schemas.microsoft.com/office/drawing/2014/main" id="{BCCD97CE-59BA-95AB-0394-5578E069160B}"/>
                </a:ext>
              </a:extLst>
            </p:cNvPr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7" name="Google Shape;9127;p34">
              <a:extLst>
                <a:ext uri="{FF2B5EF4-FFF2-40B4-BE49-F238E27FC236}">
                  <a16:creationId xmlns:a16="http://schemas.microsoft.com/office/drawing/2014/main" id="{124F7EAF-0F91-0E3D-7CBD-DC21945612EE}"/>
                </a:ext>
              </a:extLst>
            </p:cNvPr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8" name="Google Shape;9128;p34">
              <a:extLst>
                <a:ext uri="{FF2B5EF4-FFF2-40B4-BE49-F238E27FC236}">
                  <a16:creationId xmlns:a16="http://schemas.microsoft.com/office/drawing/2014/main" id="{72A898DE-0FC3-54B3-A047-9D8323D23C02}"/>
                </a:ext>
              </a:extLst>
            </p:cNvPr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9" name="Google Shape;9129;p34">
              <a:extLst>
                <a:ext uri="{FF2B5EF4-FFF2-40B4-BE49-F238E27FC236}">
                  <a16:creationId xmlns:a16="http://schemas.microsoft.com/office/drawing/2014/main" id="{069A3539-0642-C5FA-1965-AED515B388E4}"/>
                </a:ext>
              </a:extLst>
            </p:cNvPr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0" name="Google Shape;9130;p34">
              <a:extLst>
                <a:ext uri="{FF2B5EF4-FFF2-40B4-BE49-F238E27FC236}">
                  <a16:creationId xmlns:a16="http://schemas.microsoft.com/office/drawing/2014/main" id="{FE848F52-AB2A-B4F9-3ADC-F9B79434F603}"/>
                </a:ext>
              </a:extLst>
            </p:cNvPr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1" name="Google Shape;9131;p34">
              <a:extLst>
                <a:ext uri="{FF2B5EF4-FFF2-40B4-BE49-F238E27FC236}">
                  <a16:creationId xmlns:a16="http://schemas.microsoft.com/office/drawing/2014/main" id="{A6761CA0-9BBE-67BF-CA94-EDC7402DACC7}"/>
                </a:ext>
              </a:extLst>
            </p:cNvPr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2" name="Google Shape;9132;p34">
              <a:extLst>
                <a:ext uri="{FF2B5EF4-FFF2-40B4-BE49-F238E27FC236}">
                  <a16:creationId xmlns:a16="http://schemas.microsoft.com/office/drawing/2014/main" id="{1651F1BD-6898-C1BA-3C43-64C17F4A3312}"/>
                </a:ext>
              </a:extLst>
            </p:cNvPr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3" name="Google Shape;9133;p34">
              <a:extLst>
                <a:ext uri="{FF2B5EF4-FFF2-40B4-BE49-F238E27FC236}">
                  <a16:creationId xmlns:a16="http://schemas.microsoft.com/office/drawing/2014/main" id="{BD0C37F7-E727-3EAA-B1EB-D37BD7A9AF8E}"/>
                </a:ext>
              </a:extLst>
            </p:cNvPr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4" name="Google Shape;9134;p34">
              <a:extLst>
                <a:ext uri="{FF2B5EF4-FFF2-40B4-BE49-F238E27FC236}">
                  <a16:creationId xmlns:a16="http://schemas.microsoft.com/office/drawing/2014/main" id="{B74D4CBC-7709-90B9-223A-9F2C6015A0AC}"/>
                </a:ext>
              </a:extLst>
            </p:cNvPr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5" name="Google Shape;9135;p34">
              <a:extLst>
                <a:ext uri="{FF2B5EF4-FFF2-40B4-BE49-F238E27FC236}">
                  <a16:creationId xmlns:a16="http://schemas.microsoft.com/office/drawing/2014/main" id="{52CBC025-E310-2328-5FD2-A46B0C523619}"/>
                </a:ext>
              </a:extLst>
            </p:cNvPr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6" name="Google Shape;9136;p34">
              <a:extLst>
                <a:ext uri="{FF2B5EF4-FFF2-40B4-BE49-F238E27FC236}">
                  <a16:creationId xmlns:a16="http://schemas.microsoft.com/office/drawing/2014/main" id="{15D15763-F3FB-9167-BA39-37DA9C5F15BA}"/>
                </a:ext>
              </a:extLst>
            </p:cNvPr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7" name="Google Shape;9137;p34">
              <a:extLst>
                <a:ext uri="{FF2B5EF4-FFF2-40B4-BE49-F238E27FC236}">
                  <a16:creationId xmlns:a16="http://schemas.microsoft.com/office/drawing/2014/main" id="{BE953AE5-1317-8DE4-769B-F73A29F87E2F}"/>
                </a:ext>
              </a:extLst>
            </p:cNvPr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8" name="Google Shape;9138;p34">
              <a:extLst>
                <a:ext uri="{FF2B5EF4-FFF2-40B4-BE49-F238E27FC236}">
                  <a16:creationId xmlns:a16="http://schemas.microsoft.com/office/drawing/2014/main" id="{32A337AD-B619-8705-8271-97F63FEE7696}"/>
                </a:ext>
              </a:extLst>
            </p:cNvPr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9" name="Google Shape;9139;p34">
              <a:extLst>
                <a:ext uri="{FF2B5EF4-FFF2-40B4-BE49-F238E27FC236}">
                  <a16:creationId xmlns:a16="http://schemas.microsoft.com/office/drawing/2014/main" id="{4097FE1A-D9FB-7030-9B4C-0442E90FDB92}"/>
                </a:ext>
              </a:extLst>
            </p:cNvPr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0" name="Google Shape;9140;p34">
              <a:extLst>
                <a:ext uri="{FF2B5EF4-FFF2-40B4-BE49-F238E27FC236}">
                  <a16:creationId xmlns:a16="http://schemas.microsoft.com/office/drawing/2014/main" id="{5FFC1021-ADA1-E828-08F9-F0E45EBD18ED}"/>
                </a:ext>
              </a:extLst>
            </p:cNvPr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1" name="Google Shape;9141;p34">
              <a:extLst>
                <a:ext uri="{FF2B5EF4-FFF2-40B4-BE49-F238E27FC236}">
                  <a16:creationId xmlns:a16="http://schemas.microsoft.com/office/drawing/2014/main" id="{B13DE553-51F5-124F-FDE9-25BD46763900}"/>
                </a:ext>
              </a:extLst>
            </p:cNvPr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2" name="Google Shape;9142;p34">
              <a:extLst>
                <a:ext uri="{FF2B5EF4-FFF2-40B4-BE49-F238E27FC236}">
                  <a16:creationId xmlns:a16="http://schemas.microsoft.com/office/drawing/2014/main" id="{1258A42B-F00A-D7E8-089D-3098BE84250F}"/>
                </a:ext>
              </a:extLst>
            </p:cNvPr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3" name="Google Shape;9143;p34">
              <a:extLst>
                <a:ext uri="{FF2B5EF4-FFF2-40B4-BE49-F238E27FC236}">
                  <a16:creationId xmlns:a16="http://schemas.microsoft.com/office/drawing/2014/main" id="{DB53FF37-066A-EB23-424A-1A2EACC10EA3}"/>
                </a:ext>
              </a:extLst>
            </p:cNvPr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4" name="Google Shape;9144;p34">
              <a:extLst>
                <a:ext uri="{FF2B5EF4-FFF2-40B4-BE49-F238E27FC236}">
                  <a16:creationId xmlns:a16="http://schemas.microsoft.com/office/drawing/2014/main" id="{CF988FA2-9018-90A1-DC8B-B458440BDB25}"/>
                </a:ext>
              </a:extLst>
            </p:cNvPr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5" name="Google Shape;9145;p34">
              <a:extLst>
                <a:ext uri="{FF2B5EF4-FFF2-40B4-BE49-F238E27FC236}">
                  <a16:creationId xmlns:a16="http://schemas.microsoft.com/office/drawing/2014/main" id="{F8EB7BC7-61E5-A8E6-CB00-7D7CF9C72EEC}"/>
                </a:ext>
              </a:extLst>
            </p:cNvPr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6" name="Google Shape;9146;p34">
              <a:extLst>
                <a:ext uri="{FF2B5EF4-FFF2-40B4-BE49-F238E27FC236}">
                  <a16:creationId xmlns:a16="http://schemas.microsoft.com/office/drawing/2014/main" id="{19BECFEA-6D54-D2B2-DCC6-E0C0A08B633B}"/>
                </a:ext>
              </a:extLst>
            </p:cNvPr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7" name="Google Shape;9147;p34">
              <a:extLst>
                <a:ext uri="{FF2B5EF4-FFF2-40B4-BE49-F238E27FC236}">
                  <a16:creationId xmlns:a16="http://schemas.microsoft.com/office/drawing/2014/main" id="{655E5A83-EFDC-3662-76B7-FEC42BB6E0F4}"/>
                </a:ext>
              </a:extLst>
            </p:cNvPr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8" name="Google Shape;9148;p34">
              <a:extLst>
                <a:ext uri="{FF2B5EF4-FFF2-40B4-BE49-F238E27FC236}">
                  <a16:creationId xmlns:a16="http://schemas.microsoft.com/office/drawing/2014/main" id="{364883F3-DD6F-7ADC-3003-7204F51D729A}"/>
                </a:ext>
              </a:extLst>
            </p:cNvPr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9" name="Google Shape;9149;p34">
              <a:extLst>
                <a:ext uri="{FF2B5EF4-FFF2-40B4-BE49-F238E27FC236}">
                  <a16:creationId xmlns:a16="http://schemas.microsoft.com/office/drawing/2014/main" id="{413F0EA5-C53A-F217-4B61-78B2923020FC}"/>
                </a:ext>
              </a:extLst>
            </p:cNvPr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0" name="Google Shape;9150;p34">
              <a:extLst>
                <a:ext uri="{FF2B5EF4-FFF2-40B4-BE49-F238E27FC236}">
                  <a16:creationId xmlns:a16="http://schemas.microsoft.com/office/drawing/2014/main" id="{CF393CCD-84AE-9BA0-F97B-1382704CFFB1}"/>
                </a:ext>
              </a:extLst>
            </p:cNvPr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1" name="Google Shape;9151;p34">
              <a:extLst>
                <a:ext uri="{FF2B5EF4-FFF2-40B4-BE49-F238E27FC236}">
                  <a16:creationId xmlns:a16="http://schemas.microsoft.com/office/drawing/2014/main" id="{D14613FF-CB0E-DDFF-2BE5-C5AF0F96FC3F}"/>
                </a:ext>
              </a:extLst>
            </p:cNvPr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2" name="Google Shape;9152;p34">
              <a:extLst>
                <a:ext uri="{FF2B5EF4-FFF2-40B4-BE49-F238E27FC236}">
                  <a16:creationId xmlns:a16="http://schemas.microsoft.com/office/drawing/2014/main" id="{A7958BB3-0FB0-540B-DDF8-017EC5ED757A}"/>
                </a:ext>
              </a:extLst>
            </p:cNvPr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3" name="Google Shape;9153;p34">
              <a:extLst>
                <a:ext uri="{FF2B5EF4-FFF2-40B4-BE49-F238E27FC236}">
                  <a16:creationId xmlns:a16="http://schemas.microsoft.com/office/drawing/2014/main" id="{C1FC23A5-7E4A-CB0C-72E9-4E58AFEE85BB}"/>
                </a:ext>
              </a:extLst>
            </p:cNvPr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4" name="Google Shape;9154;p34">
              <a:extLst>
                <a:ext uri="{FF2B5EF4-FFF2-40B4-BE49-F238E27FC236}">
                  <a16:creationId xmlns:a16="http://schemas.microsoft.com/office/drawing/2014/main" id="{F5EFA1EC-968A-B5A7-EE4D-A4B15D51C0F5}"/>
                </a:ext>
              </a:extLst>
            </p:cNvPr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5" name="Google Shape;9155;p34">
              <a:extLst>
                <a:ext uri="{FF2B5EF4-FFF2-40B4-BE49-F238E27FC236}">
                  <a16:creationId xmlns:a16="http://schemas.microsoft.com/office/drawing/2014/main" id="{BD602117-864F-1D91-B21D-EFD5E6FFF6E8}"/>
                </a:ext>
              </a:extLst>
            </p:cNvPr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6" name="Google Shape;9156;p34">
              <a:extLst>
                <a:ext uri="{FF2B5EF4-FFF2-40B4-BE49-F238E27FC236}">
                  <a16:creationId xmlns:a16="http://schemas.microsoft.com/office/drawing/2014/main" id="{B909D40D-7716-86D6-721C-ACAAC769A749}"/>
                </a:ext>
              </a:extLst>
            </p:cNvPr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7" name="Google Shape;9157;p34">
              <a:extLst>
                <a:ext uri="{FF2B5EF4-FFF2-40B4-BE49-F238E27FC236}">
                  <a16:creationId xmlns:a16="http://schemas.microsoft.com/office/drawing/2014/main" id="{05F25AA4-8B5E-A0B9-986C-F355DFF56523}"/>
                </a:ext>
              </a:extLst>
            </p:cNvPr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8" name="Google Shape;9158;p34">
              <a:extLst>
                <a:ext uri="{FF2B5EF4-FFF2-40B4-BE49-F238E27FC236}">
                  <a16:creationId xmlns:a16="http://schemas.microsoft.com/office/drawing/2014/main" id="{FB2E6550-3845-C709-4657-8D2BDFE4FB96}"/>
                </a:ext>
              </a:extLst>
            </p:cNvPr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9" name="Google Shape;9159;p34">
              <a:extLst>
                <a:ext uri="{FF2B5EF4-FFF2-40B4-BE49-F238E27FC236}">
                  <a16:creationId xmlns:a16="http://schemas.microsoft.com/office/drawing/2014/main" id="{B81A9D61-E86E-EFAB-3AB5-39E24AE2AEE6}"/>
                </a:ext>
              </a:extLst>
            </p:cNvPr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0" name="Google Shape;9160;p34">
              <a:extLst>
                <a:ext uri="{FF2B5EF4-FFF2-40B4-BE49-F238E27FC236}">
                  <a16:creationId xmlns:a16="http://schemas.microsoft.com/office/drawing/2014/main" id="{F91A81B5-B2D6-088B-89A1-6EA3C2E14895}"/>
                </a:ext>
              </a:extLst>
            </p:cNvPr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1" name="Google Shape;9161;p34">
              <a:extLst>
                <a:ext uri="{FF2B5EF4-FFF2-40B4-BE49-F238E27FC236}">
                  <a16:creationId xmlns:a16="http://schemas.microsoft.com/office/drawing/2014/main" id="{BE97DD77-F9D9-2E47-5036-53CDA16BA990}"/>
                </a:ext>
              </a:extLst>
            </p:cNvPr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2" name="Google Shape;9162;p34">
              <a:extLst>
                <a:ext uri="{FF2B5EF4-FFF2-40B4-BE49-F238E27FC236}">
                  <a16:creationId xmlns:a16="http://schemas.microsoft.com/office/drawing/2014/main" id="{CD08FF21-E596-70D8-F3ED-68E35A9B1576}"/>
                </a:ext>
              </a:extLst>
            </p:cNvPr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3" name="Google Shape;9163;p34">
              <a:extLst>
                <a:ext uri="{FF2B5EF4-FFF2-40B4-BE49-F238E27FC236}">
                  <a16:creationId xmlns:a16="http://schemas.microsoft.com/office/drawing/2014/main" id="{7C6EEC59-722C-FEE5-E2F6-2432E8F2454A}"/>
                </a:ext>
              </a:extLst>
            </p:cNvPr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4" name="Google Shape;9164;p34">
              <a:extLst>
                <a:ext uri="{FF2B5EF4-FFF2-40B4-BE49-F238E27FC236}">
                  <a16:creationId xmlns:a16="http://schemas.microsoft.com/office/drawing/2014/main" id="{4090DCCF-71CD-4777-847E-9936495EEED5}"/>
                </a:ext>
              </a:extLst>
            </p:cNvPr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5" name="Google Shape;9165;p34">
              <a:extLst>
                <a:ext uri="{FF2B5EF4-FFF2-40B4-BE49-F238E27FC236}">
                  <a16:creationId xmlns:a16="http://schemas.microsoft.com/office/drawing/2014/main" id="{8C60CA46-50BB-C2ED-2ECD-3AE4C91581DE}"/>
                </a:ext>
              </a:extLst>
            </p:cNvPr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6" name="Google Shape;9166;p34">
              <a:extLst>
                <a:ext uri="{FF2B5EF4-FFF2-40B4-BE49-F238E27FC236}">
                  <a16:creationId xmlns:a16="http://schemas.microsoft.com/office/drawing/2014/main" id="{EADF45A1-B142-58F6-3407-BD3D6E05AF99}"/>
                </a:ext>
              </a:extLst>
            </p:cNvPr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7" name="Google Shape;9167;p34">
              <a:extLst>
                <a:ext uri="{FF2B5EF4-FFF2-40B4-BE49-F238E27FC236}">
                  <a16:creationId xmlns:a16="http://schemas.microsoft.com/office/drawing/2014/main" id="{491B14E3-4A20-774E-576F-00CB26115700}"/>
                </a:ext>
              </a:extLst>
            </p:cNvPr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8" name="Google Shape;9168;p34">
              <a:extLst>
                <a:ext uri="{FF2B5EF4-FFF2-40B4-BE49-F238E27FC236}">
                  <a16:creationId xmlns:a16="http://schemas.microsoft.com/office/drawing/2014/main" id="{BCB22C12-26EA-9B05-7A16-301810AA476E}"/>
                </a:ext>
              </a:extLst>
            </p:cNvPr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9" name="Google Shape;9169;p34">
              <a:extLst>
                <a:ext uri="{FF2B5EF4-FFF2-40B4-BE49-F238E27FC236}">
                  <a16:creationId xmlns:a16="http://schemas.microsoft.com/office/drawing/2014/main" id="{1F9CBD4F-6FDC-9C2C-719B-796428869BC7}"/>
                </a:ext>
              </a:extLst>
            </p:cNvPr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0" name="Google Shape;9170;p34">
              <a:extLst>
                <a:ext uri="{FF2B5EF4-FFF2-40B4-BE49-F238E27FC236}">
                  <a16:creationId xmlns:a16="http://schemas.microsoft.com/office/drawing/2014/main" id="{9FFDCFAB-D496-8647-A76E-A0D70B63CF4D}"/>
                </a:ext>
              </a:extLst>
            </p:cNvPr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1" name="Google Shape;9171;p34">
              <a:extLst>
                <a:ext uri="{FF2B5EF4-FFF2-40B4-BE49-F238E27FC236}">
                  <a16:creationId xmlns:a16="http://schemas.microsoft.com/office/drawing/2014/main" id="{9DAF8376-FFEC-B7BE-0723-00C7E513E767}"/>
                </a:ext>
              </a:extLst>
            </p:cNvPr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2" name="Google Shape;9172;p34">
              <a:extLst>
                <a:ext uri="{FF2B5EF4-FFF2-40B4-BE49-F238E27FC236}">
                  <a16:creationId xmlns:a16="http://schemas.microsoft.com/office/drawing/2014/main" id="{ACB73E30-AEDD-EF90-1601-A156250123F3}"/>
                </a:ext>
              </a:extLst>
            </p:cNvPr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3" name="Google Shape;9173;p34">
              <a:extLst>
                <a:ext uri="{FF2B5EF4-FFF2-40B4-BE49-F238E27FC236}">
                  <a16:creationId xmlns:a16="http://schemas.microsoft.com/office/drawing/2014/main" id="{704D53B5-79D7-4743-0E8F-21DC06CAFF51}"/>
                </a:ext>
              </a:extLst>
            </p:cNvPr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4" name="Google Shape;9174;p34">
              <a:extLst>
                <a:ext uri="{FF2B5EF4-FFF2-40B4-BE49-F238E27FC236}">
                  <a16:creationId xmlns:a16="http://schemas.microsoft.com/office/drawing/2014/main" id="{6EE7823C-7564-B3B7-6794-54EB77A63114}"/>
                </a:ext>
              </a:extLst>
            </p:cNvPr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5" name="Google Shape;9175;p34">
              <a:extLst>
                <a:ext uri="{FF2B5EF4-FFF2-40B4-BE49-F238E27FC236}">
                  <a16:creationId xmlns:a16="http://schemas.microsoft.com/office/drawing/2014/main" id="{3E2B7E87-0CCE-D92A-F0E5-0F2B9FF63E4F}"/>
                </a:ext>
              </a:extLst>
            </p:cNvPr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6" name="Google Shape;9176;p34">
              <a:extLst>
                <a:ext uri="{FF2B5EF4-FFF2-40B4-BE49-F238E27FC236}">
                  <a16:creationId xmlns:a16="http://schemas.microsoft.com/office/drawing/2014/main" id="{4FECDB9B-2BE7-FD8C-CB1F-02C824ABA440}"/>
                </a:ext>
              </a:extLst>
            </p:cNvPr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7" name="Google Shape;9177;p34">
              <a:extLst>
                <a:ext uri="{FF2B5EF4-FFF2-40B4-BE49-F238E27FC236}">
                  <a16:creationId xmlns:a16="http://schemas.microsoft.com/office/drawing/2014/main" id="{FC74588F-D73D-3021-D60E-E23A7C3782D7}"/>
                </a:ext>
              </a:extLst>
            </p:cNvPr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8" name="Google Shape;9178;p34">
              <a:extLst>
                <a:ext uri="{FF2B5EF4-FFF2-40B4-BE49-F238E27FC236}">
                  <a16:creationId xmlns:a16="http://schemas.microsoft.com/office/drawing/2014/main" id="{4422FE8B-BE2A-055A-B247-30D4996AC69E}"/>
                </a:ext>
              </a:extLst>
            </p:cNvPr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9" name="Google Shape;9179;p34">
              <a:extLst>
                <a:ext uri="{FF2B5EF4-FFF2-40B4-BE49-F238E27FC236}">
                  <a16:creationId xmlns:a16="http://schemas.microsoft.com/office/drawing/2014/main" id="{959DFD3C-8835-A9F8-639C-44F6BB507840}"/>
                </a:ext>
              </a:extLst>
            </p:cNvPr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0" name="Google Shape;9180;p34">
              <a:extLst>
                <a:ext uri="{FF2B5EF4-FFF2-40B4-BE49-F238E27FC236}">
                  <a16:creationId xmlns:a16="http://schemas.microsoft.com/office/drawing/2014/main" id="{53EAF97A-9E27-8AAB-4FB9-B55D5604098D}"/>
                </a:ext>
              </a:extLst>
            </p:cNvPr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1" name="Google Shape;9181;p34">
              <a:extLst>
                <a:ext uri="{FF2B5EF4-FFF2-40B4-BE49-F238E27FC236}">
                  <a16:creationId xmlns:a16="http://schemas.microsoft.com/office/drawing/2014/main" id="{9D860D2E-E1FD-A71F-62BA-D0BEA8B342E7}"/>
                </a:ext>
              </a:extLst>
            </p:cNvPr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2" name="Google Shape;9182;p34">
              <a:extLst>
                <a:ext uri="{FF2B5EF4-FFF2-40B4-BE49-F238E27FC236}">
                  <a16:creationId xmlns:a16="http://schemas.microsoft.com/office/drawing/2014/main" id="{47E82D33-0665-73B2-8F10-9CF57DF58622}"/>
                </a:ext>
              </a:extLst>
            </p:cNvPr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3" name="Google Shape;9183;p34">
              <a:extLst>
                <a:ext uri="{FF2B5EF4-FFF2-40B4-BE49-F238E27FC236}">
                  <a16:creationId xmlns:a16="http://schemas.microsoft.com/office/drawing/2014/main" id="{ACA9F3F7-0BAB-F897-BA6A-ACAAC7D69D11}"/>
                </a:ext>
              </a:extLst>
            </p:cNvPr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4" name="Google Shape;9184;p34">
              <a:extLst>
                <a:ext uri="{FF2B5EF4-FFF2-40B4-BE49-F238E27FC236}">
                  <a16:creationId xmlns:a16="http://schemas.microsoft.com/office/drawing/2014/main" id="{28FC06FA-CF00-615F-BD56-24C25556C4ED}"/>
                </a:ext>
              </a:extLst>
            </p:cNvPr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5" name="Google Shape;9185;p34">
              <a:extLst>
                <a:ext uri="{FF2B5EF4-FFF2-40B4-BE49-F238E27FC236}">
                  <a16:creationId xmlns:a16="http://schemas.microsoft.com/office/drawing/2014/main" id="{C3EDA9E4-28EB-35C6-24BC-0B0EA298A548}"/>
                </a:ext>
              </a:extLst>
            </p:cNvPr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6" name="Google Shape;9186;p34">
              <a:extLst>
                <a:ext uri="{FF2B5EF4-FFF2-40B4-BE49-F238E27FC236}">
                  <a16:creationId xmlns:a16="http://schemas.microsoft.com/office/drawing/2014/main" id="{9C5DFEF0-4C79-8E6A-BBF9-731D6022C736}"/>
                </a:ext>
              </a:extLst>
            </p:cNvPr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7" name="Google Shape;9187;p34">
              <a:extLst>
                <a:ext uri="{FF2B5EF4-FFF2-40B4-BE49-F238E27FC236}">
                  <a16:creationId xmlns:a16="http://schemas.microsoft.com/office/drawing/2014/main" id="{2020CD03-D81B-99C0-444F-CB8329757391}"/>
                </a:ext>
              </a:extLst>
            </p:cNvPr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8" name="Google Shape;9188;p34">
              <a:extLst>
                <a:ext uri="{FF2B5EF4-FFF2-40B4-BE49-F238E27FC236}">
                  <a16:creationId xmlns:a16="http://schemas.microsoft.com/office/drawing/2014/main" id="{74C72EB5-543C-6E94-BC25-4ECA36DE504A}"/>
                </a:ext>
              </a:extLst>
            </p:cNvPr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9" name="Google Shape;9189;p34">
              <a:extLst>
                <a:ext uri="{FF2B5EF4-FFF2-40B4-BE49-F238E27FC236}">
                  <a16:creationId xmlns:a16="http://schemas.microsoft.com/office/drawing/2014/main" id="{F257F32E-9C4C-E76E-5C97-82BFEFDB485C}"/>
                </a:ext>
              </a:extLst>
            </p:cNvPr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0" name="Google Shape;9190;p34">
              <a:extLst>
                <a:ext uri="{FF2B5EF4-FFF2-40B4-BE49-F238E27FC236}">
                  <a16:creationId xmlns:a16="http://schemas.microsoft.com/office/drawing/2014/main" id="{9D85C1C9-A369-5549-58C4-D0D50C1C517D}"/>
                </a:ext>
              </a:extLst>
            </p:cNvPr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1" name="Google Shape;9191;p34">
              <a:extLst>
                <a:ext uri="{FF2B5EF4-FFF2-40B4-BE49-F238E27FC236}">
                  <a16:creationId xmlns:a16="http://schemas.microsoft.com/office/drawing/2014/main" id="{E68D609D-258C-FA2D-F814-9162E2791781}"/>
                </a:ext>
              </a:extLst>
            </p:cNvPr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2" name="Google Shape;9192;p34">
              <a:extLst>
                <a:ext uri="{FF2B5EF4-FFF2-40B4-BE49-F238E27FC236}">
                  <a16:creationId xmlns:a16="http://schemas.microsoft.com/office/drawing/2014/main" id="{CB8114B0-2997-CD51-372E-DE4ED42D6D82}"/>
                </a:ext>
              </a:extLst>
            </p:cNvPr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3" name="Google Shape;9193;p34">
              <a:extLst>
                <a:ext uri="{FF2B5EF4-FFF2-40B4-BE49-F238E27FC236}">
                  <a16:creationId xmlns:a16="http://schemas.microsoft.com/office/drawing/2014/main" id="{CB9BF684-CD6D-CFCB-3560-B7A6E82AEC1C}"/>
                </a:ext>
              </a:extLst>
            </p:cNvPr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4" name="Google Shape;9194;p34">
              <a:extLst>
                <a:ext uri="{FF2B5EF4-FFF2-40B4-BE49-F238E27FC236}">
                  <a16:creationId xmlns:a16="http://schemas.microsoft.com/office/drawing/2014/main" id="{25F4D1DD-7330-00AB-0CFF-166C632B85ED}"/>
                </a:ext>
              </a:extLst>
            </p:cNvPr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5" name="Google Shape;9195;p34">
              <a:extLst>
                <a:ext uri="{FF2B5EF4-FFF2-40B4-BE49-F238E27FC236}">
                  <a16:creationId xmlns:a16="http://schemas.microsoft.com/office/drawing/2014/main" id="{6463015D-46CD-7616-CB9F-44006A4772E7}"/>
                </a:ext>
              </a:extLst>
            </p:cNvPr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6" name="Google Shape;9196;p34">
              <a:extLst>
                <a:ext uri="{FF2B5EF4-FFF2-40B4-BE49-F238E27FC236}">
                  <a16:creationId xmlns:a16="http://schemas.microsoft.com/office/drawing/2014/main" id="{D6ADECDF-3CCF-C18F-C5F9-0D8B4267A5AF}"/>
                </a:ext>
              </a:extLst>
            </p:cNvPr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7" name="Google Shape;9197;p34">
              <a:extLst>
                <a:ext uri="{FF2B5EF4-FFF2-40B4-BE49-F238E27FC236}">
                  <a16:creationId xmlns:a16="http://schemas.microsoft.com/office/drawing/2014/main" id="{CCE22C42-94E0-20F9-40BB-9FB1ABBAC3A9}"/>
                </a:ext>
              </a:extLst>
            </p:cNvPr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8" name="Google Shape;9198;p34">
              <a:extLst>
                <a:ext uri="{FF2B5EF4-FFF2-40B4-BE49-F238E27FC236}">
                  <a16:creationId xmlns:a16="http://schemas.microsoft.com/office/drawing/2014/main" id="{D1B21EEC-1679-877F-78FE-BFE1C0EF0BAB}"/>
                </a:ext>
              </a:extLst>
            </p:cNvPr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9" name="Google Shape;9199;p34">
              <a:extLst>
                <a:ext uri="{FF2B5EF4-FFF2-40B4-BE49-F238E27FC236}">
                  <a16:creationId xmlns:a16="http://schemas.microsoft.com/office/drawing/2014/main" id="{0052F0B6-AF1C-73C3-6F74-25FE98EFE9E9}"/>
                </a:ext>
              </a:extLst>
            </p:cNvPr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0" name="Google Shape;9200;p34">
              <a:extLst>
                <a:ext uri="{FF2B5EF4-FFF2-40B4-BE49-F238E27FC236}">
                  <a16:creationId xmlns:a16="http://schemas.microsoft.com/office/drawing/2014/main" id="{79C48504-5623-1D47-279E-0F2000CEFEEC}"/>
                </a:ext>
              </a:extLst>
            </p:cNvPr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1" name="Google Shape;9201;p34">
              <a:extLst>
                <a:ext uri="{FF2B5EF4-FFF2-40B4-BE49-F238E27FC236}">
                  <a16:creationId xmlns:a16="http://schemas.microsoft.com/office/drawing/2014/main" id="{FD3B0459-724E-D595-C6A3-A9051B0FC27D}"/>
                </a:ext>
              </a:extLst>
            </p:cNvPr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2" name="Google Shape;9202;p34">
              <a:extLst>
                <a:ext uri="{FF2B5EF4-FFF2-40B4-BE49-F238E27FC236}">
                  <a16:creationId xmlns:a16="http://schemas.microsoft.com/office/drawing/2014/main" id="{FDC21CFB-92B2-D35A-B6D8-1CFF953FD327}"/>
                </a:ext>
              </a:extLst>
            </p:cNvPr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3" name="Google Shape;9203;p34">
              <a:extLst>
                <a:ext uri="{FF2B5EF4-FFF2-40B4-BE49-F238E27FC236}">
                  <a16:creationId xmlns:a16="http://schemas.microsoft.com/office/drawing/2014/main" id="{4B2DC369-49A5-4E21-1FFF-0E3B3A05B18C}"/>
                </a:ext>
              </a:extLst>
            </p:cNvPr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4" name="Google Shape;9204;p34">
              <a:extLst>
                <a:ext uri="{FF2B5EF4-FFF2-40B4-BE49-F238E27FC236}">
                  <a16:creationId xmlns:a16="http://schemas.microsoft.com/office/drawing/2014/main" id="{9B1D5ADF-65A5-6A0E-09DB-36AE5F6927A0}"/>
                </a:ext>
              </a:extLst>
            </p:cNvPr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5" name="Google Shape;9205;p34">
              <a:extLst>
                <a:ext uri="{FF2B5EF4-FFF2-40B4-BE49-F238E27FC236}">
                  <a16:creationId xmlns:a16="http://schemas.microsoft.com/office/drawing/2014/main" id="{1E320156-9F8B-B11D-5FD4-982295B8EAA6}"/>
                </a:ext>
              </a:extLst>
            </p:cNvPr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6" name="Google Shape;9206;p34">
              <a:extLst>
                <a:ext uri="{FF2B5EF4-FFF2-40B4-BE49-F238E27FC236}">
                  <a16:creationId xmlns:a16="http://schemas.microsoft.com/office/drawing/2014/main" id="{E3A5BD35-0185-114E-5E47-2EE254C27E51}"/>
                </a:ext>
              </a:extLst>
            </p:cNvPr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7" name="Google Shape;9207;p34">
              <a:extLst>
                <a:ext uri="{FF2B5EF4-FFF2-40B4-BE49-F238E27FC236}">
                  <a16:creationId xmlns:a16="http://schemas.microsoft.com/office/drawing/2014/main" id="{8EC0B94A-B58E-2C6D-B562-8C6BD0A5E221}"/>
                </a:ext>
              </a:extLst>
            </p:cNvPr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8" name="Google Shape;9208;p34">
              <a:extLst>
                <a:ext uri="{FF2B5EF4-FFF2-40B4-BE49-F238E27FC236}">
                  <a16:creationId xmlns:a16="http://schemas.microsoft.com/office/drawing/2014/main" id="{DF0FB473-E1E2-0A72-926D-907FBF99D53B}"/>
                </a:ext>
              </a:extLst>
            </p:cNvPr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9" name="Google Shape;9209;p34">
              <a:extLst>
                <a:ext uri="{FF2B5EF4-FFF2-40B4-BE49-F238E27FC236}">
                  <a16:creationId xmlns:a16="http://schemas.microsoft.com/office/drawing/2014/main" id="{92DA688E-EB94-BE62-6F42-84083388F446}"/>
                </a:ext>
              </a:extLst>
            </p:cNvPr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0" name="Google Shape;9210;p34">
              <a:extLst>
                <a:ext uri="{FF2B5EF4-FFF2-40B4-BE49-F238E27FC236}">
                  <a16:creationId xmlns:a16="http://schemas.microsoft.com/office/drawing/2014/main" id="{29063E86-7F26-A499-D402-2297021B5733}"/>
                </a:ext>
              </a:extLst>
            </p:cNvPr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1" name="Google Shape;9211;p34">
              <a:extLst>
                <a:ext uri="{FF2B5EF4-FFF2-40B4-BE49-F238E27FC236}">
                  <a16:creationId xmlns:a16="http://schemas.microsoft.com/office/drawing/2014/main" id="{261445B8-8062-B9F2-FFB4-5BF3C82B3112}"/>
                </a:ext>
              </a:extLst>
            </p:cNvPr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2" name="Google Shape;9212;p34">
              <a:extLst>
                <a:ext uri="{FF2B5EF4-FFF2-40B4-BE49-F238E27FC236}">
                  <a16:creationId xmlns:a16="http://schemas.microsoft.com/office/drawing/2014/main" id="{46B85EF3-7562-598F-8F77-FC94D2B32E8A}"/>
                </a:ext>
              </a:extLst>
            </p:cNvPr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3" name="Google Shape;9213;p34">
              <a:extLst>
                <a:ext uri="{FF2B5EF4-FFF2-40B4-BE49-F238E27FC236}">
                  <a16:creationId xmlns:a16="http://schemas.microsoft.com/office/drawing/2014/main" id="{0900E4FB-7A09-D770-2F85-86FA216AFAAE}"/>
                </a:ext>
              </a:extLst>
            </p:cNvPr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4" name="Google Shape;9214;p34">
              <a:extLst>
                <a:ext uri="{FF2B5EF4-FFF2-40B4-BE49-F238E27FC236}">
                  <a16:creationId xmlns:a16="http://schemas.microsoft.com/office/drawing/2014/main" id="{8299C91F-2B93-B552-C2BB-39E978079953}"/>
                </a:ext>
              </a:extLst>
            </p:cNvPr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5" name="Google Shape;9215;p34">
              <a:extLst>
                <a:ext uri="{FF2B5EF4-FFF2-40B4-BE49-F238E27FC236}">
                  <a16:creationId xmlns:a16="http://schemas.microsoft.com/office/drawing/2014/main" id="{034EE4EE-7241-96A0-7936-D854646D6CC6}"/>
                </a:ext>
              </a:extLst>
            </p:cNvPr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6" name="Google Shape;9216;p34">
              <a:extLst>
                <a:ext uri="{FF2B5EF4-FFF2-40B4-BE49-F238E27FC236}">
                  <a16:creationId xmlns:a16="http://schemas.microsoft.com/office/drawing/2014/main" id="{DBC2444C-5882-37DB-6AD0-AB6BDE5548C6}"/>
                </a:ext>
              </a:extLst>
            </p:cNvPr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7" name="Google Shape;9217;p34">
              <a:extLst>
                <a:ext uri="{FF2B5EF4-FFF2-40B4-BE49-F238E27FC236}">
                  <a16:creationId xmlns:a16="http://schemas.microsoft.com/office/drawing/2014/main" id="{AF2216EF-ABCC-AE04-CBFE-F50BA33035D5}"/>
                </a:ext>
              </a:extLst>
            </p:cNvPr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8" name="Google Shape;9218;p34">
              <a:extLst>
                <a:ext uri="{FF2B5EF4-FFF2-40B4-BE49-F238E27FC236}">
                  <a16:creationId xmlns:a16="http://schemas.microsoft.com/office/drawing/2014/main" id="{AD7CC7F3-E7C8-2327-8065-4F62DBD0A54F}"/>
                </a:ext>
              </a:extLst>
            </p:cNvPr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9" name="Google Shape;9219;p34">
              <a:extLst>
                <a:ext uri="{FF2B5EF4-FFF2-40B4-BE49-F238E27FC236}">
                  <a16:creationId xmlns:a16="http://schemas.microsoft.com/office/drawing/2014/main" id="{FE5A04C8-9CB4-ED8E-311C-0C5B5B857F6A}"/>
                </a:ext>
              </a:extLst>
            </p:cNvPr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0" name="Google Shape;9220;p34">
              <a:extLst>
                <a:ext uri="{FF2B5EF4-FFF2-40B4-BE49-F238E27FC236}">
                  <a16:creationId xmlns:a16="http://schemas.microsoft.com/office/drawing/2014/main" id="{B34FB270-E54B-23D6-E8A3-D98C50E963AC}"/>
                </a:ext>
              </a:extLst>
            </p:cNvPr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1" name="Google Shape;9221;p34">
              <a:extLst>
                <a:ext uri="{FF2B5EF4-FFF2-40B4-BE49-F238E27FC236}">
                  <a16:creationId xmlns:a16="http://schemas.microsoft.com/office/drawing/2014/main" id="{5685949A-61D1-F7D4-F652-AA9269F9A409}"/>
                </a:ext>
              </a:extLst>
            </p:cNvPr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2" name="Google Shape;9222;p34">
              <a:extLst>
                <a:ext uri="{FF2B5EF4-FFF2-40B4-BE49-F238E27FC236}">
                  <a16:creationId xmlns:a16="http://schemas.microsoft.com/office/drawing/2014/main" id="{85BC0212-3CF7-3C19-82E2-91DA41545F56}"/>
                </a:ext>
              </a:extLst>
            </p:cNvPr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3" name="Google Shape;9223;p34">
              <a:extLst>
                <a:ext uri="{FF2B5EF4-FFF2-40B4-BE49-F238E27FC236}">
                  <a16:creationId xmlns:a16="http://schemas.microsoft.com/office/drawing/2014/main" id="{537F1954-73BA-F66B-AC59-3365F8A3AE47}"/>
                </a:ext>
              </a:extLst>
            </p:cNvPr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4" name="Google Shape;9224;p34">
              <a:extLst>
                <a:ext uri="{FF2B5EF4-FFF2-40B4-BE49-F238E27FC236}">
                  <a16:creationId xmlns:a16="http://schemas.microsoft.com/office/drawing/2014/main" id="{D921A903-BCF5-19E4-AAAC-24A94E14D1E0}"/>
                </a:ext>
              </a:extLst>
            </p:cNvPr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5" name="Google Shape;9225;p34">
              <a:extLst>
                <a:ext uri="{FF2B5EF4-FFF2-40B4-BE49-F238E27FC236}">
                  <a16:creationId xmlns:a16="http://schemas.microsoft.com/office/drawing/2014/main" id="{711394A1-7637-4619-9082-F427E77051BE}"/>
                </a:ext>
              </a:extLst>
            </p:cNvPr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6" name="Google Shape;9226;p34">
              <a:extLst>
                <a:ext uri="{FF2B5EF4-FFF2-40B4-BE49-F238E27FC236}">
                  <a16:creationId xmlns:a16="http://schemas.microsoft.com/office/drawing/2014/main" id="{34F6CF87-CFA2-EFD7-221B-5AE3A053F755}"/>
                </a:ext>
              </a:extLst>
            </p:cNvPr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7" name="Google Shape;9227;p34">
              <a:extLst>
                <a:ext uri="{FF2B5EF4-FFF2-40B4-BE49-F238E27FC236}">
                  <a16:creationId xmlns:a16="http://schemas.microsoft.com/office/drawing/2014/main" id="{9DA952DF-5243-F451-A3D6-BB8EEC9D0B7C}"/>
                </a:ext>
              </a:extLst>
            </p:cNvPr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8" name="Google Shape;9228;p34">
              <a:extLst>
                <a:ext uri="{FF2B5EF4-FFF2-40B4-BE49-F238E27FC236}">
                  <a16:creationId xmlns:a16="http://schemas.microsoft.com/office/drawing/2014/main" id="{BCA2F6B0-68A4-5B92-6076-AC8C3892B7D6}"/>
                </a:ext>
              </a:extLst>
            </p:cNvPr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9" name="Google Shape;9229;p34">
              <a:extLst>
                <a:ext uri="{FF2B5EF4-FFF2-40B4-BE49-F238E27FC236}">
                  <a16:creationId xmlns:a16="http://schemas.microsoft.com/office/drawing/2014/main" id="{FBECF874-ADB6-4AFC-68BA-3D35E336EB75}"/>
                </a:ext>
              </a:extLst>
            </p:cNvPr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0" name="Google Shape;9230;p34">
              <a:extLst>
                <a:ext uri="{FF2B5EF4-FFF2-40B4-BE49-F238E27FC236}">
                  <a16:creationId xmlns:a16="http://schemas.microsoft.com/office/drawing/2014/main" id="{91690733-AE40-091A-55FD-3105B2CA4654}"/>
                </a:ext>
              </a:extLst>
            </p:cNvPr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1" name="Google Shape;9231;p34">
              <a:extLst>
                <a:ext uri="{FF2B5EF4-FFF2-40B4-BE49-F238E27FC236}">
                  <a16:creationId xmlns:a16="http://schemas.microsoft.com/office/drawing/2014/main" id="{9332A6E7-FC82-D018-066A-4C5983CE7394}"/>
                </a:ext>
              </a:extLst>
            </p:cNvPr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2" name="Google Shape;9232;p34">
              <a:extLst>
                <a:ext uri="{FF2B5EF4-FFF2-40B4-BE49-F238E27FC236}">
                  <a16:creationId xmlns:a16="http://schemas.microsoft.com/office/drawing/2014/main" id="{83A0E511-4B48-D56F-D342-5243234EE60E}"/>
                </a:ext>
              </a:extLst>
            </p:cNvPr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3" name="Google Shape;9233;p34">
              <a:extLst>
                <a:ext uri="{FF2B5EF4-FFF2-40B4-BE49-F238E27FC236}">
                  <a16:creationId xmlns:a16="http://schemas.microsoft.com/office/drawing/2014/main" id="{36ECB007-D572-BFB2-D960-D18ACA293DBB}"/>
                </a:ext>
              </a:extLst>
            </p:cNvPr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4" name="Google Shape;9234;p34">
              <a:extLst>
                <a:ext uri="{FF2B5EF4-FFF2-40B4-BE49-F238E27FC236}">
                  <a16:creationId xmlns:a16="http://schemas.microsoft.com/office/drawing/2014/main" id="{95357031-829A-585E-BAD3-FDA55E130220}"/>
                </a:ext>
              </a:extLst>
            </p:cNvPr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5" name="Google Shape;9235;p34">
              <a:extLst>
                <a:ext uri="{FF2B5EF4-FFF2-40B4-BE49-F238E27FC236}">
                  <a16:creationId xmlns:a16="http://schemas.microsoft.com/office/drawing/2014/main" id="{C9D705FC-C5B4-52EC-844F-7E593180A7BB}"/>
                </a:ext>
              </a:extLst>
            </p:cNvPr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6" name="Google Shape;9236;p34">
              <a:extLst>
                <a:ext uri="{FF2B5EF4-FFF2-40B4-BE49-F238E27FC236}">
                  <a16:creationId xmlns:a16="http://schemas.microsoft.com/office/drawing/2014/main" id="{3D457677-8BB9-7979-0387-4D55171AA396}"/>
                </a:ext>
              </a:extLst>
            </p:cNvPr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7" name="Google Shape;9237;p34">
              <a:extLst>
                <a:ext uri="{FF2B5EF4-FFF2-40B4-BE49-F238E27FC236}">
                  <a16:creationId xmlns:a16="http://schemas.microsoft.com/office/drawing/2014/main" id="{3C32B5F0-9B6C-86E2-85B2-33928B1DBF65}"/>
                </a:ext>
              </a:extLst>
            </p:cNvPr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8" name="Google Shape;9238;p34">
              <a:extLst>
                <a:ext uri="{FF2B5EF4-FFF2-40B4-BE49-F238E27FC236}">
                  <a16:creationId xmlns:a16="http://schemas.microsoft.com/office/drawing/2014/main" id="{EDB9AAED-CA4E-E06E-C078-45F176B04368}"/>
                </a:ext>
              </a:extLst>
            </p:cNvPr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9" name="Google Shape;9239;p34">
              <a:extLst>
                <a:ext uri="{FF2B5EF4-FFF2-40B4-BE49-F238E27FC236}">
                  <a16:creationId xmlns:a16="http://schemas.microsoft.com/office/drawing/2014/main" id="{C409DDC3-8451-784D-8408-C18083F7DEA7}"/>
                </a:ext>
              </a:extLst>
            </p:cNvPr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0" name="Google Shape;9240;p34">
              <a:extLst>
                <a:ext uri="{FF2B5EF4-FFF2-40B4-BE49-F238E27FC236}">
                  <a16:creationId xmlns:a16="http://schemas.microsoft.com/office/drawing/2014/main" id="{4AD12EEE-5B5F-570D-427C-4E53FCC738A2}"/>
                </a:ext>
              </a:extLst>
            </p:cNvPr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1" name="Google Shape;9241;p34">
              <a:extLst>
                <a:ext uri="{FF2B5EF4-FFF2-40B4-BE49-F238E27FC236}">
                  <a16:creationId xmlns:a16="http://schemas.microsoft.com/office/drawing/2014/main" id="{D5AEB389-129E-7C26-91C8-C0735DDF8576}"/>
                </a:ext>
              </a:extLst>
            </p:cNvPr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2" name="Google Shape;9242;p34">
              <a:extLst>
                <a:ext uri="{FF2B5EF4-FFF2-40B4-BE49-F238E27FC236}">
                  <a16:creationId xmlns:a16="http://schemas.microsoft.com/office/drawing/2014/main" id="{D2614A32-D668-9BB1-4D13-1528943DE984}"/>
                </a:ext>
              </a:extLst>
            </p:cNvPr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3" name="Google Shape;9243;p34">
              <a:extLst>
                <a:ext uri="{FF2B5EF4-FFF2-40B4-BE49-F238E27FC236}">
                  <a16:creationId xmlns:a16="http://schemas.microsoft.com/office/drawing/2014/main" id="{F313EF07-5625-2B2C-C63C-24131E669B57}"/>
                </a:ext>
              </a:extLst>
            </p:cNvPr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4" name="Google Shape;9244;p34">
              <a:extLst>
                <a:ext uri="{FF2B5EF4-FFF2-40B4-BE49-F238E27FC236}">
                  <a16:creationId xmlns:a16="http://schemas.microsoft.com/office/drawing/2014/main" id="{6FD6086A-B4A7-9C38-3FE9-6F21E41DA09B}"/>
                </a:ext>
              </a:extLst>
            </p:cNvPr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5" name="Google Shape;9245;p34">
              <a:extLst>
                <a:ext uri="{FF2B5EF4-FFF2-40B4-BE49-F238E27FC236}">
                  <a16:creationId xmlns:a16="http://schemas.microsoft.com/office/drawing/2014/main" id="{98C715D7-6E42-6D6F-9829-A7286B4B1736}"/>
                </a:ext>
              </a:extLst>
            </p:cNvPr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6" name="Google Shape;9246;p34">
              <a:extLst>
                <a:ext uri="{FF2B5EF4-FFF2-40B4-BE49-F238E27FC236}">
                  <a16:creationId xmlns:a16="http://schemas.microsoft.com/office/drawing/2014/main" id="{EF2FF429-A064-53A0-63B0-8E2E719395C3}"/>
                </a:ext>
              </a:extLst>
            </p:cNvPr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7" name="Google Shape;9247;p34">
              <a:extLst>
                <a:ext uri="{FF2B5EF4-FFF2-40B4-BE49-F238E27FC236}">
                  <a16:creationId xmlns:a16="http://schemas.microsoft.com/office/drawing/2014/main" id="{F9A2CF8A-F3DE-85EE-5A04-201C33273FAA}"/>
                </a:ext>
              </a:extLst>
            </p:cNvPr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8" name="Google Shape;9248;p34">
              <a:extLst>
                <a:ext uri="{FF2B5EF4-FFF2-40B4-BE49-F238E27FC236}">
                  <a16:creationId xmlns:a16="http://schemas.microsoft.com/office/drawing/2014/main" id="{C3E1F21A-326B-4E6C-B8E9-1A4ADAD1E412}"/>
                </a:ext>
              </a:extLst>
            </p:cNvPr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9" name="Google Shape;9249;p34">
              <a:extLst>
                <a:ext uri="{FF2B5EF4-FFF2-40B4-BE49-F238E27FC236}">
                  <a16:creationId xmlns:a16="http://schemas.microsoft.com/office/drawing/2014/main" id="{1040F4DA-488C-18B5-A192-89A5D165B699}"/>
                </a:ext>
              </a:extLst>
            </p:cNvPr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0" name="Google Shape;9250;p34">
              <a:extLst>
                <a:ext uri="{FF2B5EF4-FFF2-40B4-BE49-F238E27FC236}">
                  <a16:creationId xmlns:a16="http://schemas.microsoft.com/office/drawing/2014/main" id="{A98CA991-D345-69B0-A50B-5E4FF73474A6}"/>
                </a:ext>
              </a:extLst>
            </p:cNvPr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1" name="Google Shape;9251;p34">
              <a:extLst>
                <a:ext uri="{FF2B5EF4-FFF2-40B4-BE49-F238E27FC236}">
                  <a16:creationId xmlns:a16="http://schemas.microsoft.com/office/drawing/2014/main" id="{A185C6DC-D801-0E86-AFF3-21FC57839CE7}"/>
                </a:ext>
              </a:extLst>
            </p:cNvPr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2" name="Google Shape;9252;p34">
              <a:extLst>
                <a:ext uri="{FF2B5EF4-FFF2-40B4-BE49-F238E27FC236}">
                  <a16:creationId xmlns:a16="http://schemas.microsoft.com/office/drawing/2014/main" id="{468F8DEF-5298-09A6-7F49-6EE1F92BCE84}"/>
                </a:ext>
              </a:extLst>
            </p:cNvPr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3" name="Google Shape;9253;p34">
              <a:extLst>
                <a:ext uri="{FF2B5EF4-FFF2-40B4-BE49-F238E27FC236}">
                  <a16:creationId xmlns:a16="http://schemas.microsoft.com/office/drawing/2014/main" id="{43940668-28BF-FEEE-2826-39FD4585D3C7}"/>
                </a:ext>
              </a:extLst>
            </p:cNvPr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4" name="Google Shape;9254;p34">
              <a:extLst>
                <a:ext uri="{FF2B5EF4-FFF2-40B4-BE49-F238E27FC236}">
                  <a16:creationId xmlns:a16="http://schemas.microsoft.com/office/drawing/2014/main" id="{C1678EBD-7A86-C07B-4C7D-AC1204EF4957}"/>
                </a:ext>
              </a:extLst>
            </p:cNvPr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5" name="Google Shape;9255;p34">
              <a:extLst>
                <a:ext uri="{FF2B5EF4-FFF2-40B4-BE49-F238E27FC236}">
                  <a16:creationId xmlns:a16="http://schemas.microsoft.com/office/drawing/2014/main" id="{84F6910A-0A44-F8A0-AF09-5C065EC700D6}"/>
                </a:ext>
              </a:extLst>
            </p:cNvPr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6" name="Google Shape;9256;p34">
              <a:extLst>
                <a:ext uri="{FF2B5EF4-FFF2-40B4-BE49-F238E27FC236}">
                  <a16:creationId xmlns:a16="http://schemas.microsoft.com/office/drawing/2014/main" id="{787A068F-B508-DC6D-F650-D96DB59DF732}"/>
                </a:ext>
              </a:extLst>
            </p:cNvPr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7" name="Google Shape;9257;p34">
              <a:extLst>
                <a:ext uri="{FF2B5EF4-FFF2-40B4-BE49-F238E27FC236}">
                  <a16:creationId xmlns:a16="http://schemas.microsoft.com/office/drawing/2014/main" id="{4C39F473-8ADC-38B3-126F-91AAF436F12F}"/>
                </a:ext>
              </a:extLst>
            </p:cNvPr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8" name="Google Shape;9258;p34">
              <a:extLst>
                <a:ext uri="{FF2B5EF4-FFF2-40B4-BE49-F238E27FC236}">
                  <a16:creationId xmlns:a16="http://schemas.microsoft.com/office/drawing/2014/main" id="{8F335C5A-25BA-C729-3BA7-5DB92EB41D40}"/>
                </a:ext>
              </a:extLst>
            </p:cNvPr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9" name="Google Shape;9259;p34">
              <a:extLst>
                <a:ext uri="{FF2B5EF4-FFF2-40B4-BE49-F238E27FC236}">
                  <a16:creationId xmlns:a16="http://schemas.microsoft.com/office/drawing/2014/main" id="{7F56B9EE-50F2-6EEE-D71B-B4768E067909}"/>
                </a:ext>
              </a:extLst>
            </p:cNvPr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0" name="Google Shape;9260;p34">
              <a:extLst>
                <a:ext uri="{FF2B5EF4-FFF2-40B4-BE49-F238E27FC236}">
                  <a16:creationId xmlns:a16="http://schemas.microsoft.com/office/drawing/2014/main" id="{FE607132-098B-00D4-537B-31B1B2DC371D}"/>
                </a:ext>
              </a:extLst>
            </p:cNvPr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1" name="Google Shape;9261;p34">
              <a:extLst>
                <a:ext uri="{FF2B5EF4-FFF2-40B4-BE49-F238E27FC236}">
                  <a16:creationId xmlns:a16="http://schemas.microsoft.com/office/drawing/2014/main" id="{03ECC1E1-589B-5CB1-A2A4-7F4F975AAAB2}"/>
                </a:ext>
              </a:extLst>
            </p:cNvPr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2" name="Google Shape;9262;p34">
              <a:extLst>
                <a:ext uri="{FF2B5EF4-FFF2-40B4-BE49-F238E27FC236}">
                  <a16:creationId xmlns:a16="http://schemas.microsoft.com/office/drawing/2014/main" id="{7FA8F012-BBA5-73A6-BF12-727C6A828EDE}"/>
                </a:ext>
              </a:extLst>
            </p:cNvPr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3" name="Google Shape;9263;p34">
              <a:extLst>
                <a:ext uri="{FF2B5EF4-FFF2-40B4-BE49-F238E27FC236}">
                  <a16:creationId xmlns:a16="http://schemas.microsoft.com/office/drawing/2014/main" id="{BA409ECC-5034-28EC-5783-3EB66414C4F7}"/>
                </a:ext>
              </a:extLst>
            </p:cNvPr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4" name="Google Shape;9264;p34">
              <a:extLst>
                <a:ext uri="{FF2B5EF4-FFF2-40B4-BE49-F238E27FC236}">
                  <a16:creationId xmlns:a16="http://schemas.microsoft.com/office/drawing/2014/main" id="{A992E065-69FD-D1EC-13AB-7779C5F5008C}"/>
                </a:ext>
              </a:extLst>
            </p:cNvPr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5" name="Google Shape;9265;p34">
              <a:extLst>
                <a:ext uri="{FF2B5EF4-FFF2-40B4-BE49-F238E27FC236}">
                  <a16:creationId xmlns:a16="http://schemas.microsoft.com/office/drawing/2014/main" id="{58540315-786E-CA7F-6FE9-185FF9D01147}"/>
                </a:ext>
              </a:extLst>
            </p:cNvPr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6" name="Google Shape;9266;p34">
              <a:extLst>
                <a:ext uri="{FF2B5EF4-FFF2-40B4-BE49-F238E27FC236}">
                  <a16:creationId xmlns:a16="http://schemas.microsoft.com/office/drawing/2014/main" id="{6A26673E-E4CA-6EAB-179B-ADC27276CC9D}"/>
                </a:ext>
              </a:extLst>
            </p:cNvPr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7" name="Google Shape;9267;p34">
              <a:extLst>
                <a:ext uri="{FF2B5EF4-FFF2-40B4-BE49-F238E27FC236}">
                  <a16:creationId xmlns:a16="http://schemas.microsoft.com/office/drawing/2014/main" id="{8B1DB608-1F65-73C6-B204-FB0FBC154BAD}"/>
                </a:ext>
              </a:extLst>
            </p:cNvPr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8" name="Google Shape;9268;p34">
              <a:extLst>
                <a:ext uri="{FF2B5EF4-FFF2-40B4-BE49-F238E27FC236}">
                  <a16:creationId xmlns:a16="http://schemas.microsoft.com/office/drawing/2014/main" id="{909B44F4-F98E-30C1-2D1A-7368853CF064}"/>
                </a:ext>
              </a:extLst>
            </p:cNvPr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9" name="Google Shape;9269;p34">
              <a:extLst>
                <a:ext uri="{FF2B5EF4-FFF2-40B4-BE49-F238E27FC236}">
                  <a16:creationId xmlns:a16="http://schemas.microsoft.com/office/drawing/2014/main" id="{17226300-FAA3-0F30-ECCD-D3B9C0612851}"/>
                </a:ext>
              </a:extLst>
            </p:cNvPr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0" name="Google Shape;9270;p34">
              <a:extLst>
                <a:ext uri="{FF2B5EF4-FFF2-40B4-BE49-F238E27FC236}">
                  <a16:creationId xmlns:a16="http://schemas.microsoft.com/office/drawing/2014/main" id="{673E2444-78EC-2CE0-0263-0F455F64D9AC}"/>
                </a:ext>
              </a:extLst>
            </p:cNvPr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1" name="Google Shape;9271;p34">
              <a:extLst>
                <a:ext uri="{FF2B5EF4-FFF2-40B4-BE49-F238E27FC236}">
                  <a16:creationId xmlns:a16="http://schemas.microsoft.com/office/drawing/2014/main" id="{E00C7664-E33A-50C5-2ADC-3A14015B9EE2}"/>
                </a:ext>
              </a:extLst>
            </p:cNvPr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2" name="Google Shape;9272;p34">
              <a:extLst>
                <a:ext uri="{FF2B5EF4-FFF2-40B4-BE49-F238E27FC236}">
                  <a16:creationId xmlns:a16="http://schemas.microsoft.com/office/drawing/2014/main" id="{5505B31A-A585-A8DE-EA76-2A1C1F1A106B}"/>
                </a:ext>
              </a:extLst>
            </p:cNvPr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73" name="Google Shape;9273;p34">
            <a:extLst>
              <a:ext uri="{FF2B5EF4-FFF2-40B4-BE49-F238E27FC236}">
                <a16:creationId xmlns:a16="http://schemas.microsoft.com/office/drawing/2014/main" id="{65DCF2B0-FE66-6C19-5ED1-D3D2C0A89DA1}"/>
              </a:ext>
            </a:extLst>
          </p:cNvPr>
          <p:cNvSpPr/>
          <p:nvPr/>
        </p:nvSpPr>
        <p:spPr>
          <a:xfrm>
            <a:off x="2285675" y="-373482"/>
            <a:ext cx="2053902" cy="2035379"/>
          </a:xfrm>
          <a:custGeom>
            <a:avLst/>
            <a:gdLst/>
            <a:ahLst/>
            <a:cxnLst/>
            <a:rect l="l" t="t" r="r" b="b"/>
            <a:pathLst>
              <a:path w="13466" h="13345" extrusionOk="0">
                <a:moveTo>
                  <a:pt x="6730" y="1257"/>
                </a:moveTo>
                <a:cubicBezTo>
                  <a:pt x="6762" y="1257"/>
                  <a:pt x="6793" y="1258"/>
                  <a:pt x="6825" y="1258"/>
                </a:cubicBezTo>
                <a:cubicBezTo>
                  <a:pt x="9818" y="1309"/>
                  <a:pt x="12199" y="3771"/>
                  <a:pt x="12147" y="6775"/>
                </a:cubicBezTo>
                <a:cubicBezTo>
                  <a:pt x="12097" y="9736"/>
                  <a:pt x="9686" y="12098"/>
                  <a:pt x="6737" y="12098"/>
                </a:cubicBezTo>
                <a:cubicBezTo>
                  <a:pt x="6705" y="12098"/>
                  <a:pt x="6673" y="12098"/>
                  <a:pt x="6641" y="12097"/>
                </a:cubicBezTo>
                <a:cubicBezTo>
                  <a:pt x="3647" y="12047"/>
                  <a:pt x="1257" y="9574"/>
                  <a:pt x="1308" y="6580"/>
                </a:cubicBezTo>
                <a:cubicBezTo>
                  <a:pt x="1359" y="3619"/>
                  <a:pt x="3779" y="1257"/>
                  <a:pt x="6730" y="1257"/>
                </a:cubicBezTo>
                <a:close/>
                <a:moveTo>
                  <a:pt x="6732" y="0"/>
                </a:moveTo>
                <a:cubicBezTo>
                  <a:pt x="3095" y="0"/>
                  <a:pt x="123" y="2920"/>
                  <a:pt x="62" y="6560"/>
                </a:cubicBezTo>
                <a:cubicBezTo>
                  <a:pt x="1" y="10248"/>
                  <a:pt x="2932" y="13282"/>
                  <a:pt x="6621" y="13344"/>
                </a:cubicBezTo>
                <a:cubicBezTo>
                  <a:pt x="6665" y="13344"/>
                  <a:pt x="6709" y="13345"/>
                  <a:pt x="6753" y="13345"/>
                </a:cubicBezTo>
                <a:cubicBezTo>
                  <a:pt x="10371" y="13345"/>
                  <a:pt x="13333" y="10429"/>
                  <a:pt x="13404" y="6795"/>
                </a:cubicBezTo>
                <a:cubicBezTo>
                  <a:pt x="13466" y="3107"/>
                  <a:pt x="10533" y="73"/>
                  <a:pt x="6846" y="1"/>
                </a:cubicBezTo>
                <a:cubicBezTo>
                  <a:pt x="6808" y="0"/>
                  <a:pt x="6770" y="0"/>
                  <a:pt x="67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74" name="Google Shape;9274;p34">
            <a:extLst>
              <a:ext uri="{FF2B5EF4-FFF2-40B4-BE49-F238E27FC236}">
                <a16:creationId xmlns:a16="http://schemas.microsoft.com/office/drawing/2014/main" id="{FD8DBD2F-AE08-539D-7D32-DE3D985B80C9}"/>
              </a:ext>
            </a:extLst>
          </p:cNvPr>
          <p:cNvGrpSpPr/>
          <p:nvPr/>
        </p:nvGrpSpPr>
        <p:grpSpPr>
          <a:xfrm>
            <a:off x="7885331" y="2952980"/>
            <a:ext cx="1090898" cy="1982465"/>
            <a:chOff x="2068900" y="2391075"/>
            <a:chExt cx="187475" cy="340700"/>
          </a:xfrm>
        </p:grpSpPr>
        <p:sp>
          <p:nvSpPr>
            <p:cNvPr id="9275" name="Google Shape;9275;p34">
              <a:extLst>
                <a:ext uri="{FF2B5EF4-FFF2-40B4-BE49-F238E27FC236}">
                  <a16:creationId xmlns:a16="http://schemas.microsoft.com/office/drawing/2014/main" id="{80AADA92-336C-C8C3-425B-BE6DE3D2F3D3}"/>
                </a:ext>
              </a:extLst>
            </p:cNvPr>
            <p:cNvSpPr/>
            <p:nvPr/>
          </p:nvSpPr>
          <p:spPr>
            <a:xfrm>
              <a:off x="2096750" y="2581350"/>
              <a:ext cx="124650" cy="84825"/>
            </a:xfrm>
            <a:custGeom>
              <a:avLst/>
              <a:gdLst/>
              <a:ahLst/>
              <a:cxnLst/>
              <a:rect l="l" t="t" r="r" b="b"/>
              <a:pathLst>
                <a:path w="4986" h="3393" extrusionOk="0">
                  <a:moveTo>
                    <a:pt x="633" y="0"/>
                  </a:moveTo>
                  <a:cubicBezTo>
                    <a:pt x="429" y="665"/>
                    <a:pt x="214" y="1339"/>
                    <a:pt x="0" y="1993"/>
                  </a:cubicBezTo>
                  <a:lnTo>
                    <a:pt x="30" y="2064"/>
                  </a:lnTo>
                  <a:cubicBezTo>
                    <a:pt x="1297" y="2913"/>
                    <a:pt x="2820" y="3372"/>
                    <a:pt x="4342" y="3392"/>
                  </a:cubicBezTo>
                  <a:cubicBezTo>
                    <a:pt x="4332" y="3383"/>
                    <a:pt x="4321" y="3372"/>
                    <a:pt x="4301" y="3362"/>
                  </a:cubicBezTo>
                  <a:cubicBezTo>
                    <a:pt x="4546" y="2688"/>
                    <a:pt x="4771" y="2014"/>
                    <a:pt x="4986" y="1339"/>
                  </a:cubicBezTo>
                  <a:cubicBezTo>
                    <a:pt x="3453" y="1278"/>
                    <a:pt x="1941" y="808"/>
                    <a:pt x="6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6" name="Google Shape;9276;p34">
              <a:extLst>
                <a:ext uri="{FF2B5EF4-FFF2-40B4-BE49-F238E27FC236}">
                  <a16:creationId xmlns:a16="http://schemas.microsoft.com/office/drawing/2014/main" id="{F64325DC-1A37-B542-0FF2-EE7B0F054178}"/>
                </a:ext>
              </a:extLst>
            </p:cNvPr>
            <p:cNvSpPr/>
            <p:nvPr/>
          </p:nvSpPr>
          <p:spPr>
            <a:xfrm>
              <a:off x="2210650" y="2392850"/>
              <a:ext cx="26825" cy="30175"/>
            </a:xfrm>
            <a:custGeom>
              <a:avLst/>
              <a:gdLst/>
              <a:ahLst/>
              <a:cxnLst/>
              <a:rect l="l" t="t" r="r" b="b"/>
              <a:pathLst>
                <a:path w="1073" h="1207" extrusionOk="0">
                  <a:moveTo>
                    <a:pt x="317" y="1"/>
                  </a:moveTo>
                  <a:cubicBezTo>
                    <a:pt x="215" y="338"/>
                    <a:pt x="112" y="675"/>
                    <a:pt x="1" y="1013"/>
                  </a:cubicBezTo>
                  <a:lnTo>
                    <a:pt x="1" y="1022"/>
                  </a:lnTo>
                  <a:cubicBezTo>
                    <a:pt x="41" y="1022"/>
                    <a:pt x="72" y="1033"/>
                    <a:pt x="112" y="1043"/>
                  </a:cubicBezTo>
                  <a:cubicBezTo>
                    <a:pt x="327" y="1084"/>
                    <a:pt x="542" y="1135"/>
                    <a:pt x="746" y="1206"/>
                  </a:cubicBezTo>
                  <a:cubicBezTo>
                    <a:pt x="838" y="879"/>
                    <a:pt x="950" y="553"/>
                    <a:pt x="1073" y="246"/>
                  </a:cubicBezTo>
                  <a:cubicBezTo>
                    <a:pt x="828" y="155"/>
                    <a:pt x="573" y="73"/>
                    <a:pt x="3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7" name="Google Shape;9277;p34">
              <a:extLst>
                <a:ext uri="{FF2B5EF4-FFF2-40B4-BE49-F238E27FC236}">
                  <a16:creationId xmlns:a16="http://schemas.microsoft.com/office/drawing/2014/main" id="{2A1FF44D-B33B-5D7C-74EE-1EEC933E12DC}"/>
                </a:ext>
              </a:extLst>
            </p:cNvPr>
            <p:cNvSpPr/>
            <p:nvPr/>
          </p:nvSpPr>
          <p:spPr>
            <a:xfrm>
              <a:off x="2184100" y="2418025"/>
              <a:ext cx="59500" cy="43850"/>
            </a:xfrm>
            <a:custGeom>
              <a:avLst/>
              <a:gdLst/>
              <a:ahLst/>
              <a:cxnLst/>
              <a:rect l="l" t="t" r="r" b="b"/>
              <a:pathLst>
                <a:path w="2380" h="1754" extrusionOk="0">
                  <a:moveTo>
                    <a:pt x="851" y="1"/>
                  </a:moveTo>
                  <a:cubicBezTo>
                    <a:pt x="695" y="1"/>
                    <a:pt x="539" y="47"/>
                    <a:pt x="418" y="159"/>
                  </a:cubicBezTo>
                  <a:cubicBezTo>
                    <a:pt x="184" y="373"/>
                    <a:pt x="204" y="771"/>
                    <a:pt x="0" y="1027"/>
                  </a:cubicBezTo>
                  <a:lnTo>
                    <a:pt x="41" y="1068"/>
                  </a:lnTo>
                  <a:cubicBezTo>
                    <a:pt x="214" y="1191"/>
                    <a:pt x="429" y="1262"/>
                    <a:pt x="643" y="1344"/>
                  </a:cubicBezTo>
                  <a:cubicBezTo>
                    <a:pt x="899" y="1425"/>
                    <a:pt x="1165" y="1518"/>
                    <a:pt x="1420" y="1599"/>
                  </a:cubicBezTo>
                  <a:cubicBezTo>
                    <a:pt x="1660" y="1676"/>
                    <a:pt x="1910" y="1753"/>
                    <a:pt x="2151" y="1753"/>
                  </a:cubicBezTo>
                  <a:cubicBezTo>
                    <a:pt x="2166" y="1753"/>
                    <a:pt x="2181" y="1753"/>
                    <a:pt x="2196" y="1752"/>
                  </a:cubicBezTo>
                  <a:lnTo>
                    <a:pt x="2207" y="1752"/>
                  </a:lnTo>
                  <a:lnTo>
                    <a:pt x="2207" y="1742"/>
                  </a:lnTo>
                  <a:cubicBezTo>
                    <a:pt x="2207" y="1518"/>
                    <a:pt x="2288" y="1313"/>
                    <a:pt x="2329" y="1098"/>
                  </a:cubicBezTo>
                  <a:cubicBezTo>
                    <a:pt x="2380" y="884"/>
                    <a:pt x="2380" y="639"/>
                    <a:pt x="2257" y="455"/>
                  </a:cubicBezTo>
                  <a:cubicBezTo>
                    <a:pt x="2166" y="333"/>
                    <a:pt x="2012" y="261"/>
                    <a:pt x="1859" y="210"/>
                  </a:cubicBezTo>
                  <a:cubicBezTo>
                    <a:pt x="1839" y="210"/>
                    <a:pt x="1828" y="199"/>
                    <a:pt x="1808" y="199"/>
                  </a:cubicBezTo>
                  <a:cubicBezTo>
                    <a:pt x="1604" y="128"/>
                    <a:pt x="1389" y="77"/>
                    <a:pt x="1174" y="36"/>
                  </a:cubicBezTo>
                  <a:cubicBezTo>
                    <a:pt x="1134" y="26"/>
                    <a:pt x="1103" y="15"/>
                    <a:pt x="1063" y="15"/>
                  </a:cubicBezTo>
                  <a:cubicBezTo>
                    <a:pt x="1022" y="6"/>
                    <a:pt x="981" y="6"/>
                    <a:pt x="940" y="6"/>
                  </a:cubicBezTo>
                  <a:cubicBezTo>
                    <a:pt x="910" y="2"/>
                    <a:pt x="881" y="1"/>
                    <a:pt x="8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8" name="Google Shape;9278;p34">
              <a:extLst>
                <a:ext uri="{FF2B5EF4-FFF2-40B4-BE49-F238E27FC236}">
                  <a16:creationId xmlns:a16="http://schemas.microsoft.com/office/drawing/2014/main" id="{9CC3E359-11B7-D775-E2D7-60B621A65715}"/>
                </a:ext>
              </a:extLst>
            </p:cNvPr>
            <p:cNvSpPr/>
            <p:nvPr/>
          </p:nvSpPr>
          <p:spPr>
            <a:xfrm>
              <a:off x="2068900" y="2663075"/>
              <a:ext cx="139225" cy="68700"/>
            </a:xfrm>
            <a:custGeom>
              <a:avLst/>
              <a:gdLst/>
              <a:ahLst/>
              <a:cxnLst/>
              <a:rect l="l" t="t" r="r" b="b"/>
              <a:pathLst>
                <a:path w="5569" h="2748" extrusionOk="0">
                  <a:moveTo>
                    <a:pt x="174" y="1"/>
                  </a:moveTo>
                  <a:lnTo>
                    <a:pt x="174" y="11"/>
                  </a:lnTo>
                  <a:cubicBezTo>
                    <a:pt x="0" y="461"/>
                    <a:pt x="102" y="972"/>
                    <a:pt x="409" y="1349"/>
                  </a:cubicBezTo>
                  <a:cubicBezTo>
                    <a:pt x="746" y="1758"/>
                    <a:pt x="1175" y="2095"/>
                    <a:pt x="1655" y="2330"/>
                  </a:cubicBezTo>
                  <a:cubicBezTo>
                    <a:pt x="2227" y="2612"/>
                    <a:pt x="2861" y="2748"/>
                    <a:pt x="3499" y="2748"/>
                  </a:cubicBezTo>
                  <a:cubicBezTo>
                    <a:pt x="3671" y="2748"/>
                    <a:pt x="3844" y="2738"/>
                    <a:pt x="4015" y="2718"/>
                  </a:cubicBezTo>
                  <a:cubicBezTo>
                    <a:pt x="4261" y="2688"/>
                    <a:pt x="4506" y="2647"/>
                    <a:pt x="4731" y="2555"/>
                  </a:cubicBezTo>
                  <a:lnTo>
                    <a:pt x="4751" y="2555"/>
                  </a:lnTo>
                  <a:cubicBezTo>
                    <a:pt x="5139" y="2412"/>
                    <a:pt x="5446" y="2085"/>
                    <a:pt x="5558" y="1676"/>
                  </a:cubicBezTo>
                  <a:cubicBezTo>
                    <a:pt x="5558" y="1666"/>
                    <a:pt x="5568" y="1656"/>
                    <a:pt x="5568" y="1646"/>
                  </a:cubicBezTo>
                  <a:lnTo>
                    <a:pt x="5568" y="1646"/>
                  </a:lnTo>
                  <a:cubicBezTo>
                    <a:pt x="5170" y="1880"/>
                    <a:pt x="4710" y="1961"/>
                    <a:pt x="4247" y="1961"/>
                  </a:cubicBezTo>
                  <a:cubicBezTo>
                    <a:pt x="4022" y="1961"/>
                    <a:pt x="3796" y="1942"/>
                    <a:pt x="3576" y="1912"/>
                  </a:cubicBezTo>
                  <a:cubicBezTo>
                    <a:pt x="2922" y="1819"/>
                    <a:pt x="2268" y="1646"/>
                    <a:pt x="1676" y="1329"/>
                  </a:cubicBezTo>
                  <a:cubicBezTo>
                    <a:pt x="1083" y="1022"/>
                    <a:pt x="562" y="573"/>
                    <a:pt x="204" y="11"/>
                  </a:cubicBezTo>
                  <a:lnTo>
                    <a:pt x="1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9" name="Google Shape;9279;p34">
              <a:extLst>
                <a:ext uri="{FF2B5EF4-FFF2-40B4-BE49-F238E27FC236}">
                  <a16:creationId xmlns:a16="http://schemas.microsoft.com/office/drawing/2014/main" id="{837254B6-0B29-2572-D7DB-A9A35BC32D8D}"/>
                </a:ext>
              </a:extLst>
            </p:cNvPr>
            <p:cNvSpPr/>
            <p:nvPr/>
          </p:nvSpPr>
          <p:spPr>
            <a:xfrm>
              <a:off x="2125600" y="2494000"/>
              <a:ext cx="127475" cy="65950"/>
            </a:xfrm>
            <a:custGeom>
              <a:avLst/>
              <a:gdLst/>
              <a:ahLst/>
              <a:cxnLst/>
              <a:rect l="l" t="t" r="r" b="b"/>
              <a:pathLst>
                <a:path w="5099" h="2638" extrusionOk="0">
                  <a:moveTo>
                    <a:pt x="327" y="1"/>
                  </a:moveTo>
                  <a:cubicBezTo>
                    <a:pt x="235" y="195"/>
                    <a:pt x="164" y="389"/>
                    <a:pt x="82" y="593"/>
                  </a:cubicBezTo>
                  <a:cubicBezTo>
                    <a:pt x="41" y="695"/>
                    <a:pt x="0" y="808"/>
                    <a:pt x="31" y="920"/>
                  </a:cubicBezTo>
                  <a:lnTo>
                    <a:pt x="61" y="981"/>
                  </a:lnTo>
                  <a:cubicBezTo>
                    <a:pt x="572" y="1646"/>
                    <a:pt x="1287" y="2146"/>
                    <a:pt x="2084" y="2412"/>
                  </a:cubicBezTo>
                  <a:cubicBezTo>
                    <a:pt x="2529" y="2562"/>
                    <a:pt x="2997" y="2637"/>
                    <a:pt x="3466" y="2637"/>
                  </a:cubicBezTo>
                  <a:cubicBezTo>
                    <a:pt x="3826" y="2637"/>
                    <a:pt x="4186" y="2593"/>
                    <a:pt x="4536" y="2504"/>
                  </a:cubicBezTo>
                  <a:cubicBezTo>
                    <a:pt x="4649" y="2371"/>
                    <a:pt x="4812" y="2289"/>
                    <a:pt x="4894" y="2136"/>
                  </a:cubicBezTo>
                  <a:cubicBezTo>
                    <a:pt x="4945" y="2044"/>
                    <a:pt x="4945" y="1921"/>
                    <a:pt x="4965" y="1819"/>
                  </a:cubicBezTo>
                  <a:cubicBezTo>
                    <a:pt x="4986" y="1717"/>
                    <a:pt x="5026" y="1615"/>
                    <a:pt x="5058" y="1523"/>
                  </a:cubicBezTo>
                  <a:cubicBezTo>
                    <a:pt x="5067" y="1482"/>
                    <a:pt x="5088" y="1441"/>
                    <a:pt x="5098" y="1401"/>
                  </a:cubicBezTo>
                  <a:lnTo>
                    <a:pt x="5078" y="1401"/>
                  </a:lnTo>
                  <a:cubicBezTo>
                    <a:pt x="5006" y="1492"/>
                    <a:pt x="4883" y="1523"/>
                    <a:pt x="4761" y="1544"/>
                  </a:cubicBezTo>
                  <a:cubicBezTo>
                    <a:pt x="4448" y="1608"/>
                    <a:pt x="4128" y="1640"/>
                    <a:pt x="3807" y="1640"/>
                  </a:cubicBezTo>
                  <a:cubicBezTo>
                    <a:pt x="3310" y="1640"/>
                    <a:pt x="2812" y="1562"/>
                    <a:pt x="2340" y="1401"/>
                  </a:cubicBezTo>
                  <a:cubicBezTo>
                    <a:pt x="1573" y="1135"/>
                    <a:pt x="869" y="654"/>
                    <a:pt x="358" y="11"/>
                  </a:cubicBezTo>
                  <a:lnTo>
                    <a:pt x="32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0" name="Google Shape;9280;p34">
              <a:extLst>
                <a:ext uri="{FF2B5EF4-FFF2-40B4-BE49-F238E27FC236}">
                  <a16:creationId xmlns:a16="http://schemas.microsoft.com/office/drawing/2014/main" id="{FF7E1F5D-B522-99D0-5FDD-62E3A4A45280}"/>
                </a:ext>
              </a:extLst>
            </p:cNvPr>
            <p:cNvSpPr/>
            <p:nvPr/>
          </p:nvSpPr>
          <p:spPr>
            <a:xfrm>
              <a:off x="2073250" y="2631175"/>
              <a:ext cx="137675" cy="80925"/>
            </a:xfrm>
            <a:custGeom>
              <a:avLst/>
              <a:gdLst/>
              <a:ahLst/>
              <a:cxnLst/>
              <a:rect l="l" t="t" r="r" b="b"/>
              <a:pathLst>
                <a:path w="5507" h="3237" extrusionOk="0">
                  <a:moveTo>
                    <a:pt x="940" y="0"/>
                  </a:moveTo>
                  <a:cubicBezTo>
                    <a:pt x="603" y="92"/>
                    <a:pt x="378" y="429"/>
                    <a:pt x="225" y="745"/>
                  </a:cubicBezTo>
                  <a:cubicBezTo>
                    <a:pt x="143" y="920"/>
                    <a:pt x="71" y="1093"/>
                    <a:pt x="0" y="1277"/>
                  </a:cubicBezTo>
                  <a:lnTo>
                    <a:pt x="30" y="1287"/>
                  </a:lnTo>
                  <a:cubicBezTo>
                    <a:pt x="388" y="1849"/>
                    <a:pt x="909" y="2298"/>
                    <a:pt x="1502" y="2605"/>
                  </a:cubicBezTo>
                  <a:cubicBezTo>
                    <a:pt x="2094" y="2922"/>
                    <a:pt x="2748" y="3095"/>
                    <a:pt x="3402" y="3188"/>
                  </a:cubicBezTo>
                  <a:cubicBezTo>
                    <a:pt x="3622" y="3218"/>
                    <a:pt x="3848" y="3237"/>
                    <a:pt x="4073" y="3237"/>
                  </a:cubicBezTo>
                  <a:cubicBezTo>
                    <a:pt x="4536" y="3237"/>
                    <a:pt x="4996" y="3156"/>
                    <a:pt x="5394" y="2922"/>
                  </a:cubicBezTo>
                  <a:cubicBezTo>
                    <a:pt x="5497" y="2544"/>
                    <a:pt x="5506" y="2135"/>
                    <a:pt x="5435" y="1747"/>
                  </a:cubicBezTo>
                  <a:cubicBezTo>
                    <a:pt x="5415" y="1614"/>
                    <a:pt x="5374" y="1471"/>
                    <a:pt x="5282" y="1399"/>
                  </a:cubicBezTo>
                  <a:cubicBezTo>
                    <a:pt x="3760" y="1379"/>
                    <a:pt x="2237" y="920"/>
                    <a:pt x="970" y="71"/>
                  </a:cubicBezTo>
                  <a:lnTo>
                    <a:pt x="9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1" name="Google Shape;9281;p34">
              <a:extLst>
                <a:ext uri="{FF2B5EF4-FFF2-40B4-BE49-F238E27FC236}">
                  <a16:creationId xmlns:a16="http://schemas.microsoft.com/office/drawing/2014/main" id="{A63FEC15-65A6-780E-ABA7-9A3E99BFD725}"/>
                </a:ext>
              </a:extLst>
            </p:cNvPr>
            <p:cNvSpPr/>
            <p:nvPr/>
          </p:nvSpPr>
          <p:spPr>
            <a:xfrm>
              <a:off x="2133775" y="2443700"/>
              <a:ext cx="122600" cy="91325"/>
            </a:xfrm>
            <a:custGeom>
              <a:avLst/>
              <a:gdLst/>
              <a:ahLst/>
              <a:cxnLst/>
              <a:rect l="l" t="t" r="r" b="b"/>
              <a:pathLst>
                <a:path w="4904" h="3653" extrusionOk="0">
                  <a:moveTo>
                    <a:pt x="2013" y="0"/>
                  </a:moveTo>
                  <a:cubicBezTo>
                    <a:pt x="1850" y="205"/>
                    <a:pt x="1584" y="276"/>
                    <a:pt x="1359" y="378"/>
                  </a:cubicBezTo>
                  <a:cubicBezTo>
                    <a:pt x="930" y="582"/>
                    <a:pt x="603" y="940"/>
                    <a:pt x="347" y="1328"/>
                  </a:cubicBezTo>
                  <a:cubicBezTo>
                    <a:pt x="215" y="1553"/>
                    <a:pt x="102" y="1778"/>
                    <a:pt x="0" y="2013"/>
                  </a:cubicBezTo>
                  <a:lnTo>
                    <a:pt x="31" y="2023"/>
                  </a:lnTo>
                  <a:cubicBezTo>
                    <a:pt x="542" y="2666"/>
                    <a:pt x="1246" y="3147"/>
                    <a:pt x="2013" y="3413"/>
                  </a:cubicBezTo>
                  <a:cubicBezTo>
                    <a:pt x="2485" y="3574"/>
                    <a:pt x="2983" y="3652"/>
                    <a:pt x="3480" y="3652"/>
                  </a:cubicBezTo>
                  <a:cubicBezTo>
                    <a:pt x="3801" y="3652"/>
                    <a:pt x="4121" y="3620"/>
                    <a:pt x="4434" y="3556"/>
                  </a:cubicBezTo>
                  <a:cubicBezTo>
                    <a:pt x="4556" y="3535"/>
                    <a:pt x="4679" y="3504"/>
                    <a:pt x="4751" y="3413"/>
                  </a:cubicBezTo>
                  <a:lnTo>
                    <a:pt x="4771" y="3413"/>
                  </a:lnTo>
                  <a:cubicBezTo>
                    <a:pt x="4812" y="3238"/>
                    <a:pt x="4833" y="3055"/>
                    <a:pt x="4853" y="2871"/>
                  </a:cubicBezTo>
                  <a:cubicBezTo>
                    <a:pt x="4883" y="2687"/>
                    <a:pt x="4904" y="2503"/>
                    <a:pt x="4883" y="2330"/>
                  </a:cubicBezTo>
                  <a:cubicBezTo>
                    <a:pt x="4874" y="2196"/>
                    <a:pt x="4833" y="2074"/>
                    <a:pt x="4781" y="1951"/>
                  </a:cubicBezTo>
                  <a:cubicBezTo>
                    <a:pt x="4669" y="1624"/>
                    <a:pt x="4516" y="1318"/>
                    <a:pt x="4332" y="1022"/>
                  </a:cubicBezTo>
                  <a:cubicBezTo>
                    <a:pt x="4291" y="970"/>
                    <a:pt x="4261" y="909"/>
                    <a:pt x="4240" y="848"/>
                  </a:cubicBezTo>
                  <a:cubicBezTo>
                    <a:pt x="4230" y="807"/>
                    <a:pt x="4220" y="766"/>
                    <a:pt x="4220" y="725"/>
                  </a:cubicBezTo>
                  <a:lnTo>
                    <a:pt x="4209" y="725"/>
                  </a:lnTo>
                  <a:cubicBezTo>
                    <a:pt x="4194" y="726"/>
                    <a:pt x="4179" y="726"/>
                    <a:pt x="4164" y="726"/>
                  </a:cubicBezTo>
                  <a:cubicBezTo>
                    <a:pt x="3923" y="726"/>
                    <a:pt x="3673" y="649"/>
                    <a:pt x="3433" y="572"/>
                  </a:cubicBezTo>
                  <a:cubicBezTo>
                    <a:pt x="3178" y="491"/>
                    <a:pt x="2912" y="398"/>
                    <a:pt x="2656" y="317"/>
                  </a:cubicBezTo>
                  <a:cubicBezTo>
                    <a:pt x="2442" y="235"/>
                    <a:pt x="2227" y="164"/>
                    <a:pt x="2054" y="41"/>
                  </a:cubicBezTo>
                  <a:lnTo>
                    <a:pt x="201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2" name="Google Shape;9282;p34">
              <a:extLst>
                <a:ext uri="{FF2B5EF4-FFF2-40B4-BE49-F238E27FC236}">
                  <a16:creationId xmlns:a16="http://schemas.microsoft.com/office/drawing/2014/main" id="{CD8BC2FB-1C1A-E3CC-1BE7-F4DE77EA3625}"/>
                </a:ext>
              </a:extLst>
            </p:cNvPr>
            <p:cNvSpPr/>
            <p:nvPr/>
          </p:nvSpPr>
          <p:spPr>
            <a:xfrm>
              <a:off x="2112575" y="2518525"/>
              <a:ext cx="126450" cy="96325"/>
            </a:xfrm>
            <a:custGeom>
              <a:avLst/>
              <a:gdLst/>
              <a:ahLst/>
              <a:cxnLst/>
              <a:rect l="l" t="t" r="r" b="b"/>
              <a:pathLst>
                <a:path w="5058" h="3853" extrusionOk="0">
                  <a:moveTo>
                    <a:pt x="582" y="0"/>
                  </a:moveTo>
                  <a:lnTo>
                    <a:pt x="644" y="123"/>
                  </a:lnTo>
                  <a:cubicBezTo>
                    <a:pt x="675" y="236"/>
                    <a:pt x="654" y="348"/>
                    <a:pt x="613" y="450"/>
                  </a:cubicBezTo>
                  <a:cubicBezTo>
                    <a:pt x="419" y="1145"/>
                    <a:pt x="215" y="1829"/>
                    <a:pt x="0" y="2513"/>
                  </a:cubicBezTo>
                  <a:cubicBezTo>
                    <a:pt x="1308" y="3321"/>
                    <a:pt x="2820" y="3791"/>
                    <a:pt x="4353" y="3852"/>
                  </a:cubicBezTo>
                  <a:cubicBezTo>
                    <a:pt x="4587" y="3096"/>
                    <a:pt x="4802" y="2350"/>
                    <a:pt x="4996" y="1605"/>
                  </a:cubicBezTo>
                  <a:cubicBezTo>
                    <a:pt x="5006" y="1574"/>
                    <a:pt x="5037" y="1543"/>
                    <a:pt x="5057" y="1523"/>
                  </a:cubicBezTo>
                  <a:lnTo>
                    <a:pt x="5057" y="1523"/>
                  </a:lnTo>
                  <a:cubicBezTo>
                    <a:pt x="4707" y="1612"/>
                    <a:pt x="4347" y="1656"/>
                    <a:pt x="3987" y="1656"/>
                  </a:cubicBezTo>
                  <a:cubicBezTo>
                    <a:pt x="3518" y="1656"/>
                    <a:pt x="3050" y="1581"/>
                    <a:pt x="2605" y="1431"/>
                  </a:cubicBezTo>
                  <a:cubicBezTo>
                    <a:pt x="1808" y="1165"/>
                    <a:pt x="1093" y="665"/>
                    <a:pt x="5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3" name="Google Shape;9283;p34">
              <a:extLst>
                <a:ext uri="{FF2B5EF4-FFF2-40B4-BE49-F238E27FC236}">
                  <a16:creationId xmlns:a16="http://schemas.microsoft.com/office/drawing/2014/main" id="{9903A574-EA87-9AEE-0519-DDFC54A56017}"/>
                </a:ext>
              </a:extLst>
            </p:cNvPr>
            <p:cNvSpPr/>
            <p:nvPr/>
          </p:nvSpPr>
          <p:spPr>
            <a:xfrm>
              <a:off x="2212700" y="2391075"/>
              <a:ext cx="30900" cy="10250"/>
            </a:xfrm>
            <a:custGeom>
              <a:avLst/>
              <a:gdLst/>
              <a:ahLst/>
              <a:cxnLst/>
              <a:rect l="l" t="t" r="r" b="b"/>
              <a:pathLst>
                <a:path w="1236" h="410" extrusionOk="0">
                  <a:moveTo>
                    <a:pt x="0" y="1"/>
                  </a:moveTo>
                  <a:lnTo>
                    <a:pt x="0" y="1"/>
                  </a:lnTo>
                  <a:cubicBezTo>
                    <a:pt x="102" y="62"/>
                    <a:pt x="205" y="92"/>
                    <a:pt x="296" y="133"/>
                  </a:cubicBezTo>
                  <a:cubicBezTo>
                    <a:pt x="398" y="185"/>
                    <a:pt x="500" y="215"/>
                    <a:pt x="603" y="256"/>
                  </a:cubicBezTo>
                  <a:cubicBezTo>
                    <a:pt x="705" y="287"/>
                    <a:pt x="807" y="317"/>
                    <a:pt x="920" y="337"/>
                  </a:cubicBezTo>
                  <a:cubicBezTo>
                    <a:pt x="1022" y="358"/>
                    <a:pt x="1124" y="389"/>
                    <a:pt x="1236" y="409"/>
                  </a:cubicBezTo>
                  <a:cubicBezTo>
                    <a:pt x="1052" y="287"/>
                    <a:pt x="848" y="205"/>
                    <a:pt x="643" y="144"/>
                  </a:cubicBezTo>
                  <a:cubicBezTo>
                    <a:pt x="429" y="72"/>
                    <a:pt x="225" y="1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4" name="Google Shape;9284;p34">
              <a:extLst>
                <a:ext uri="{FF2B5EF4-FFF2-40B4-BE49-F238E27FC236}">
                  <a16:creationId xmlns:a16="http://schemas.microsoft.com/office/drawing/2014/main" id="{A7A794AE-9468-A703-3E28-C637E116820D}"/>
                </a:ext>
              </a:extLst>
            </p:cNvPr>
            <p:cNvSpPr/>
            <p:nvPr/>
          </p:nvSpPr>
          <p:spPr>
            <a:xfrm>
              <a:off x="2127125" y="2518525"/>
              <a:ext cx="112400" cy="43600"/>
            </a:xfrm>
            <a:custGeom>
              <a:avLst/>
              <a:gdLst/>
              <a:ahLst/>
              <a:cxnLst/>
              <a:rect l="l" t="t" r="r" b="b"/>
              <a:pathLst>
                <a:path w="4496" h="1744" extrusionOk="0">
                  <a:moveTo>
                    <a:pt x="0" y="0"/>
                  </a:moveTo>
                  <a:cubicBezTo>
                    <a:pt x="440" y="715"/>
                    <a:pt x="1165" y="1267"/>
                    <a:pt x="1973" y="1543"/>
                  </a:cubicBezTo>
                  <a:cubicBezTo>
                    <a:pt x="2372" y="1675"/>
                    <a:pt x="2797" y="1744"/>
                    <a:pt x="3219" y="1744"/>
                  </a:cubicBezTo>
                  <a:cubicBezTo>
                    <a:pt x="3650" y="1744"/>
                    <a:pt x="4078" y="1672"/>
                    <a:pt x="4475" y="1523"/>
                  </a:cubicBezTo>
                  <a:lnTo>
                    <a:pt x="4496" y="1512"/>
                  </a:lnTo>
                  <a:lnTo>
                    <a:pt x="4475" y="1512"/>
                  </a:lnTo>
                  <a:cubicBezTo>
                    <a:pt x="4202" y="1553"/>
                    <a:pt x="3928" y="1573"/>
                    <a:pt x="3657" y="1573"/>
                  </a:cubicBezTo>
                  <a:cubicBezTo>
                    <a:pt x="3106" y="1573"/>
                    <a:pt x="2564" y="1489"/>
                    <a:pt x="2044" y="1319"/>
                  </a:cubicBezTo>
                  <a:cubicBezTo>
                    <a:pt x="1278" y="1053"/>
                    <a:pt x="583" y="60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5" name="Google Shape;9285;p34">
              <a:extLst>
                <a:ext uri="{FF2B5EF4-FFF2-40B4-BE49-F238E27FC236}">
                  <a16:creationId xmlns:a16="http://schemas.microsoft.com/office/drawing/2014/main" id="{6E981963-09FF-D0BD-9D2E-CE5A23DC2029}"/>
                </a:ext>
              </a:extLst>
            </p:cNvPr>
            <p:cNvSpPr/>
            <p:nvPr/>
          </p:nvSpPr>
          <p:spPr>
            <a:xfrm>
              <a:off x="2134550" y="2494275"/>
              <a:ext cx="118000" cy="43025"/>
            </a:xfrm>
            <a:custGeom>
              <a:avLst/>
              <a:gdLst/>
              <a:ahLst/>
              <a:cxnLst/>
              <a:rect l="l" t="t" r="r" b="b"/>
              <a:pathLst>
                <a:path w="4720" h="1721" extrusionOk="0">
                  <a:moveTo>
                    <a:pt x="0" y="0"/>
                  </a:moveTo>
                  <a:cubicBezTo>
                    <a:pt x="480" y="756"/>
                    <a:pt x="1267" y="1297"/>
                    <a:pt x="2125" y="1553"/>
                  </a:cubicBezTo>
                  <a:cubicBezTo>
                    <a:pt x="2494" y="1667"/>
                    <a:pt x="2877" y="1721"/>
                    <a:pt x="3263" y="1721"/>
                  </a:cubicBezTo>
                  <a:cubicBezTo>
                    <a:pt x="3327" y="1721"/>
                    <a:pt x="3390" y="1719"/>
                    <a:pt x="3453" y="1716"/>
                  </a:cubicBezTo>
                  <a:cubicBezTo>
                    <a:pt x="3678" y="1716"/>
                    <a:pt x="3903" y="1685"/>
                    <a:pt x="4117" y="1645"/>
                  </a:cubicBezTo>
                  <a:cubicBezTo>
                    <a:pt x="4230" y="1614"/>
                    <a:pt x="4332" y="1594"/>
                    <a:pt x="4444" y="1563"/>
                  </a:cubicBezTo>
                  <a:cubicBezTo>
                    <a:pt x="4546" y="1533"/>
                    <a:pt x="4659" y="1481"/>
                    <a:pt x="4720" y="1390"/>
                  </a:cubicBezTo>
                  <a:lnTo>
                    <a:pt x="4720" y="1390"/>
                  </a:lnTo>
                  <a:cubicBezTo>
                    <a:pt x="4638" y="1461"/>
                    <a:pt x="4536" y="1481"/>
                    <a:pt x="4434" y="1502"/>
                  </a:cubicBezTo>
                  <a:cubicBezTo>
                    <a:pt x="4321" y="1512"/>
                    <a:pt x="4209" y="1522"/>
                    <a:pt x="4107" y="1533"/>
                  </a:cubicBezTo>
                  <a:cubicBezTo>
                    <a:pt x="3882" y="1542"/>
                    <a:pt x="3667" y="1542"/>
                    <a:pt x="3453" y="1542"/>
                  </a:cubicBezTo>
                  <a:cubicBezTo>
                    <a:pt x="3024" y="1522"/>
                    <a:pt x="2605" y="1451"/>
                    <a:pt x="2186" y="1328"/>
                  </a:cubicBezTo>
                  <a:cubicBezTo>
                    <a:pt x="1778" y="1215"/>
                    <a:pt x="1389" y="1032"/>
                    <a:pt x="1022" y="807"/>
                  </a:cubicBezTo>
                  <a:cubicBezTo>
                    <a:pt x="654" y="582"/>
                    <a:pt x="316" y="316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6" name="Google Shape;9286;p34">
              <a:extLst>
                <a:ext uri="{FF2B5EF4-FFF2-40B4-BE49-F238E27FC236}">
                  <a16:creationId xmlns:a16="http://schemas.microsoft.com/office/drawing/2014/main" id="{B77DA295-E806-1186-8F35-2B5899CE8211}"/>
                </a:ext>
              </a:extLst>
            </p:cNvPr>
            <p:cNvSpPr/>
            <p:nvPr/>
          </p:nvSpPr>
          <p:spPr>
            <a:xfrm>
              <a:off x="2097500" y="2632950"/>
              <a:ext cx="109325" cy="33950"/>
            </a:xfrm>
            <a:custGeom>
              <a:avLst/>
              <a:gdLst/>
              <a:ahLst/>
              <a:cxnLst/>
              <a:rect l="l" t="t" r="r" b="b"/>
              <a:pathLst>
                <a:path w="4373" h="1358" extrusionOk="0">
                  <a:moveTo>
                    <a:pt x="0" y="0"/>
                  </a:moveTo>
                  <a:cubicBezTo>
                    <a:pt x="583" y="501"/>
                    <a:pt x="1288" y="858"/>
                    <a:pt x="2023" y="1094"/>
                  </a:cubicBezTo>
                  <a:cubicBezTo>
                    <a:pt x="2580" y="1264"/>
                    <a:pt x="3167" y="1358"/>
                    <a:pt x="3751" y="1358"/>
                  </a:cubicBezTo>
                  <a:cubicBezTo>
                    <a:pt x="3939" y="1358"/>
                    <a:pt x="4126" y="1348"/>
                    <a:pt x="4312" y="1328"/>
                  </a:cubicBezTo>
                  <a:lnTo>
                    <a:pt x="4373" y="1328"/>
                  </a:lnTo>
                  <a:lnTo>
                    <a:pt x="4312" y="1319"/>
                  </a:lnTo>
                  <a:cubicBezTo>
                    <a:pt x="3556" y="1226"/>
                    <a:pt x="2810" y="1083"/>
                    <a:pt x="2095" y="869"/>
                  </a:cubicBezTo>
                  <a:cubicBezTo>
                    <a:pt x="1369" y="644"/>
                    <a:pt x="685" y="34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7" name="Google Shape;9287;p34">
              <a:extLst>
                <a:ext uri="{FF2B5EF4-FFF2-40B4-BE49-F238E27FC236}">
                  <a16:creationId xmlns:a16="http://schemas.microsoft.com/office/drawing/2014/main" id="{1BAE72B4-1FF2-8636-4AE0-8F577A97D1AF}"/>
                </a:ext>
              </a:extLst>
            </p:cNvPr>
            <p:cNvSpPr/>
            <p:nvPr/>
          </p:nvSpPr>
          <p:spPr>
            <a:xfrm>
              <a:off x="2074000" y="2663350"/>
              <a:ext cx="134625" cy="50825"/>
            </a:xfrm>
            <a:custGeom>
              <a:avLst/>
              <a:gdLst/>
              <a:ahLst/>
              <a:cxnLst/>
              <a:rect l="l" t="t" r="r" b="b"/>
              <a:pathLst>
                <a:path w="5385" h="2033" extrusionOk="0">
                  <a:moveTo>
                    <a:pt x="0" y="0"/>
                  </a:moveTo>
                  <a:lnTo>
                    <a:pt x="0" y="0"/>
                  </a:lnTo>
                  <a:cubicBezTo>
                    <a:pt x="113" y="225"/>
                    <a:pt x="266" y="439"/>
                    <a:pt x="429" y="634"/>
                  </a:cubicBezTo>
                  <a:cubicBezTo>
                    <a:pt x="604" y="827"/>
                    <a:pt x="797" y="991"/>
                    <a:pt x="1002" y="1145"/>
                  </a:cubicBezTo>
                  <a:cubicBezTo>
                    <a:pt x="1421" y="1451"/>
                    <a:pt x="1901" y="1665"/>
                    <a:pt x="2391" y="1808"/>
                  </a:cubicBezTo>
                  <a:cubicBezTo>
                    <a:pt x="2892" y="1951"/>
                    <a:pt x="3403" y="2033"/>
                    <a:pt x="3914" y="2033"/>
                  </a:cubicBezTo>
                  <a:cubicBezTo>
                    <a:pt x="4179" y="2033"/>
                    <a:pt x="4434" y="2003"/>
                    <a:pt x="4679" y="1941"/>
                  </a:cubicBezTo>
                  <a:cubicBezTo>
                    <a:pt x="4935" y="1880"/>
                    <a:pt x="5170" y="1778"/>
                    <a:pt x="5385" y="1624"/>
                  </a:cubicBezTo>
                  <a:lnTo>
                    <a:pt x="5385" y="1624"/>
                  </a:lnTo>
                  <a:cubicBezTo>
                    <a:pt x="5012" y="1795"/>
                    <a:pt x="4619" y="1862"/>
                    <a:pt x="4228" y="1862"/>
                  </a:cubicBezTo>
                  <a:cubicBezTo>
                    <a:pt x="4126" y="1862"/>
                    <a:pt x="4025" y="1858"/>
                    <a:pt x="3923" y="1849"/>
                  </a:cubicBezTo>
                  <a:cubicBezTo>
                    <a:pt x="3433" y="1808"/>
                    <a:pt x="2933" y="1726"/>
                    <a:pt x="2463" y="1583"/>
                  </a:cubicBezTo>
                  <a:cubicBezTo>
                    <a:pt x="1982" y="1451"/>
                    <a:pt x="1533" y="1257"/>
                    <a:pt x="1104" y="1002"/>
                  </a:cubicBezTo>
                  <a:cubicBezTo>
                    <a:pt x="899" y="868"/>
                    <a:pt x="695" y="715"/>
                    <a:pt x="511" y="552"/>
                  </a:cubicBezTo>
                  <a:cubicBezTo>
                    <a:pt x="327" y="389"/>
                    <a:pt x="164" y="205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36690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79">
          <a:extLst>
            <a:ext uri="{FF2B5EF4-FFF2-40B4-BE49-F238E27FC236}">
              <a16:creationId xmlns:a16="http://schemas.microsoft.com/office/drawing/2014/main" id="{B158D264-DBCB-3EA4-7016-729AAA47A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0" name="Google Shape;9380;p38">
            <a:extLst>
              <a:ext uri="{FF2B5EF4-FFF2-40B4-BE49-F238E27FC236}">
                <a16:creationId xmlns:a16="http://schemas.microsoft.com/office/drawing/2014/main" id="{79B31509-8C15-E3B0-3ACE-A16E3FF367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>
                <a:solidFill>
                  <a:srgbClr val="FFFFFF"/>
                </a:solidFill>
                <a:cs typeface="Times New Roman"/>
              </a:rPr>
              <a:t>Statement of Work (SOW)</a:t>
            </a:r>
            <a:endParaRPr lang="en-US"/>
          </a:p>
        </p:txBody>
      </p:sp>
      <p:sp>
        <p:nvSpPr>
          <p:cNvPr id="9381" name="Google Shape;9381;p38">
            <a:extLst>
              <a:ext uri="{FF2B5EF4-FFF2-40B4-BE49-F238E27FC236}">
                <a16:creationId xmlns:a16="http://schemas.microsoft.com/office/drawing/2014/main" id="{8BD39AEA-16AD-5DDA-7E9C-C23C97855D8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9999" y="1170069"/>
            <a:ext cx="7704095" cy="35270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/>
              <a:t>The statement of work describes all work product such as specifications, test plans, code, progress reports and the final presentation and demonstration. </a:t>
            </a:r>
          </a:p>
          <a:p>
            <a:pPr marL="0" indent="0"/>
            <a:endParaRPr lang="en-US"/>
          </a:p>
          <a:p>
            <a:pPr marL="0" indent="0"/>
            <a:r>
              <a:rPr lang="en-US">
                <a:solidFill>
                  <a:schemeClr val="accent2"/>
                </a:solidFill>
              </a:rPr>
              <a:t>Specifications</a:t>
            </a:r>
            <a:r>
              <a:rPr lang="en-US"/>
              <a:t>: The establishment of the scope, use cases, functional and nonfunctional requirements</a:t>
            </a:r>
          </a:p>
          <a:p>
            <a:pPr marL="0" indent="0"/>
            <a:endParaRPr lang="en-US"/>
          </a:p>
          <a:p>
            <a:pPr marL="0" indent="0"/>
            <a:r>
              <a:rPr lang="en-US">
                <a:solidFill>
                  <a:schemeClr val="accent2"/>
                </a:solidFill>
              </a:rPr>
              <a:t>Test Plans</a:t>
            </a:r>
            <a:r>
              <a:rPr lang="en-US"/>
              <a:t>:  The team will develop test plans and test cases to validate the system functionality against use cases and requirements</a:t>
            </a:r>
          </a:p>
          <a:p>
            <a:pPr marL="0" indent="0"/>
            <a:endParaRPr lang="en-US"/>
          </a:p>
          <a:p>
            <a:pPr marL="0" indent="0"/>
            <a:r>
              <a:rPr lang="en-US">
                <a:solidFill>
                  <a:schemeClr val="accent2"/>
                </a:solidFill>
              </a:rPr>
              <a:t>Code</a:t>
            </a:r>
            <a:r>
              <a:rPr lang="en-US"/>
              <a:t>: The implementation of source code, that includes front end and back end</a:t>
            </a:r>
          </a:p>
          <a:p>
            <a:pPr marL="0" indent="0"/>
            <a:endParaRPr lang="en-US"/>
          </a:p>
          <a:p>
            <a:pPr marL="0" indent="0"/>
            <a:r>
              <a:rPr lang="en-US">
                <a:solidFill>
                  <a:schemeClr val="accent2"/>
                </a:solidFill>
              </a:rPr>
              <a:t>Defect Report</a:t>
            </a:r>
            <a:r>
              <a:rPr lang="en-US"/>
              <a:t>: Will be created once testing starts, to track defects and compare the expected behavior.</a:t>
            </a:r>
          </a:p>
          <a:p>
            <a:pPr marL="0" indent="0"/>
            <a:endParaRPr lang="en-US"/>
          </a:p>
          <a:p>
            <a:pPr marL="0" indent="0"/>
            <a:r>
              <a:rPr lang="en-US">
                <a:solidFill>
                  <a:schemeClr val="accent2"/>
                </a:solidFill>
              </a:rPr>
              <a:t>Progress report</a:t>
            </a:r>
            <a:r>
              <a:rPr lang="en-US"/>
              <a:t>: Summarize meetings, assign upcoming work, team accomplishment as well as individual.</a:t>
            </a:r>
          </a:p>
          <a:p>
            <a:pPr marL="0" indent="0"/>
            <a:endParaRPr lang="en-US"/>
          </a:p>
          <a:p>
            <a:pPr marL="0" indent="0"/>
            <a:r>
              <a:rPr lang="en-US">
                <a:solidFill>
                  <a:schemeClr val="accent2"/>
                </a:solidFill>
              </a:rPr>
              <a:t>Final Presentation and Demonstration</a:t>
            </a:r>
            <a:r>
              <a:rPr lang="en-US"/>
              <a:t>:  At the end of the semester, the team will deliver a final presentation and have a fully functional demonstration of the mobile application.</a:t>
            </a:r>
          </a:p>
          <a:p>
            <a:pPr marL="0" inden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64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72">
          <a:extLst>
            <a:ext uri="{FF2B5EF4-FFF2-40B4-BE49-F238E27FC236}">
              <a16:creationId xmlns:a16="http://schemas.microsoft.com/office/drawing/2014/main" id="{732C407E-2CE5-FAA9-E39D-A0543BBE5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3" name="Google Shape;9473;p41">
            <a:extLst>
              <a:ext uri="{FF2B5EF4-FFF2-40B4-BE49-F238E27FC236}">
                <a16:creationId xmlns:a16="http://schemas.microsoft.com/office/drawing/2014/main" id="{17027F3E-C2B5-1B49-3F10-1C2D255B93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0" i="0"/>
              <a:t>Resource List </a:t>
            </a:r>
            <a:endParaRPr/>
          </a:p>
        </p:txBody>
      </p:sp>
      <p:grpSp>
        <p:nvGrpSpPr>
          <p:cNvPr id="9474" name="Google Shape;9474;p41">
            <a:extLst>
              <a:ext uri="{FF2B5EF4-FFF2-40B4-BE49-F238E27FC236}">
                <a16:creationId xmlns:a16="http://schemas.microsoft.com/office/drawing/2014/main" id="{AC15D906-23BE-8B41-3F23-7E8E9B1C93CD}"/>
              </a:ext>
            </a:extLst>
          </p:cNvPr>
          <p:cNvGrpSpPr/>
          <p:nvPr/>
        </p:nvGrpSpPr>
        <p:grpSpPr>
          <a:xfrm rot="10800000">
            <a:off x="8803369" y="2949716"/>
            <a:ext cx="81758" cy="608663"/>
            <a:chOff x="-1154155" y="1061718"/>
            <a:chExt cx="36015" cy="268015"/>
          </a:xfrm>
        </p:grpSpPr>
        <p:sp>
          <p:nvSpPr>
            <p:cNvPr id="9475" name="Google Shape;9475;p41">
              <a:extLst>
                <a:ext uri="{FF2B5EF4-FFF2-40B4-BE49-F238E27FC236}">
                  <a16:creationId xmlns:a16="http://schemas.microsoft.com/office/drawing/2014/main" id="{4F9567A8-CA67-B18D-C1FD-7A6B9FFD3D57}"/>
                </a:ext>
              </a:extLst>
            </p:cNvPr>
            <p:cNvSpPr/>
            <p:nvPr/>
          </p:nvSpPr>
          <p:spPr>
            <a:xfrm>
              <a:off x="-1154155" y="1061718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195" y="0"/>
                  </a:moveTo>
                  <a:cubicBezTo>
                    <a:pt x="175" y="0"/>
                    <a:pt x="164" y="11"/>
                    <a:pt x="144" y="11"/>
                  </a:cubicBezTo>
                  <a:cubicBezTo>
                    <a:pt x="134" y="21"/>
                    <a:pt x="123" y="31"/>
                    <a:pt x="103" y="31"/>
                  </a:cubicBezTo>
                  <a:lnTo>
                    <a:pt x="73" y="62"/>
                  </a:lnTo>
                  <a:cubicBezTo>
                    <a:pt x="62" y="72"/>
                    <a:pt x="52" y="82"/>
                    <a:pt x="42" y="103"/>
                  </a:cubicBezTo>
                  <a:cubicBezTo>
                    <a:pt x="32" y="113"/>
                    <a:pt x="32" y="123"/>
                    <a:pt x="21" y="143"/>
                  </a:cubicBezTo>
                  <a:cubicBezTo>
                    <a:pt x="21" y="154"/>
                    <a:pt x="11" y="164"/>
                    <a:pt x="11" y="184"/>
                  </a:cubicBezTo>
                  <a:cubicBezTo>
                    <a:pt x="1" y="195"/>
                    <a:pt x="1" y="215"/>
                    <a:pt x="1" y="225"/>
                  </a:cubicBezTo>
                  <a:cubicBezTo>
                    <a:pt x="1" y="286"/>
                    <a:pt x="32" y="348"/>
                    <a:pt x="73" y="389"/>
                  </a:cubicBezTo>
                  <a:cubicBezTo>
                    <a:pt x="114" y="440"/>
                    <a:pt x="175" y="461"/>
                    <a:pt x="236" y="461"/>
                  </a:cubicBezTo>
                  <a:cubicBezTo>
                    <a:pt x="297" y="461"/>
                    <a:pt x="359" y="440"/>
                    <a:pt x="400" y="389"/>
                  </a:cubicBezTo>
                  <a:lnTo>
                    <a:pt x="430" y="358"/>
                  </a:lnTo>
                  <a:cubicBezTo>
                    <a:pt x="440" y="348"/>
                    <a:pt x="440" y="327"/>
                    <a:pt x="450" y="318"/>
                  </a:cubicBezTo>
                  <a:cubicBezTo>
                    <a:pt x="461" y="307"/>
                    <a:pt x="461" y="286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59" y="21"/>
                    <a:pt x="297" y="0"/>
                    <a:pt x="2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6" name="Google Shape;9476;p41">
              <a:extLst>
                <a:ext uri="{FF2B5EF4-FFF2-40B4-BE49-F238E27FC236}">
                  <a16:creationId xmlns:a16="http://schemas.microsoft.com/office/drawing/2014/main" id="{B2E0F39C-0919-20A3-2ABF-56350B820723}"/>
                </a:ext>
              </a:extLst>
            </p:cNvPr>
            <p:cNvSpPr/>
            <p:nvPr/>
          </p:nvSpPr>
          <p:spPr>
            <a:xfrm>
              <a:off x="-1154155" y="1139575"/>
              <a:ext cx="35193" cy="112300"/>
            </a:xfrm>
            <a:custGeom>
              <a:avLst/>
              <a:gdLst/>
              <a:ahLst/>
              <a:cxnLst/>
              <a:rect l="l" t="t" r="r" b="b"/>
              <a:pathLst>
                <a:path w="471" h="1503" extrusionOk="0">
                  <a:moveTo>
                    <a:pt x="236" y="1"/>
                  </a:moveTo>
                  <a:cubicBezTo>
                    <a:pt x="114" y="1"/>
                    <a:pt x="1" y="103"/>
                    <a:pt x="1" y="225"/>
                  </a:cubicBezTo>
                  <a:cubicBezTo>
                    <a:pt x="1" y="358"/>
                    <a:pt x="114" y="461"/>
                    <a:pt x="236" y="461"/>
                  </a:cubicBezTo>
                  <a:cubicBezTo>
                    <a:pt x="369" y="461"/>
                    <a:pt x="471" y="358"/>
                    <a:pt x="471" y="225"/>
                  </a:cubicBezTo>
                  <a:cubicBezTo>
                    <a:pt x="471" y="103"/>
                    <a:pt x="369" y="1"/>
                    <a:pt x="236" y="1"/>
                  </a:cubicBezTo>
                  <a:close/>
                  <a:moveTo>
                    <a:pt x="236" y="1043"/>
                  </a:moveTo>
                  <a:cubicBezTo>
                    <a:pt x="114" y="1043"/>
                    <a:pt x="1" y="1145"/>
                    <a:pt x="1" y="1267"/>
                  </a:cubicBezTo>
                  <a:cubicBezTo>
                    <a:pt x="1" y="1401"/>
                    <a:pt x="114" y="1503"/>
                    <a:pt x="236" y="1503"/>
                  </a:cubicBezTo>
                  <a:cubicBezTo>
                    <a:pt x="369" y="1503"/>
                    <a:pt x="471" y="1401"/>
                    <a:pt x="471" y="1267"/>
                  </a:cubicBezTo>
                  <a:cubicBezTo>
                    <a:pt x="471" y="1145"/>
                    <a:pt x="369" y="1043"/>
                    <a:pt x="236" y="10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7" name="Google Shape;9477;p41">
              <a:extLst>
                <a:ext uri="{FF2B5EF4-FFF2-40B4-BE49-F238E27FC236}">
                  <a16:creationId xmlns:a16="http://schemas.microsoft.com/office/drawing/2014/main" id="{0864BBDB-D2E1-ECCE-BDA4-F539C023C92E}"/>
                </a:ext>
              </a:extLst>
            </p:cNvPr>
            <p:cNvSpPr/>
            <p:nvPr/>
          </p:nvSpPr>
          <p:spPr>
            <a:xfrm>
              <a:off x="-1154155" y="1295289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236" y="1"/>
                  </a:moveTo>
                  <a:cubicBezTo>
                    <a:pt x="175" y="1"/>
                    <a:pt x="114" y="21"/>
                    <a:pt x="73" y="62"/>
                  </a:cubicBezTo>
                  <a:cubicBezTo>
                    <a:pt x="32" y="113"/>
                    <a:pt x="1" y="175"/>
                    <a:pt x="1" y="225"/>
                  </a:cubicBezTo>
                  <a:cubicBezTo>
                    <a:pt x="1" y="246"/>
                    <a:pt x="1" y="256"/>
                    <a:pt x="11" y="277"/>
                  </a:cubicBezTo>
                  <a:cubicBezTo>
                    <a:pt x="11" y="287"/>
                    <a:pt x="21" y="307"/>
                    <a:pt x="21" y="318"/>
                  </a:cubicBezTo>
                  <a:cubicBezTo>
                    <a:pt x="32" y="328"/>
                    <a:pt x="32" y="348"/>
                    <a:pt x="42" y="359"/>
                  </a:cubicBezTo>
                  <a:lnTo>
                    <a:pt x="73" y="389"/>
                  </a:lnTo>
                  <a:cubicBezTo>
                    <a:pt x="114" y="440"/>
                    <a:pt x="175" y="461"/>
                    <a:pt x="236" y="461"/>
                  </a:cubicBezTo>
                  <a:lnTo>
                    <a:pt x="277" y="461"/>
                  </a:lnTo>
                  <a:cubicBezTo>
                    <a:pt x="297" y="450"/>
                    <a:pt x="307" y="450"/>
                    <a:pt x="328" y="440"/>
                  </a:cubicBezTo>
                  <a:cubicBezTo>
                    <a:pt x="338" y="440"/>
                    <a:pt x="348" y="430"/>
                    <a:pt x="369" y="420"/>
                  </a:cubicBezTo>
                  <a:lnTo>
                    <a:pt x="400" y="389"/>
                  </a:lnTo>
                  <a:lnTo>
                    <a:pt x="430" y="359"/>
                  </a:lnTo>
                  <a:cubicBezTo>
                    <a:pt x="440" y="348"/>
                    <a:pt x="440" y="328"/>
                    <a:pt x="450" y="318"/>
                  </a:cubicBezTo>
                  <a:cubicBezTo>
                    <a:pt x="461" y="307"/>
                    <a:pt x="461" y="287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89" y="52"/>
                    <a:pt x="379" y="41"/>
                    <a:pt x="369" y="41"/>
                  </a:cubicBezTo>
                  <a:cubicBezTo>
                    <a:pt x="348" y="32"/>
                    <a:pt x="338" y="21"/>
                    <a:pt x="328" y="11"/>
                  </a:cubicBezTo>
                  <a:cubicBezTo>
                    <a:pt x="307" y="11"/>
                    <a:pt x="297" y="1"/>
                    <a:pt x="2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78" name="Google Shape;9478;p41">
            <a:extLst>
              <a:ext uri="{FF2B5EF4-FFF2-40B4-BE49-F238E27FC236}">
                <a16:creationId xmlns:a16="http://schemas.microsoft.com/office/drawing/2014/main" id="{018A4EEE-D85B-AAEC-D6EB-8EE515602DE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208208" y="2947139"/>
            <a:ext cx="3048336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/>
              <a:t>Reference Resources </a:t>
            </a:r>
            <a:endParaRPr sz="1800" b="0" i="0"/>
          </a:p>
        </p:txBody>
      </p:sp>
      <p:sp>
        <p:nvSpPr>
          <p:cNvPr id="9479" name="Google Shape;9479;p41">
            <a:extLst>
              <a:ext uri="{FF2B5EF4-FFF2-40B4-BE49-F238E27FC236}">
                <a16:creationId xmlns:a16="http://schemas.microsoft.com/office/drawing/2014/main" id="{333098E4-A34D-26F9-DDC5-A411FA0C37F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208208" y="3248104"/>
            <a:ext cx="1673100" cy="3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en-US"/>
              <a:t>Team Charter</a:t>
            </a:r>
          </a:p>
          <a:p>
            <a:pPr marL="171450" indent="-171450"/>
            <a:r>
              <a:rPr lang="en-US"/>
              <a:t>Requirement Specification 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9480" name="Google Shape;9480;p41">
            <a:extLst>
              <a:ext uri="{FF2B5EF4-FFF2-40B4-BE49-F238E27FC236}">
                <a16:creationId xmlns:a16="http://schemas.microsoft.com/office/drawing/2014/main" id="{04B3FA84-1C10-FC84-67A7-5342A0ECFB3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208207" y="1265040"/>
            <a:ext cx="2851095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/>
              <a:t>Software Resources</a:t>
            </a:r>
            <a:endParaRPr sz="1800" b="0" i="0"/>
          </a:p>
        </p:txBody>
      </p:sp>
      <p:sp>
        <p:nvSpPr>
          <p:cNvPr id="9481" name="Google Shape;9481;p41">
            <a:extLst>
              <a:ext uri="{FF2B5EF4-FFF2-40B4-BE49-F238E27FC236}">
                <a16:creationId xmlns:a16="http://schemas.microsoft.com/office/drawing/2014/main" id="{56B79610-A591-75F9-4027-13B685505A2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154293" y="1576787"/>
            <a:ext cx="2880798" cy="3695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OneDrive used for sharing documents</a:t>
            </a:r>
          </a:p>
          <a:p>
            <a:r>
              <a:rPr lang="en-US"/>
              <a:t>GitHub for code management</a:t>
            </a:r>
          </a:p>
          <a:p>
            <a:r>
              <a:rPr lang="en-US"/>
              <a:t>Figma for UI design</a:t>
            </a:r>
          </a:p>
          <a:p>
            <a:r>
              <a:rPr lang="en-US"/>
              <a:t>Discord for communication</a:t>
            </a:r>
          </a:p>
          <a:p>
            <a:endParaRPr lang="en-US"/>
          </a:p>
          <a:p>
            <a:pPr marL="171450" indent="-171450"/>
            <a:endParaRPr lang="en-US"/>
          </a:p>
        </p:txBody>
      </p:sp>
      <p:sp>
        <p:nvSpPr>
          <p:cNvPr id="9482" name="Google Shape;9482;p41">
            <a:extLst>
              <a:ext uri="{FF2B5EF4-FFF2-40B4-BE49-F238E27FC236}">
                <a16:creationId xmlns:a16="http://schemas.microsoft.com/office/drawing/2014/main" id="{DEC8346F-F308-F031-F494-1C3BD4176B0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523664" y="2947139"/>
            <a:ext cx="3048335" cy="35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/>
              <a:t>Hardware Resources </a:t>
            </a:r>
            <a:endParaRPr sz="1800" b="0" i="0"/>
          </a:p>
        </p:txBody>
      </p:sp>
      <p:sp>
        <p:nvSpPr>
          <p:cNvPr id="9483" name="Google Shape;9483;p41">
            <a:extLst>
              <a:ext uri="{FF2B5EF4-FFF2-40B4-BE49-F238E27FC236}">
                <a16:creationId xmlns:a16="http://schemas.microsoft.com/office/drawing/2014/main" id="{976F65B4-2538-07E4-2CB1-EED0CCAE733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523665" y="3431414"/>
            <a:ext cx="2427911" cy="36958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/>
            <a:r>
              <a:rPr lang="en-US"/>
              <a:t>Smartphones for testing</a:t>
            </a:r>
          </a:p>
          <a:p>
            <a:pPr marL="171450" indent="-171450"/>
            <a:r>
              <a:rPr lang="en-US"/>
              <a:t>Laptops for the development of our app</a:t>
            </a:r>
          </a:p>
        </p:txBody>
      </p:sp>
      <p:sp>
        <p:nvSpPr>
          <p:cNvPr id="9484" name="Google Shape;9484;p41">
            <a:extLst>
              <a:ext uri="{FF2B5EF4-FFF2-40B4-BE49-F238E27FC236}">
                <a16:creationId xmlns:a16="http://schemas.microsoft.com/office/drawing/2014/main" id="{3A785D97-DB25-A3F3-D6F8-CCDCD604ADB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523665" y="1265054"/>
            <a:ext cx="2624268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/>
              <a:t>Human Resources </a:t>
            </a:r>
            <a:endParaRPr sz="1800" b="0" i="0"/>
          </a:p>
        </p:txBody>
      </p:sp>
      <p:sp>
        <p:nvSpPr>
          <p:cNvPr id="9485" name="Google Shape;9485;p41">
            <a:extLst>
              <a:ext uri="{FF2B5EF4-FFF2-40B4-BE49-F238E27FC236}">
                <a16:creationId xmlns:a16="http://schemas.microsoft.com/office/drawing/2014/main" id="{D48AAE2D-81D8-1B9F-CE9E-21AD88A5A20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480533" y="1576801"/>
            <a:ext cx="2417127" cy="3803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Our human resources have been established in our team charter when we assigned a specific role to each member of the team</a:t>
            </a:r>
          </a:p>
        </p:txBody>
      </p:sp>
      <p:sp>
        <p:nvSpPr>
          <p:cNvPr id="9487" name="Google Shape;9487;p41">
            <a:extLst>
              <a:ext uri="{FF2B5EF4-FFF2-40B4-BE49-F238E27FC236}">
                <a16:creationId xmlns:a16="http://schemas.microsoft.com/office/drawing/2014/main" id="{F5E567C6-8340-B25D-4C3C-7C80EB51AFF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0" y="2947146"/>
            <a:ext cx="541184" cy="3588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/>
              <a:t>28</a:t>
            </a:r>
            <a:endParaRPr sz="1800" b="0" i="0"/>
          </a:p>
        </p:txBody>
      </p:sp>
      <p:sp>
        <p:nvSpPr>
          <p:cNvPr id="9488" name="Google Shape;9488;p41">
            <a:extLst>
              <a:ext uri="{FF2B5EF4-FFF2-40B4-BE49-F238E27FC236}">
                <a16:creationId xmlns:a16="http://schemas.microsoft.com/office/drawing/2014/main" id="{260F6272-58EC-505B-4401-DD75FF5FD4B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0" y="1265045"/>
            <a:ext cx="541184" cy="3588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/>
              <a:t>36</a:t>
            </a:r>
            <a:endParaRPr sz="1800" b="0" i="0"/>
          </a:p>
        </p:txBody>
      </p:sp>
      <p:sp>
        <p:nvSpPr>
          <p:cNvPr id="9489" name="Google Shape;9489;p41">
            <a:extLst>
              <a:ext uri="{FF2B5EF4-FFF2-40B4-BE49-F238E27FC236}">
                <a16:creationId xmlns:a16="http://schemas.microsoft.com/office/drawing/2014/main" id="{0FE5ADA6-E3AB-7B66-3CDD-88CA8669BBD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20256" y="2947139"/>
            <a:ext cx="541184" cy="3588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>
                <a:solidFill>
                  <a:schemeClr val="lt1"/>
                </a:solidFill>
              </a:rPr>
              <a:t>24</a:t>
            </a:r>
            <a:endParaRPr sz="1800" b="0" i="0">
              <a:solidFill>
                <a:schemeClr val="lt1"/>
              </a:solidFill>
            </a:endParaRPr>
          </a:p>
        </p:txBody>
      </p:sp>
      <p:sp>
        <p:nvSpPr>
          <p:cNvPr id="9490" name="Google Shape;9490;p41">
            <a:extLst>
              <a:ext uri="{FF2B5EF4-FFF2-40B4-BE49-F238E27FC236}">
                <a16:creationId xmlns:a16="http://schemas.microsoft.com/office/drawing/2014/main" id="{711CC473-30D2-1CE2-0453-74A793C7A6D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20256" y="1265057"/>
            <a:ext cx="541184" cy="358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02641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7" name="Google Shape;8517;p31"/>
          <p:cNvSpPr txBox="1">
            <a:spLocks noGrp="1"/>
          </p:cNvSpPr>
          <p:nvPr>
            <p:ph type="title"/>
          </p:nvPr>
        </p:nvSpPr>
        <p:spPr>
          <a:xfrm>
            <a:off x="720000" y="25841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0" i="0"/>
              <a:t>Work Breakdown Structure</a:t>
            </a:r>
            <a:endParaRPr/>
          </a:p>
        </p:txBody>
      </p:sp>
      <p:sp>
        <p:nvSpPr>
          <p:cNvPr id="8518" name="Google Shape;8518;p31"/>
          <p:cNvSpPr txBox="1">
            <a:spLocks noGrp="1"/>
          </p:cNvSpPr>
          <p:nvPr>
            <p:ph type="body" idx="1"/>
          </p:nvPr>
        </p:nvSpPr>
        <p:spPr>
          <a:xfrm>
            <a:off x="1041950" y="731001"/>
            <a:ext cx="5844041" cy="41540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chemeClr val="accent2"/>
                </a:solidFill>
              </a:rPr>
              <a:t>Requirement phase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Analyze the use cases from Requirements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Follow assigned roles from team charter</a:t>
            </a:r>
          </a:p>
          <a:p>
            <a:pPr marL="0" indent="0">
              <a:buNone/>
            </a:pPr>
            <a:r>
              <a:rPr lang="en-US" sz="1400" b="1">
                <a:solidFill>
                  <a:schemeClr val="accent2"/>
                </a:solidFill>
              </a:rPr>
              <a:t>Design Phase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Create system architecture diagram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Develop database schema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Define AI model logic and create UI wireframes and mockups</a:t>
            </a:r>
          </a:p>
          <a:p>
            <a:pPr marL="0" indent="0">
              <a:buNone/>
            </a:pPr>
            <a:r>
              <a:rPr lang="en-US" sz="1400" b="1">
                <a:solidFill>
                  <a:schemeClr val="accent2"/>
                </a:solidFill>
              </a:rPr>
              <a:t>Development Phase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Front-end Development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Back-end Development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Integration of both</a:t>
            </a:r>
          </a:p>
          <a:p>
            <a:pPr marL="0" indent="0">
              <a:buNone/>
            </a:pPr>
            <a:r>
              <a:rPr lang="en-US" sz="1400" b="1">
                <a:solidFill>
                  <a:schemeClr val="accent2"/>
                </a:solidFill>
              </a:rPr>
              <a:t>Testing Phase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Create a test plan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Follow the use cases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Perform unit test and integration test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Log defects and retest corrections</a:t>
            </a:r>
          </a:p>
          <a:p>
            <a:pPr marL="0" indent="0">
              <a:buNone/>
            </a:pPr>
            <a:r>
              <a:rPr lang="en-US" sz="1400" b="1">
                <a:solidFill>
                  <a:schemeClr val="accent2"/>
                </a:solidFill>
              </a:rPr>
              <a:t>Deployment Phase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Preparation of the final build and presentation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Delivery of the final version along with our presentation</a:t>
            </a:r>
          </a:p>
          <a:p>
            <a:pPr marL="171450" indent="-171450">
              <a:buFont typeface="Arial"/>
              <a:buChar char="•"/>
            </a:pPr>
            <a:endParaRPr lang="en-US"/>
          </a:p>
          <a:p>
            <a:pPr marL="171450" indent="-171450">
              <a:buFont typeface="Arial"/>
              <a:buChar char="•"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8519" name="Google Shape;8519;p3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8596" r="4590"/>
          <a:stretch/>
        </p:blipFill>
        <p:spPr>
          <a:xfrm>
            <a:off x="5712818" y="1114350"/>
            <a:ext cx="2913900" cy="29148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3" name="Google Shape;9563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0" i="0"/>
              <a:t>Project Schedule </a:t>
            </a:r>
            <a:endParaRPr/>
          </a:p>
        </p:txBody>
      </p:sp>
      <p:sp>
        <p:nvSpPr>
          <p:cNvPr id="9565" name="Google Shape;9565;p44"/>
          <p:cNvSpPr txBox="1"/>
          <p:nvPr/>
        </p:nvSpPr>
        <p:spPr>
          <a:xfrm flipH="1">
            <a:off x="2753951" y="1805376"/>
            <a:ext cx="17451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UI and Prototype Design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566" name="Google Shape;9566;p44"/>
          <p:cNvSpPr txBox="1"/>
          <p:nvPr/>
        </p:nvSpPr>
        <p:spPr>
          <a:xfrm flipH="1">
            <a:off x="4644951" y="1804673"/>
            <a:ext cx="17451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Core Development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568" name="Google Shape;9568;p44"/>
          <p:cNvSpPr txBox="1"/>
          <p:nvPr/>
        </p:nvSpPr>
        <p:spPr>
          <a:xfrm flipH="1">
            <a:off x="3963828" y="3564502"/>
            <a:ext cx="17451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Integration and Testing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569" name="Google Shape;9569;p44"/>
          <p:cNvSpPr txBox="1"/>
          <p:nvPr/>
        </p:nvSpPr>
        <p:spPr>
          <a:xfrm flipH="1">
            <a:off x="5854453" y="3568887"/>
            <a:ext cx="17466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Final Polish and Demo Prep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572" name="Google Shape;9572;p44"/>
          <p:cNvSpPr txBox="1"/>
          <p:nvPr/>
        </p:nvSpPr>
        <p:spPr>
          <a:xfrm>
            <a:off x="1226325" y="1366675"/>
            <a:ext cx="1017600" cy="41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rPr>
              <a:t>01</a:t>
            </a:r>
            <a:endParaRPr sz="1800">
              <a:solidFill>
                <a:schemeClr val="lt1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9573" name="Google Shape;9573;p44"/>
          <p:cNvSpPr txBox="1"/>
          <p:nvPr/>
        </p:nvSpPr>
        <p:spPr>
          <a:xfrm>
            <a:off x="3117700" y="1366675"/>
            <a:ext cx="1017600" cy="41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rPr>
              <a:t>02</a:t>
            </a:r>
            <a:endParaRPr sz="1800">
              <a:solidFill>
                <a:schemeClr val="lt1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9574" name="Google Shape;9574;p44"/>
          <p:cNvSpPr txBox="1"/>
          <p:nvPr/>
        </p:nvSpPr>
        <p:spPr>
          <a:xfrm>
            <a:off x="5009075" y="1366675"/>
            <a:ext cx="1017600" cy="41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rPr>
              <a:t>03</a:t>
            </a:r>
            <a:endParaRPr sz="1800">
              <a:solidFill>
                <a:schemeClr val="lt1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9576" name="Google Shape;9576;p44"/>
          <p:cNvSpPr txBox="1"/>
          <p:nvPr/>
        </p:nvSpPr>
        <p:spPr>
          <a:xfrm>
            <a:off x="4327578" y="3147275"/>
            <a:ext cx="1017600" cy="41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rPr>
              <a:t>05</a:t>
            </a:r>
            <a:endParaRPr sz="1800">
              <a:solidFill>
                <a:schemeClr val="lt1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9577" name="Google Shape;9577;p44"/>
          <p:cNvSpPr txBox="1"/>
          <p:nvPr/>
        </p:nvSpPr>
        <p:spPr>
          <a:xfrm>
            <a:off x="6218953" y="3147275"/>
            <a:ext cx="1017600" cy="41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rPr>
              <a:t>06</a:t>
            </a:r>
            <a:endParaRPr sz="1800">
              <a:solidFill>
                <a:schemeClr val="lt1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cxnSp>
        <p:nvCxnSpPr>
          <p:cNvPr id="9580" name="Google Shape;9580;p44"/>
          <p:cNvCxnSpPr>
            <a:stCxn id="9572" idx="3"/>
            <a:endCxn id="9573" idx="1"/>
          </p:cNvCxnSpPr>
          <p:nvPr/>
        </p:nvCxnSpPr>
        <p:spPr>
          <a:xfrm>
            <a:off x="2243925" y="1576525"/>
            <a:ext cx="8739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81" name="Google Shape;9581;p44"/>
          <p:cNvCxnSpPr>
            <a:stCxn id="9573" idx="3"/>
            <a:endCxn id="9574" idx="1"/>
          </p:cNvCxnSpPr>
          <p:nvPr/>
        </p:nvCxnSpPr>
        <p:spPr>
          <a:xfrm>
            <a:off x="4135300" y="1576525"/>
            <a:ext cx="8739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84" name="Google Shape;9584;p44"/>
          <p:cNvCxnSpPr>
            <a:stCxn id="9576" idx="3"/>
            <a:endCxn id="9577" idx="1"/>
          </p:cNvCxnSpPr>
          <p:nvPr/>
        </p:nvCxnSpPr>
        <p:spPr>
          <a:xfrm>
            <a:off x="5345178" y="3357125"/>
            <a:ext cx="8739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87" name="Google Shape;9587;p44"/>
          <p:cNvCxnSpPr>
            <a:cxnSpLocks/>
          </p:cNvCxnSpPr>
          <p:nvPr/>
        </p:nvCxnSpPr>
        <p:spPr>
          <a:xfrm>
            <a:off x="7243884" y="3357125"/>
            <a:ext cx="3573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962563E-2F94-CECF-EC65-416D714C0789}"/>
              </a:ext>
            </a:extLst>
          </p:cNvPr>
          <p:cNvSpPr txBox="1"/>
          <p:nvPr/>
        </p:nvSpPr>
        <p:spPr>
          <a:xfrm>
            <a:off x="502065" y="1335280"/>
            <a:ext cx="1121635" cy="907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9" name="Google Shape;9575;p44">
            <a:extLst>
              <a:ext uri="{FF2B5EF4-FFF2-40B4-BE49-F238E27FC236}">
                <a16:creationId xmlns:a16="http://schemas.microsoft.com/office/drawing/2014/main" id="{9BCC1D1E-A588-5D23-7E13-0CF49650CA57}"/>
              </a:ext>
            </a:extLst>
          </p:cNvPr>
          <p:cNvSpPr txBox="1"/>
          <p:nvPr/>
        </p:nvSpPr>
        <p:spPr>
          <a:xfrm>
            <a:off x="2436203" y="3147275"/>
            <a:ext cx="1017600" cy="41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rPr>
              <a:t>04</a:t>
            </a:r>
            <a:endParaRPr sz="1800">
              <a:solidFill>
                <a:schemeClr val="lt1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16" name="Google Shape;9565;p44">
            <a:extLst>
              <a:ext uri="{FF2B5EF4-FFF2-40B4-BE49-F238E27FC236}">
                <a16:creationId xmlns:a16="http://schemas.microsoft.com/office/drawing/2014/main" id="{32E13D09-0231-569A-2CDF-AEEE2C508299}"/>
              </a:ext>
            </a:extLst>
          </p:cNvPr>
          <p:cNvSpPr txBox="1"/>
          <p:nvPr/>
        </p:nvSpPr>
        <p:spPr>
          <a:xfrm flipH="1">
            <a:off x="862575" y="1805376"/>
            <a:ext cx="17451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Requirements and Planning </a:t>
            </a:r>
          </a:p>
          <a:p>
            <a:pPr algn="ctr"/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7" name="Google Shape;9570;p44">
            <a:extLst>
              <a:ext uri="{FF2B5EF4-FFF2-40B4-BE49-F238E27FC236}">
                <a16:creationId xmlns:a16="http://schemas.microsoft.com/office/drawing/2014/main" id="{FB4BF605-18F2-F9DB-CA43-8D153973462C}"/>
              </a:ext>
            </a:extLst>
          </p:cNvPr>
          <p:cNvSpPr txBox="1"/>
          <p:nvPr/>
        </p:nvSpPr>
        <p:spPr>
          <a:xfrm flipH="1">
            <a:off x="2072453" y="3590024"/>
            <a:ext cx="17451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AI and Chatbot Logic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19" name="Google Shape;9584;p44">
            <a:extLst>
              <a:ext uri="{FF2B5EF4-FFF2-40B4-BE49-F238E27FC236}">
                <a16:creationId xmlns:a16="http://schemas.microsoft.com/office/drawing/2014/main" id="{2A68DA44-E4A2-EF23-8901-CB5E5DFC35E5}"/>
              </a:ext>
            </a:extLst>
          </p:cNvPr>
          <p:cNvCxnSpPr/>
          <p:nvPr/>
        </p:nvCxnSpPr>
        <p:spPr>
          <a:xfrm>
            <a:off x="3453803" y="3357125"/>
            <a:ext cx="8739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9584;p44">
            <a:extLst>
              <a:ext uri="{FF2B5EF4-FFF2-40B4-BE49-F238E27FC236}">
                <a16:creationId xmlns:a16="http://schemas.microsoft.com/office/drawing/2014/main" id="{34899804-B49E-ED87-0D2F-B519C16FE9C4}"/>
              </a:ext>
            </a:extLst>
          </p:cNvPr>
          <p:cNvCxnSpPr>
            <a:cxnSpLocks/>
          </p:cNvCxnSpPr>
          <p:nvPr/>
        </p:nvCxnSpPr>
        <p:spPr>
          <a:xfrm>
            <a:off x="6026675" y="1576525"/>
            <a:ext cx="75668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9584;p44">
            <a:extLst>
              <a:ext uri="{FF2B5EF4-FFF2-40B4-BE49-F238E27FC236}">
                <a16:creationId xmlns:a16="http://schemas.microsoft.com/office/drawing/2014/main" id="{452DC8EE-8D1C-72D7-8324-75DFDE370B10}"/>
              </a:ext>
            </a:extLst>
          </p:cNvPr>
          <p:cNvCxnSpPr>
            <a:cxnSpLocks/>
          </p:cNvCxnSpPr>
          <p:nvPr/>
        </p:nvCxnSpPr>
        <p:spPr>
          <a:xfrm>
            <a:off x="1527289" y="3359406"/>
            <a:ext cx="90286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" name="Google Shape;9584;p44">
            <a:extLst>
              <a:ext uri="{FF2B5EF4-FFF2-40B4-BE49-F238E27FC236}">
                <a16:creationId xmlns:a16="http://schemas.microsoft.com/office/drawing/2014/main" id="{60391C84-40E8-AD6D-36AE-9610CC293E3D}"/>
              </a:ext>
            </a:extLst>
          </p:cNvPr>
          <p:cNvCxnSpPr>
            <a:cxnSpLocks/>
          </p:cNvCxnSpPr>
          <p:nvPr/>
        </p:nvCxnSpPr>
        <p:spPr>
          <a:xfrm flipV="1">
            <a:off x="6778722" y="1576525"/>
            <a:ext cx="4633" cy="979197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9584;p44">
            <a:extLst>
              <a:ext uri="{FF2B5EF4-FFF2-40B4-BE49-F238E27FC236}">
                <a16:creationId xmlns:a16="http://schemas.microsoft.com/office/drawing/2014/main" id="{8583230B-2F23-7C4E-805B-9B2ACFEF1167}"/>
              </a:ext>
            </a:extLst>
          </p:cNvPr>
          <p:cNvCxnSpPr>
            <a:cxnSpLocks/>
          </p:cNvCxnSpPr>
          <p:nvPr/>
        </p:nvCxnSpPr>
        <p:spPr>
          <a:xfrm flipV="1">
            <a:off x="1527289" y="2555722"/>
            <a:ext cx="5251433" cy="16028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" name="Google Shape;9584;p44">
            <a:extLst>
              <a:ext uri="{FF2B5EF4-FFF2-40B4-BE49-F238E27FC236}">
                <a16:creationId xmlns:a16="http://schemas.microsoft.com/office/drawing/2014/main" id="{512FA458-2F40-35BA-B6DC-F62952A49393}"/>
              </a:ext>
            </a:extLst>
          </p:cNvPr>
          <p:cNvCxnSpPr>
            <a:cxnSpLocks/>
          </p:cNvCxnSpPr>
          <p:nvPr/>
        </p:nvCxnSpPr>
        <p:spPr>
          <a:xfrm flipV="1">
            <a:off x="1527289" y="2571750"/>
            <a:ext cx="0" cy="78537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6" name="Google Shape;9496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0" i="0"/>
              <a:t>Risk Plan</a:t>
            </a:r>
            <a:endParaRPr/>
          </a:p>
        </p:txBody>
      </p:sp>
      <p:graphicFrame>
        <p:nvGraphicFramePr>
          <p:cNvPr id="9497" name="Google Shape;9497;p42"/>
          <p:cNvGraphicFramePr/>
          <p:nvPr>
            <p:extLst>
              <p:ext uri="{D42A27DB-BD31-4B8C-83A1-F6EECF244321}">
                <p14:modId xmlns:p14="http://schemas.microsoft.com/office/powerpoint/2010/main" val="3178585909"/>
              </p:ext>
            </p:extLst>
          </p:nvPr>
        </p:nvGraphicFramePr>
        <p:xfrm>
          <a:off x="651803" y="1217334"/>
          <a:ext cx="7680433" cy="3396228"/>
        </p:xfrm>
        <a:graphic>
          <a:graphicData uri="http://schemas.openxmlformats.org/drawingml/2006/table">
            <a:tbl>
              <a:tblPr>
                <a:noFill/>
                <a:tableStyleId>{2080D068-BEB3-40E1-A121-C1019B811F1C}</a:tableStyleId>
              </a:tblPr>
              <a:tblGrid>
                <a:gridCol w="2166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75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03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Risk </a:t>
                      </a:r>
                      <a:endParaRPr sz="18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Audiowide"/>
                          <a:ea typeface="Audiowide"/>
                          <a:cs typeface="Audiowide"/>
                          <a:sym typeface="Audiowide"/>
                        </a:rPr>
                        <a:t>Probability</a:t>
                      </a:r>
                      <a:endParaRPr sz="1200">
                        <a:solidFill>
                          <a:schemeClr val="lt1"/>
                        </a:solidFill>
                        <a:latin typeface="Audiowide"/>
                        <a:ea typeface="Audiowide"/>
                        <a:cs typeface="Audiowide"/>
                        <a:sym typeface="Audiowide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Audiowide"/>
                          <a:ea typeface="Audiowide"/>
                          <a:cs typeface="Audiowide"/>
                          <a:sym typeface="Audiowide"/>
                        </a:rPr>
                        <a:t>Impact</a:t>
                      </a:r>
                      <a:endParaRPr sz="1200">
                        <a:solidFill>
                          <a:schemeClr val="lt1"/>
                        </a:solidFill>
                        <a:latin typeface="Audiowide"/>
                        <a:ea typeface="Audiowide"/>
                        <a:cs typeface="Audiowide"/>
                        <a:sym typeface="Audiowide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Audiowide"/>
                          <a:ea typeface="Audiowide"/>
                          <a:cs typeface="Audiowide"/>
                          <a:sym typeface="Audiowide"/>
                        </a:rPr>
                        <a:t>Priority </a:t>
                      </a:r>
                      <a:endParaRPr sz="1200">
                        <a:solidFill>
                          <a:schemeClr val="lt1"/>
                        </a:solidFill>
                        <a:latin typeface="Audiowide"/>
                        <a:ea typeface="Audiowide"/>
                        <a:cs typeface="Audiowide"/>
                        <a:sym typeface="Audiowide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Audiowide"/>
                          <a:ea typeface="Audiowide"/>
                          <a:cs typeface="Audiowide"/>
                          <a:sym typeface="Audiowide"/>
                        </a:rPr>
                        <a:t>Actions </a:t>
                      </a:r>
                      <a:endParaRPr sz="1200">
                        <a:solidFill>
                          <a:schemeClr val="lt1"/>
                        </a:solidFill>
                        <a:latin typeface="Audiowide"/>
                        <a:ea typeface="Audiowide"/>
                        <a:cs typeface="Audiowide"/>
                        <a:sym typeface="Audiowide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2"/>
                          </a:solidFill>
                          <a:latin typeface="Audiowide"/>
                          <a:ea typeface="Audiowide"/>
                          <a:cs typeface="Audiowide"/>
                          <a:sym typeface="Audiowide"/>
                        </a:rPr>
                        <a:t>Limited time during the semester </a:t>
                      </a:r>
                      <a:endParaRPr sz="1200">
                        <a:solidFill>
                          <a:schemeClr val="accent2"/>
                        </a:solidFill>
                        <a:latin typeface="Audiowide"/>
                        <a:ea typeface="Audiowide"/>
                        <a:cs typeface="Audiowide"/>
                        <a:sym typeface="Audiowide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4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20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Focus on core features and set weekly milestones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2"/>
                          </a:solidFill>
                          <a:latin typeface="Audiowide"/>
                          <a:ea typeface="Audiowide"/>
                          <a:cs typeface="Audiowide"/>
                          <a:sym typeface="Audiowide"/>
                        </a:rPr>
                        <a:t>Learning new tools</a:t>
                      </a:r>
                      <a:endParaRPr sz="1200">
                        <a:solidFill>
                          <a:schemeClr val="accent2"/>
                        </a:solidFill>
                        <a:latin typeface="Audiowide"/>
                        <a:ea typeface="Audiowide"/>
                        <a:cs typeface="Audiowide"/>
                        <a:sym typeface="Audiowide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4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12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Use online resources, pair programming, and keep AI logic simple and rule-based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2"/>
                          </a:solidFill>
                          <a:latin typeface="Audiowide"/>
                          <a:ea typeface="Audiowide"/>
                          <a:cs typeface="Audiowide"/>
                          <a:sym typeface="Audiowide"/>
                        </a:rPr>
                        <a:t>Integration issues</a:t>
                      </a:r>
                      <a:endParaRPr sz="1200">
                        <a:solidFill>
                          <a:schemeClr val="accent2"/>
                        </a:solidFill>
                        <a:latin typeface="Audiowide"/>
                        <a:ea typeface="Audiowide"/>
                        <a:cs typeface="Audiowide"/>
                        <a:sym typeface="Audiowide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15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Test early and define interfaces clearly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2"/>
                          </a:solidFill>
                          <a:latin typeface="Audiowide"/>
                          <a:ea typeface="Audiowide"/>
                          <a:cs typeface="Audiowide"/>
                          <a:sym typeface="Audiowide"/>
                        </a:rPr>
                        <a:t>Team schedule conflicts</a:t>
                      </a:r>
                      <a:endParaRPr sz="1200">
                        <a:solidFill>
                          <a:schemeClr val="accent2"/>
                        </a:solidFill>
                        <a:latin typeface="Audiowide"/>
                        <a:ea typeface="Audiowide"/>
                        <a:cs typeface="Audiowide"/>
                        <a:sym typeface="Audiowide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9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Document decisions and allow task handoffs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2"/>
                          </a:solidFill>
                          <a:latin typeface="Audiowide"/>
                          <a:ea typeface="Audiowide"/>
                          <a:cs typeface="Audiowide"/>
                          <a:sym typeface="Audiowide"/>
                        </a:rPr>
                        <a:t>Scope creep</a:t>
                      </a:r>
                      <a:endParaRPr sz="1200">
                        <a:solidFill>
                          <a:schemeClr val="accent2"/>
                        </a:solidFill>
                        <a:latin typeface="Audiowide"/>
                        <a:ea typeface="Audiowide"/>
                        <a:cs typeface="Audiowide"/>
                        <a:sym typeface="Audiowide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4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8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Use Vision and Scope as the reference and limit new features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654;p49">
            <a:extLst>
              <a:ext uri="{FF2B5EF4-FFF2-40B4-BE49-F238E27FC236}">
                <a16:creationId xmlns:a16="http://schemas.microsoft.com/office/drawing/2014/main" id="{9013EDFF-1233-C0B4-06ED-892562CFDD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1466" y="1910766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Thank You!</a:t>
            </a:r>
            <a:endParaRPr sz="5000"/>
          </a:p>
        </p:txBody>
      </p:sp>
      <p:sp>
        <p:nvSpPr>
          <p:cNvPr id="7" name="Google Shape;9655;p49">
            <a:extLst>
              <a:ext uri="{FF2B5EF4-FFF2-40B4-BE49-F238E27FC236}">
                <a16:creationId xmlns:a16="http://schemas.microsoft.com/office/drawing/2014/main" id="{FE01032A-322C-1F26-93AF-D1089C06EBE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61466" y="2969466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udiowide"/>
                <a:ea typeface="Audiowide"/>
                <a:cs typeface="Audiowide"/>
                <a:sym typeface="Audiowide"/>
              </a:rPr>
              <a:t>Do you have any questions?</a:t>
            </a:r>
            <a:endParaRPr sz="1800">
              <a:latin typeface="Audiowide"/>
              <a:ea typeface="Audiowide"/>
              <a:cs typeface="Audiowide"/>
              <a:sym typeface="Audiowide"/>
            </a:endParaRPr>
          </a:p>
        </p:txBody>
      </p:sp>
      <p:grpSp>
        <p:nvGrpSpPr>
          <p:cNvPr id="8" name="Google Shape;9657;p49">
            <a:extLst>
              <a:ext uri="{FF2B5EF4-FFF2-40B4-BE49-F238E27FC236}">
                <a16:creationId xmlns:a16="http://schemas.microsoft.com/office/drawing/2014/main" id="{FA8810F0-1CD0-87B3-3EC1-0D51E1CC71E8}"/>
              </a:ext>
            </a:extLst>
          </p:cNvPr>
          <p:cNvGrpSpPr/>
          <p:nvPr/>
        </p:nvGrpSpPr>
        <p:grpSpPr>
          <a:xfrm>
            <a:off x="6078597" y="539459"/>
            <a:ext cx="2219294" cy="4064624"/>
            <a:chOff x="3122950" y="3274475"/>
            <a:chExt cx="725900" cy="1329525"/>
          </a:xfrm>
        </p:grpSpPr>
        <p:sp>
          <p:nvSpPr>
            <p:cNvPr id="9" name="Google Shape;9658;p49">
              <a:extLst>
                <a:ext uri="{FF2B5EF4-FFF2-40B4-BE49-F238E27FC236}">
                  <a16:creationId xmlns:a16="http://schemas.microsoft.com/office/drawing/2014/main" id="{64A84BC2-D9E7-63F9-9992-8476A5619806}"/>
                </a:ext>
              </a:extLst>
            </p:cNvPr>
            <p:cNvSpPr/>
            <p:nvPr/>
          </p:nvSpPr>
          <p:spPr>
            <a:xfrm>
              <a:off x="3280550" y="3470900"/>
              <a:ext cx="25575" cy="23700"/>
            </a:xfrm>
            <a:custGeom>
              <a:avLst/>
              <a:gdLst/>
              <a:ahLst/>
              <a:cxnLst/>
              <a:rect l="l" t="t" r="r" b="b"/>
              <a:pathLst>
                <a:path w="1023" h="948" extrusionOk="0">
                  <a:moveTo>
                    <a:pt x="419" y="0"/>
                  </a:moveTo>
                  <a:cubicBezTo>
                    <a:pt x="358" y="21"/>
                    <a:pt x="297" y="31"/>
                    <a:pt x="235" y="52"/>
                  </a:cubicBezTo>
                  <a:cubicBezTo>
                    <a:pt x="103" y="113"/>
                    <a:pt x="11" y="245"/>
                    <a:pt x="1" y="450"/>
                  </a:cubicBezTo>
                  <a:cubicBezTo>
                    <a:pt x="1" y="740"/>
                    <a:pt x="265" y="947"/>
                    <a:pt x="521" y="947"/>
                  </a:cubicBezTo>
                  <a:cubicBezTo>
                    <a:pt x="563" y="947"/>
                    <a:pt x="604" y="942"/>
                    <a:pt x="644" y="930"/>
                  </a:cubicBezTo>
                  <a:cubicBezTo>
                    <a:pt x="920" y="849"/>
                    <a:pt x="1022" y="501"/>
                    <a:pt x="859" y="245"/>
                  </a:cubicBezTo>
                  <a:cubicBezTo>
                    <a:pt x="767" y="72"/>
                    <a:pt x="583" y="0"/>
                    <a:pt x="4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659;p49">
              <a:extLst>
                <a:ext uri="{FF2B5EF4-FFF2-40B4-BE49-F238E27FC236}">
                  <a16:creationId xmlns:a16="http://schemas.microsoft.com/office/drawing/2014/main" id="{AB8DC018-70A0-E257-EB72-7146F8011E00}"/>
                </a:ext>
              </a:extLst>
            </p:cNvPr>
            <p:cNvSpPr/>
            <p:nvPr/>
          </p:nvSpPr>
          <p:spPr>
            <a:xfrm>
              <a:off x="3258850" y="3472175"/>
              <a:ext cx="37825" cy="28875"/>
            </a:xfrm>
            <a:custGeom>
              <a:avLst/>
              <a:gdLst/>
              <a:ahLst/>
              <a:cxnLst/>
              <a:rect l="l" t="t" r="r" b="b"/>
              <a:pathLst>
                <a:path w="1513" h="1155" extrusionOk="0">
                  <a:moveTo>
                    <a:pt x="1103" y="1"/>
                  </a:moveTo>
                  <a:lnTo>
                    <a:pt x="1103" y="1"/>
                  </a:lnTo>
                  <a:cubicBezTo>
                    <a:pt x="746" y="92"/>
                    <a:pt x="358" y="205"/>
                    <a:pt x="41" y="317"/>
                  </a:cubicBezTo>
                  <a:cubicBezTo>
                    <a:pt x="0" y="623"/>
                    <a:pt x="82" y="971"/>
                    <a:pt x="347" y="1155"/>
                  </a:cubicBezTo>
                  <a:cubicBezTo>
                    <a:pt x="347" y="1155"/>
                    <a:pt x="1185" y="981"/>
                    <a:pt x="1512" y="879"/>
                  </a:cubicBezTo>
                  <a:lnTo>
                    <a:pt x="1512" y="879"/>
                  </a:lnTo>
                  <a:cubicBezTo>
                    <a:pt x="1472" y="891"/>
                    <a:pt x="1431" y="896"/>
                    <a:pt x="1389" y="896"/>
                  </a:cubicBezTo>
                  <a:cubicBezTo>
                    <a:pt x="1133" y="896"/>
                    <a:pt x="869" y="689"/>
                    <a:pt x="869" y="399"/>
                  </a:cubicBezTo>
                  <a:cubicBezTo>
                    <a:pt x="879" y="194"/>
                    <a:pt x="971" y="62"/>
                    <a:pt x="11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660;p49">
              <a:extLst>
                <a:ext uri="{FF2B5EF4-FFF2-40B4-BE49-F238E27FC236}">
                  <a16:creationId xmlns:a16="http://schemas.microsoft.com/office/drawing/2014/main" id="{39DDA874-E78C-72B3-F009-7391CB949B42}"/>
                </a:ext>
              </a:extLst>
            </p:cNvPr>
            <p:cNvSpPr/>
            <p:nvPr/>
          </p:nvSpPr>
          <p:spPr>
            <a:xfrm>
              <a:off x="3174300" y="3467575"/>
              <a:ext cx="61325" cy="86900"/>
            </a:xfrm>
            <a:custGeom>
              <a:avLst/>
              <a:gdLst/>
              <a:ahLst/>
              <a:cxnLst/>
              <a:rect l="l" t="t" r="r" b="b"/>
              <a:pathLst>
                <a:path w="2453" h="3476" extrusionOk="0">
                  <a:moveTo>
                    <a:pt x="1227" y="1"/>
                  </a:moveTo>
                  <a:lnTo>
                    <a:pt x="1227" y="1"/>
                  </a:lnTo>
                  <a:cubicBezTo>
                    <a:pt x="696" y="103"/>
                    <a:pt x="297" y="583"/>
                    <a:pt x="144" y="1094"/>
                  </a:cubicBezTo>
                  <a:cubicBezTo>
                    <a:pt x="1" y="1604"/>
                    <a:pt x="72" y="2176"/>
                    <a:pt x="358" y="2616"/>
                  </a:cubicBezTo>
                  <a:cubicBezTo>
                    <a:pt x="634" y="3025"/>
                    <a:pt x="1094" y="3290"/>
                    <a:pt x="1574" y="3423"/>
                  </a:cubicBezTo>
                  <a:cubicBezTo>
                    <a:pt x="1699" y="3454"/>
                    <a:pt x="1833" y="3476"/>
                    <a:pt x="1965" y="3476"/>
                  </a:cubicBezTo>
                  <a:cubicBezTo>
                    <a:pt x="2136" y="3476"/>
                    <a:pt x="2304" y="3439"/>
                    <a:pt x="2442" y="3341"/>
                  </a:cubicBezTo>
                  <a:lnTo>
                    <a:pt x="2453" y="3331"/>
                  </a:lnTo>
                  <a:cubicBezTo>
                    <a:pt x="2351" y="3280"/>
                    <a:pt x="2248" y="3229"/>
                    <a:pt x="2156" y="3157"/>
                  </a:cubicBezTo>
                  <a:cubicBezTo>
                    <a:pt x="1584" y="2769"/>
                    <a:pt x="1196" y="2105"/>
                    <a:pt x="1084" y="1411"/>
                  </a:cubicBezTo>
                  <a:cubicBezTo>
                    <a:pt x="1012" y="941"/>
                    <a:pt x="1063" y="450"/>
                    <a:pt x="12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661;p49">
              <a:extLst>
                <a:ext uri="{FF2B5EF4-FFF2-40B4-BE49-F238E27FC236}">
                  <a16:creationId xmlns:a16="http://schemas.microsoft.com/office/drawing/2014/main" id="{076C01E2-4A72-F6A0-5B3B-6FB90ABAFD39}"/>
                </a:ext>
              </a:extLst>
            </p:cNvPr>
            <p:cNvSpPr/>
            <p:nvPr/>
          </p:nvSpPr>
          <p:spPr>
            <a:xfrm>
              <a:off x="3223850" y="3442650"/>
              <a:ext cx="106525" cy="99150"/>
            </a:xfrm>
            <a:custGeom>
              <a:avLst/>
              <a:gdLst/>
              <a:ahLst/>
              <a:cxnLst/>
              <a:rect l="l" t="t" r="r" b="b"/>
              <a:pathLst>
                <a:path w="4261" h="3966" extrusionOk="0">
                  <a:moveTo>
                    <a:pt x="2687" y="1130"/>
                  </a:moveTo>
                  <a:cubicBezTo>
                    <a:pt x="2851" y="1130"/>
                    <a:pt x="3035" y="1202"/>
                    <a:pt x="3127" y="1375"/>
                  </a:cubicBezTo>
                  <a:cubicBezTo>
                    <a:pt x="3290" y="1631"/>
                    <a:pt x="3188" y="1979"/>
                    <a:pt x="2912" y="2060"/>
                  </a:cubicBezTo>
                  <a:cubicBezTo>
                    <a:pt x="2585" y="2162"/>
                    <a:pt x="1747" y="2336"/>
                    <a:pt x="1747" y="2336"/>
                  </a:cubicBezTo>
                  <a:cubicBezTo>
                    <a:pt x="1482" y="2152"/>
                    <a:pt x="1400" y="1804"/>
                    <a:pt x="1441" y="1498"/>
                  </a:cubicBezTo>
                  <a:cubicBezTo>
                    <a:pt x="1758" y="1386"/>
                    <a:pt x="2146" y="1273"/>
                    <a:pt x="2503" y="1182"/>
                  </a:cubicBezTo>
                  <a:cubicBezTo>
                    <a:pt x="2555" y="1151"/>
                    <a:pt x="2626" y="1141"/>
                    <a:pt x="2687" y="1130"/>
                  </a:cubicBezTo>
                  <a:close/>
                  <a:moveTo>
                    <a:pt x="1978" y="1"/>
                  </a:moveTo>
                  <a:cubicBezTo>
                    <a:pt x="1852" y="1"/>
                    <a:pt x="1727" y="13"/>
                    <a:pt x="1604" y="37"/>
                  </a:cubicBezTo>
                  <a:cubicBezTo>
                    <a:pt x="573" y="242"/>
                    <a:pt x="1" y="1345"/>
                    <a:pt x="195" y="2336"/>
                  </a:cubicBezTo>
                  <a:cubicBezTo>
                    <a:pt x="367" y="3229"/>
                    <a:pt x="1279" y="3966"/>
                    <a:pt x="2183" y="3966"/>
                  </a:cubicBezTo>
                  <a:cubicBezTo>
                    <a:pt x="2458" y="3966"/>
                    <a:pt x="2732" y="3898"/>
                    <a:pt x="2984" y="3746"/>
                  </a:cubicBezTo>
                  <a:cubicBezTo>
                    <a:pt x="4138" y="3030"/>
                    <a:pt x="4261" y="1468"/>
                    <a:pt x="3300" y="538"/>
                  </a:cubicBezTo>
                  <a:cubicBezTo>
                    <a:pt x="2915" y="168"/>
                    <a:pt x="2441" y="1"/>
                    <a:pt x="19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662;p49">
              <a:extLst>
                <a:ext uri="{FF2B5EF4-FFF2-40B4-BE49-F238E27FC236}">
                  <a16:creationId xmlns:a16="http://schemas.microsoft.com/office/drawing/2014/main" id="{D66FC312-9728-1B2E-C3E0-7EEFF4A62F46}"/>
                </a:ext>
              </a:extLst>
            </p:cNvPr>
            <p:cNvSpPr/>
            <p:nvPr/>
          </p:nvSpPr>
          <p:spPr>
            <a:xfrm>
              <a:off x="3122950" y="3433875"/>
              <a:ext cx="140275" cy="143525"/>
            </a:xfrm>
            <a:custGeom>
              <a:avLst/>
              <a:gdLst/>
              <a:ahLst/>
              <a:cxnLst/>
              <a:rect l="l" t="t" r="r" b="b"/>
              <a:pathLst>
                <a:path w="5611" h="5741" extrusionOk="0">
                  <a:moveTo>
                    <a:pt x="4200" y="0"/>
                  </a:moveTo>
                  <a:lnTo>
                    <a:pt x="4200" y="0"/>
                  </a:lnTo>
                  <a:cubicBezTo>
                    <a:pt x="1585" y="102"/>
                    <a:pt x="1" y="3381"/>
                    <a:pt x="2126" y="5088"/>
                  </a:cubicBezTo>
                  <a:cubicBezTo>
                    <a:pt x="2609" y="5470"/>
                    <a:pt x="3277" y="5741"/>
                    <a:pt x="3965" y="5741"/>
                  </a:cubicBezTo>
                  <a:cubicBezTo>
                    <a:pt x="4527" y="5741"/>
                    <a:pt x="5103" y="5559"/>
                    <a:pt x="5600" y="5108"/>
                  </a:cubicBezTo>
                  <a:lnTo>
                    <a:pt x="5610" y="5068"/>
                  </a:lnTo>
                  <a:cubicBezTo>
                    <a:pt x="5375" y="5027"/>
                    <a:pt x="5150" y="4955"/>
                    <a:pt x="4925" y="4863"/>
                  </a:cubicBezTo>
                  <a:cubicBezTo>
                    <a:pt x="4782" y="4812"/>
                    <a:pt x="4639" y="4750"/>
                    <a:pt x="4507" y="4679"/>
                  </a:cubicBezTo>
                  <a:lnTo>
                    <a:pt x="4496" y="4689"/>
                  </a:lnTo>
                  <a:cubicBezTo>
                    <a:pt x="4358" y="4787"/>
                    <a:pt x="4190" y="4824"/>
                    <a:pt x="4019" y="4824"/>
                  </a:cubicBezTo>
                  <a:cubicBezTo>
                    <a:pt x="3887" y="4824"/>
                    <a:pt x="3753" y="4802"/>
                    <a:pt x="3628" y="4771"/>
                  </a:cubicBezTo>
                  <a:cubicBezTo>
                    <a:pt x="3148" y="4638"/>
                    <a:pt x="2688" y="4373"/>
                    <a:pt x="2412" y="3964"/>
                  </a:cubicBezTo>
                  <a:cubicBezTo>
                    <a:pt x="2126" y="3524"/>
                    <a:pt x="2055" y="2952"/>
                    <a:pt x="2198" y="2442"/>
                  </a:cubicBezTo>
                  <a:cubicBezTo>
                    <a:pt x="2351" y="1931"/>
                    <a:pt x="2750" y="1451"/>
                    <a:pt x="3281" y="1349"/>
                  </a:cubicBezTo>
                  <a:cubicBezTo>
                    <a:pt x="3352" y="1134"/>
                    <a:pt x="3444" y="930"/>
                    <a:pt x="3556" y="736"/>
                  </a:cubicBezTo>
                  <a:cubicBezTo>
                    <a:pt x="3730" y="450"/>
                    <a:pt x="3944" y="205"/>
                    <a:pt x="42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663;p49">
              <a:extLst>
                <a:ext uri="{FF2B5EF4-FFF2-40B4-BE49-F238E27FC236}">
                  <a16:creationId xmlns:a16="http://schemas.microsoft.com/office/drawing/2014/main" id="{3F298488-A520-C10B-65EB-C3F6102CFD10}"/>
                </a:ext>
              </a:extLst>
            </p:cNvPr>
            <p:cNvSpPr/>
            <p:nvPr/>
          </p:nvSpPr>
          <p:spPr>
            <a:xfrm>
              <a:off x="3199575" y="3418675"/>
              <a:ext cx="146900" cy="143400"/>
            </a:xfrm>
            <a:custGeom>
              <a:avLst/>
              <a:gdLst/>
              <a:ahLst/>
              <a:cxnLst/>
              <a:rect l="l" t="t" r="r" b="b"/>
              <a:pathLst>
                <a:path w="5876" h="5736" extrusionOk="0">
                  <a:moveTo>
                    <a:pt x="2949" y="960"/>
                  </a:moveTo>
                  <a:cubicBezTo>
                    <a:pt x="3412" y="960"/>
                    <a:pt x="3886" y="1127"/>
                    <a:pt x="4271" y="1497"/>
                  </a:cubicBezTo>
                  <a:cubicBezTo>
                    <a:pt x="5232" y="2427"/>
                    <a:pt x="5109" y="3989"/>
                    <a:pt x="3955" y="4705"/>
                  </a:cubicBezTo>
                  <a:cubicBezTo>
                    <a:pt x="3703" y="4857"/>
                    <a:pt x="3429" y="4925"/>
                    <a:pt x="3154" y="4925"/>
                  </a:cubicBezTo>
                  <a:cubicBezTo>
                    <a:pt x="2250" y="4925"/>
                    <a:pt x="1338" y="4188"/>
                    <a:pt x="1166" y="3295"/>
                  </a:cubicBezTo>
                  <a:cubicBezTo>
                    <a:pt x="972" y="2304"/>
                    <a:pt x="1544" y="1201"/>
                    <a:pt x="2575" y="996"/>
                  </a:cubicBezTo>
                  <a:cubicBezTo>
                    <a:pt x="2698" y="972"/>
                    <a:pt x="2823" y="960"/>
                    <a:pt x="2949" y="960"/>
                  </a:cubicBezTo>
                  <a:close/>
                  <a:moveTo>
                    <a:pt x="2801" y="0"/>
                  </a:moveTo>
                  <a:cubicBezTo>
                    <a:pt x="2612" y="0"/>
                    <a:pt x="2424" y="20"/>
                    <a:pt x="2239" y="66"/>
                  </a:cubicBezTo>
                  <a:cubicBezTo>
                    <a:pt x="1840" y="179"/>
                    <a:pt x="1462" y="363"/>
                    <a:pt x="1135" y="608"/>
                  </a:cubicBezTo>
                  <a:cubicBezTo>
                    <a:pt x="879" y="813"/>
                    <a:pt x="665" y="1058"/>
                    <a:pt x="491" y="1344"/>
                  </a:cubicBezTo>
                  <a:cubicBezTo>
                    <a:pt x="379" y="1538"/>
                    <a:pt x="287" y="1742"/>
                    <a:pt x="216" y="1957"/>
                  </a:cubicBezTo>
                  <a:cubicBezTo>
                    <a:pt x="52" y="2406"/>
                    <a:pt x="1" y="2897"/>
                    <a:pt x="73" y="3367"/>
                  </a:cubicBezTo>
                  <a:cubicBezTo>
                    <a:pt x="185" y="4061"/>
                    <a:pt x="573" y="4725"/>
                    <a:pt x="1145" y="5113"/>
                  </a:cubicBezTo>
                  <a:cubicBezTo>
                    <a:pt x="1237" y="5185"/>
                    <a:pt x="1340" y="5236"/>
                    <a:pt x="1442" y="5287"/>
                  </a:cubicBezTo>
                  <a:cubicBezTo>
                    <a:pt x="1574" y="5358"/>
                    <a:pt x="1717" y="5420"/>
                    <a:pt x="1860" y="5471"/>
                  </a:cubicBezTo>
                  <a:cubicBezTo>
                    <a:pt x="2085" y="5563"/>
                    <a:pt x="2310" y="5635"/>
                    <a:pt x="2545" y="5676"/>
                  </a:cubicBezTo>
                  <a:cubicBezTo>
                    <a:pt x="2555" y="5685"/>
                    <a:pt x="2575" y="5685"/>
                    <a:pt x="2596" y="5696"/>
                  </a:cubicBezTo>
                  <a:cubicBezTo>
                    <a:pt x="2637" y="5696"/>
                    <a:pt x="2688" y="5706"/>
                    <a:pt x="2739" y="5716"/>
                  </a:cubicBezTo>
                  <a:cubicBezTo>
                    <a:pt x="2838" y="5729"/>
                    <a:pt x="2938" y="5736"/>
                    <a:pt x="3039" y="5736"/>
                  </a:cubicBezTo>
                  <a:cubicBezTo>
                    <a:pt x="3330" y="5736"/>
                    <a:pt x="3623" y="5682"/>
                    <a:pt x="3903" y="5583"/>
                  </a:cubicBezTo>
                  <a:cubicBezTo>
                    <a:pt x="4098" y="5522"/>
                    <a:pt x="4282" y="5430"/>
                    <a:pt x="4445" y="5328"/>
                  </a:cubicBezTo>
                  <a:cubicBezTo>
                    <a:pt x="4956" y="5011"/>
                    <a:pt x="5354" y="4521"/>
                    <a:pt x="5579" y="3969"/>
                  </a:cubicBezTo>
                  <a:cubicBezTo>
                    <a:pt x="5835" y="3356"/>
                    <a:pt x="5876" y="2661"/>
                    <a:pt x="5692" y="2018"/>
                  </a:cubicBezTo>
                  <a:cubicBezTo>
                    <a:pt x="5508" y="1385"/>
                    <a:pt x="5089" y="822"/>
                    <a:pt x="4516" y="475"/>
                  </a:cubicBezTo>
                  <a:cubicBezTo>
                    <a:pt x="4241" y="302"/>
                    <a:pt x="3924" y="189"/>
                    <a:pt x="3608" y="107"/>
                  </a:cubicBezTo>
                  <a:cubicBezTo>
                    <a:pt x="3343" y="41"/>
                    <a:pt x="3072" y="0"/>
                    <a:pt x="28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664;p49">
              <a:extLst>
                <a:ext uri="{FF2B5EF4-FFF2-40B4-BE49-F238E27FC236}">
                  <a16:creationId xmlns:a16="http://schemas.microsoft.com/office/drawing/2014/main" id="{33476F93-E54A-1E45-832C-DB38F64B7F15}"/>
                </a:ext>
              </a:extLst>
            </p:cNvPr>
            <p:cNvSpPr/>
            <p:nvPr/>
          </p:nvSpPr>
          <p:spPr>
            <a:xfrm>
              <a:off x="3680025" y="4485650"/>
              <a:ext cx="80450" cy="102700"/>
            </a:xfrm>
            <a:custGeom>
              <a:avLst/>
              <a:gdLst/>
              <a:ahLst/>
              <a:cxnLst/>
              <a:rect l="l" t="t" r="r" b="b"/>
              <a:pathLst>
                <a:path w="3218" h="4108" extrusionOk="0">
                  <a:moveTo>
                    <a:pt x="1069" y="0"/>
                  </a:moveTo>
                  <a:cubicBezTo>
                    <a:pt x="1036" y="0"/>
                    <a:pt x="1003" y="3"/>
                    <a:pt x="970" y="10"/>
                  </a:cubicBezTo>
                  <a:cubicBezTo>
                    <a:pt x="943" y="7"/>
                    <a:pt x="916" y="5"/>
                    <a:pt x="890" y="5"/>
                  </a:cubicBezTo>
                  <a:cubicBezTo>
                    <a:pt x="683" y="5"/>
                    <a:pt x="515" y="108"/>
                    <a:pt x="388" y="235"/>
                  </a:cubicBezTo>
                  <a:cubicBezTo>
                    <a:pt x="286" y="337"/>
                    <a:pt x="204" y="459"/>
                    <a:pt x="132" y="582"/>
                  </a:cubicBezTo>
                  <a:cubicBezTo>
                    <a:pt x="204" y="766"/>
                    <a:pt x="276" y="960"/>
                    <a:pt x="337" y="1144"/>
                  </a:cubicBezTo>
                  <a:cubicBezTo>
                    <a:pt x="450" y="1461"/>
                    <a:pt x="562" y="1778"/>
                    <a:pt x="541" y="2114"/>
                  </a:cubicBezTo>
                  <a:cubicBezTo>
                    <a:pt x="521" y="2441"/>
                    <a:pt x="337" y="2789"/>
                    <a:pt x="21" y="2881"/>
                  </a:cubicBezTo>
                  <a:cubicBezTo>
                    <a:pt x="30" y="3045"/>
                    <a:pt x="30" y="3208"/>
                    <a:pt x="30" y="3361"/>
                  </a:cubicBezTo>
                  <a:cubicBezTo>
                    <a:pt x="21" y="3586"/>
                    <a:pt x="0" y="3821"/>
                    <a:pt x="102" y="4025"/>
                  </a:cubicBezTo>
                  <a:cubicBezTo>
                    <a:pt x="123" y="4056"/>
                    <a:pt x="143" y="4087"/>
                    <a:pt x="164" y="4107"/>
                  </a:cubicBezTo>
                  <a:cubicBezTo>
                    <a:pt x="316" y="4107"/>
                    <a:pt x="480" y="4107"/>
                    <a:pt x="613" y="4025"/>
                  </a:cubicBezTo>
                  <a:cubicBezTo>
                    <a:pt x="695" y="3984"/>
                    <a:pt x="745" y="3913"/>
                    <a:pt x="817" y="3862"/>
                  </a:cubicBezTo>
                  <a:cubicBezTo>
                    <a:pt x="925" y="3786"/>
                    <a:pt x="1050" y="3757"/>
                    <a:pt x="1180" y="3757"/>
                  </a:cubicBezTo>
                  <a:cubicBezTo>
                    <a:pt x="1348" y="3757"/>
                    <a:pt x="1525" y="3804"/>
                    <a:pt x="1685" y="3862"/>
                  </a:cubicBezTo>
                  <a:cubicBezTo>
                    <a:pt x="1936" y="3963"/>
                    <a:pt x="2195" y="4091"/>
                    <a:pt x="2462" y="4091"/>
                  </a:cubicBezTo>
                  <a:cubicBezTo>
                    <a:pt x="2489" y="4091"/>
                    <a:pt x="2516" y="4089"/>
                    <a:pt x="2544" y="4087"/>
                  </a:cubicBezTo>
                  <a:cubicBezTo>
                    <a:pt x="2830" y="4056"/>
                    <a:pt x="3085" y="3841"/>
                    <a:pt x="3177" y="3576"/>
                  </a:cubicBezTo>
                  <a:lnTo>
                    <a:pt x="3218" y="3565"/>
                  </a:lnTo>
                  <a:lnTo>
                    <a:pt x="3218" y="3535"/>
                  </a:lnTo>
                  <a:cubicBezTo>
                    <a:pt x="3157" y="3320"/>
                    <a:pt x="3065" y="3126"/>
                    <a:pt x="2973" y="2922"/>
                  </a:cubicBezTo>
                  <a:cubicBezTo>
                    <a:pt x="2963" y="2902"/>
                    <a:pt x="2952" y="2881"/>
                    <a:pt x="2952" y="2861"/>
                  </a:cubicBezTo>
                  <a:lnTo>
                    <a:pt x="2942" y="2861"/>
                  </a:lnTo>
                  <a:cubicBezTo>
                    <a:pt x="2513" y="2727"/>
                    <a:pt x="2155" y="2411"/>
                    <a:pt x="1982" y="2002"/>
                  </a:cubicBezTo>
                  <a:cubicBezTo>
                    <a:pt x="1819" y="1594"/>
                    <a:pt x="1839" y="1113"/>
                    <a:pt x="2043" y="725"/>
                  </a:cubicBezTo>
                  <a:cubicBezTo>
                    <a:pt x="2012" y="695"/>
                    <a:pt x="1971" y="664"/>
                    <a:pt x="1941" y="633"/>
                  </a:cubicBezTo>
                  <a:cubicBezTo>
                    <a:pt x="1798" y="490"/>
                    <a:pt x="1676" y="327"/>
                    <a:pt x="1522" y="194"/>
                  </a:cubicBezTo>
                  <a:cubicBezTo>
                    <a:pt x="1394" y="83"/>
                    <a:pt x="1237" y="0"/>
                    <a:pt x="10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665;p49">
              <a:extLst>
                <a:ext uri="{FF2B5EF4-FFF2-40B4-BE49-F238E27FC236}">
                  <a16:creationId xmlns:a16="http://schemas.microsoft.com/office/drawing/2014/main" id="{48A1E75B-F3DA-D093-7EE0-5530499766A5}"/>
                </a:ext>
              </a:extLst>
            </p:cNvPr>
            <p:cNvSpPr/>
            <p:nvPr/>
          </p:nvSpPr>
          <p:spPr>
            <a:xfrm>
              <a:off x="3308650" y="4464950"/>
              <a:ext cx="132325" cy="98750"/>
            </a:xfrm>
            <a:custGeom>
              <a:avLst/>
              <a:gdLst/>
              <a:ahLst/>
              <a:cxnLst/>
              <a:rect l="l" t="t" r="r" b="b"/>
              <a:pathLst>
                <a:path w="5293" h="3950" extrusionOk="0">
                  <a:moveTo>
                    <a:pt x="4169" y="0"/>
                  </a:moveTo>
                  <a:cubicBezTo>
                    <a:pt x="3862" y="450"/>
                    <a:pt x="3556" y="869"/>
                    <a:pt x="3239" y="1298"/>
                  </a:cubicBezTo>
                  <a:cubicBezTo>
                    <a:pt x="3116" y="1451"/>
                    <a:pt x="3004" y="1614"/>
                    <a:pt x="2851" y="1737"/>
                  </a:cubicBezTo>
                  <a:cubicBezTo>
                    <a:pt x="2687" y="1880"/>
                    <a:pt x="2483" y="1982"/>
                    <a:pt x="2278" y="2074"/>
                  </a:cubicBezTo>
                  <a:cubicBezTo>
                    <a:pt x="1768" y="2320"/>
                    <a:pt x="1267" y="2565"/>
                    <a:pt x="757" y="2810"/>
                  </a:cubicBezTo>
                  <a:cubicBezTo>
                    <a:pt x="491" y="2933"/>
                    <a:pt x="225" y="3065"/>
                    <a:pt x="1" y="3260"/>
                  </a:cubicBezTo>
                  <a:cubicBezTo>
                    <a:pt x="7" y="3259"/>
                    <a:pt x="13" y="3259"/>
                    <a:pt x="19" y="3259"/>
                  </a:cubicBezTo>
                  <a:cubicBezTo>
                    <a:pt x="175" y="3259"/>
                    <a:pt x="311" y="3387"/>
                    <a:pt x="409" y="3515"/>
                  </a:cubicBezTo>
                  <a:cubicBezTo>
                    <a:pt x="521" y="3658"/>
                    <a:pt x="614" y="3821"/>
                    <a:pt x="777" y="3903"/>
                  </a:cubicBezTo>
                  <a:cubicBezTo>
                    <a:pt x="852" y="3938"/>
                    <a:pt x="934" y="3950"/>
                    <a:pt x="1019" y="3950"/>
                  </a:cubicBezTo>
                  <a:cubicBezTo>
                    <a:pt x="1084" y="3950"/>
                    <a:pt x="1150" y="3943"/>
                    <a:pt x="1216" y="3934"/>
                  </a:cubicBezTo>
                  <a:cubicBezTo>
                    <a:pt x="1921" y="3873"/>
                    <a:pt x="2626" y="3801"/>
                    <a:pt x="3321" y="3678"/>
                  </a:cubicBezTo>
                  <a:lnTo>
                    <a:pt x="3321" y="3658"/>
                  </a:lnTo>
                  <a:cubicBezTo>
                    <a:pt x="3229" y="3280"/>
                    <a:pt x="3177" y="2861"/>
                    <a:pt x="3361" y="2513"/>
                  </a:cubicBezTo>
                  <a:cubicBezTo>
                    <a:pt x="3504" y="2238"/>
                    <a:pt x="3770" y="2043"/>
                    <a:pt x="4056" y="1900"/>
                  </a:cubicBezTo>
                  <a:cubicBezTo>
                    <a:pt x="4332" y="1757"/>
                    <a:pt x="4628" y="1635"/>
                    <a:pt x="4884" y="1441"/>
                  </a:cubicBezTo>
                  <a:cubicBezTo>
                    <a:pt x="5047" y="1318"/>
                    <a:pt x="5180" y="1165"/>
                    <a:pt x="5262" y="981"/>
                  </a:cubicBezTo>
                  <a:lnTo>
                    <a:pt x="5293" y="971"/>
                  </a:lnTo>
                  <a:cubicBezTo>
                    <a:pt x="5180" y="797"/>
                    <a:pt x="5098" y="593"/>
                    <a:pt x="4966" y="429"/>
                  </a:cubicBezTo>
                  <a:cubicBezTo>
                    <a:pt x="4823" y="256"/>
                    <a:pt x="4628" y="123"/>
                    <a:pt x="4424" y="52"/>
                  </a:cubicBezTo>
                  <a:cubicBezTo>
                    <a:pt x="4342" y="31"/>
                    <a:pt x="4251" y="11"/>
                    <a:pt x="41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666;p49">
              <a:extLst>
                <a:ext uri="{FF2B5EF4-FFF2-40B4-BE49-F238E27FC236}">
                  <a16:creationId xmlns:a16="http://schemas.microsoft.com/office/drawing/2014/main" id="{B303EBC6-B3CE-F95F-437F-E855E504D4F7}"/>
                </a:ext>
              </a:extLst>
            </p:cNvPr>
            <p:cNvSpPr/>
            <p:nvPr/>
          </p:nvSpPr>
          <p:spPr>
            <a:xfrm>
              <a:off x="3264200" y="3558250"/>
              <a:ext cx="184950" cy="168250"/>
            </a:xfrm>
            <a:custGeom>
              <a:avLst/>
              <a:gdLst/>
              <a:ahLst/>
              <a:cxnLst/>
              <a:rect l="l" t="t" r="r" b="b"/>
              <a:pathLst>
                <a:path w="7398" h="6730" extrusionOk="0">
                  <a:moveTo>
                    <a:pt x="1318" y="0"/>
                  </a:moveTo>
                  <a:cubicBezTo>
                    <a:pt x="1038" y="99"/>
                    <a:pt x="745" y="153"/>
                    <a:pt x="454" y="153"/>
                  </a:cubicBezTo>
                  <a:cubicBezTo>
                    <a:pt x="353" y="153"/>
                    <a:pt x="253" y="146"/>
                    <a:pt x="154" y="133"/>
                  </a:cubicBezTo>
                  <a:cubicBezTo>
                    <a:pt x="103" y="123"/>
                    <a:pt x="52" y="113"/>
                    <a:pt x="11" y="113"/>
                  </a:cubicBezTo>
                  <a:lnTo>
                    <a:pt x="1" y="174"/>
                  </a:lnTo>
                  <a:cubicBezTo>
                    <a:pt x="256" y="2095"/>
                    <a:pt x="971" y="3934"/>
                    <a:pt x="1840" y="5671"/>
                  </a:cubicBezTo>
                  <a:cubicBezTo>
                    <a:pt x="2054" y="6079"/>
                    <a:pt x="2310" y="6529"/>
                    <a:pt x="2749" y="6672"/>
                  </a:cubicBezTo>
                  <a:cubicBezTo>
                    <a:pt x="2860" y="6713"/>
                    <a:pt x="2975" y="6729"/>
                    <a:pt x="3090" y="6729"/>
                  </a:cubicBezTo>
                  <a:cubicBezTo>
                    <a:pt x="3291" y="6729"/>
                    <a:pt x="3494" y="6679"/>
                    <a:pt x="3689" y="6620"/>
                  </a:cubicBezTo>
                  <a:cubicBezTo>
                    <a:pt x="5139" y="6191"/>
                    <a:pt x="6324" y="5180"/>
                    <a:pt x="7398" y="4107"/>
                  </a:cubicBezTo>
                  <a:lnTo>
                    <a:pt x="7377" y="4097"/>
                  </a:lnTo>
                  <a:cubicBezTo>
                    <a:pt x="6785" y="3045"/>
                    <a:pt x="5957" y="2136"/>
                    <a:pt x="4966" y="1441"/>
                  </a:cubicBezTo>
                  <a:lnTo>
                    <a:pt x="4966" y="1430"/>
                  </a:lnTo>
                  <a:cubicBezTo>
                    <a:pt x="4690" y="1676"/>
                    <a:pt x="4455" y="1952"/>
                    <a:pt x="4240" y="2248"/>
                  </a:cubicBezTo>
                  <a:cubicBezTo>
                    <a:pt x="3995" y="2616"/>
                    <a:pt x="3781" y="3024"/>
                    <a:pt x="3434" y="3290"/>
                  </a:cubicBezTo>
                  <a:cubicBezTo>
                    <a:pt x="3239" y="2902"/>
                    <a:pt x="3014" y="2524"/>
                    <a:pt x="2769" y="2156"/>
                  </a:cubicBezTo>
                  <a:cubicBezTo>
                    <a:pt x="2524" y="1809"/>
                    <a:pt x="2258" y="1482"/>
                    <a:pt x="2003" y="1135"/>
                  </a:cubicBezTo>
                  <a:cubicBezTo>
                    <a:pt x="1768" y="787"/>
                    <a:pt x="1543" y="440"/>
                    <a:pt x="1339" y="72"/>
                  </a:cubicBezTo>
                  <a:lnTo>
                    <a:pt x="1318" y="0"/>
                  </a:lnTo>
                  <a:close/>
                </a:path>
              </a:pathLst>
            </a:custGeom>
            <a:solidFill>
              <a:srgbClr val="FFC6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667;p49">
              <a:extLst>
                <a:ext uri="{FF2B5EF4-FFF2-40B4-BE49-F238E27FC236}">
                  <a16:creationId xmlns:a16="http://schemas.microsoft.com/office/drawing/2014/main" id="{3B87D376-090F-4ECC-15DE-6DD068FA8DFC}"/>
                </a:ext>
              </a:extLst>
            </p:cNvPr>
            <p:cNvSpPr/>
            <p:nvPr/>
          </p:nvSpPr>
          <p:spPr>
            <a:xfrm>
              <a:off x="3297925" y="4534400"/>
              <a:ext cx="190550" cy="42775"/>
            </a:xfrm>
            <a:custGeom>
              <a:avLst/>
              <a:gdLst/>
              <a:ahLst/>
              <a:cxnLst/>
              <a:rect l="l" t="t" r="r" b="b"/>
              <a:pathLst>
                <a:path w="7622" h="1711" extrusionOk="0">
                  <a:moveTo>
                    <a:pt x="7540" y="1"/>
                  </a:moveTo>
                  <a:cubicBezTo>
                    <a:pt x="6396" y="155"/>
                    <a:pt x="5302" y="573"/>
                    <a:pt x="4179" y="818"/>
                  </a:cubicBezTo>
                  <a:cubicBezTo>
                    <a:pt x="4036" y="849"/>
                    <a:pt x="3893" y="880"/>
                    <a:pt x="3750" y="900"/>
                  </a:cubicBezTo>
                  <a:cubicBezTo>
                    <a:pt x="3055" y="1023"/>
                    <a:pt x="2350" y="1095"/>
                    <a:pt x="1645" y="1156"/>
                  </a:cubicBezTo>
                  <a:cubicBezTo>
                    <a:pt x="1579" y="1165"/>
                    <a:pt x="1513" y="1172"/>
                    <a:pt x="1448" y="1172"/>
                  </a:cubicBezTo>
                  <a:cubicBezTo>
                    <a:pt x="1363" y="1172"/>
                    <a:pt x="1281" y="1160"/>
                    <a:pt x="1206" y="1125"/>
                  </a:cubicBezTo>
                  <a:cubicBezTo>
                    <a:pt x="1043" y="1043"/>
                    <a:pt x="950" y="880"/>
                    <a:pt x="838" y="737"/>
                  </a:cubicBezTo>
                  <a:cubicBezTo>
                    <a:pt x="740" y="609"/>
                    <a:pt x="604" y="481"/>
                    <a:pt x="448" y="481"/>
                  </a:cubicBezTo>
                  <a:cubicBezTo>
                    <a:pt x="442" y="481"/>
                    <a:pt x="436" y="481"/>
                    <a:pt x="430" y="482"/>
                  </a:cubicBezTo>
                  <a:lnTo>
                    <a:pt x="389" y="522"/>
                  </a:lnTo>
                  <a:cubicBezTo>
                    <a:pt x="164" y="737"/>
                    <a:pt x="1" y="1054"/>
                    <a:pt x="41" y="1360"/>
                  </a:cubicBezTo>
                  <a:cubicBezTo>
                    <a:pt x="41" y="1421"/>
                    <a:pt x="62" y="1472"/>
                    <a:pt x="103" y="1513"/>
                  </a:cubicBezTo>
                  <a:cubicBezTo>
                    <a:pt x="133" y="1544"/>
                    <a:pt x="184" y="1564"/>
                    <a:pt x="235" y="1574"/>
                  </a:cubicBezTo>
                  <a:cubicBezTo>
                    <a:pt x="613" y="1675"/>
                    <a:pt x="999" y="1710"/>
                    <a:pt x="1388" y="1710"/>
                  </a:cubicBezTo>
                  <a:cubicBezTo>
                    <a:pt x="1831" y="1710"/>
                    <a:pt x="2277" y="1664"/>
                    <a:pt x="2718" y="1615"/>
                  </a:cubicBezTo>
                  <a:cubicBezTo>
                    <a:pt x="3290" y="1544"/>
                    <a:pt x="3862" y="1472"/>
                    <a:pt x="4424" y="1329"/>
                  </a:cubicBezTo>
                  <a:cubicBezTo>
                    <a:pt x="4700" y="1258"/>
                    <a:pt x="4975" y="1166"/>
                    <a:pt x="5262" y="1145"/>
                  </a:cubicBezTo>
                  <a:cubicBezTo>
                    <a:pt x="5320" y="1141"/>
                    <a:pt x="5379" y="1139"/>
                    <a:pt x="5438" y="1139"/>
                  </a:cubicBezTo>
                  <a:cubicBezTo>
                    <a:pt x="5635" y="1139"/>
                    <a:pt x="5831" y="1161"/>
                    <a:pt x="6028" y="1176"/>
                  </a:cubicBezTo>
                  <a:cubicBezTo>
                    <a:pt x="6075" y="1178"/>
                    <a:pt x="6123" y="1179"/>
                    <a:pt x="6170" y="1179"/>
                  </a:cubicBezTo>
                  <a:cubicBezTo>
                    <a:pt x="6378" y="1179"/>
                    <a:pt x="6588" y="1164"/>
                    <a:pt x="6805" y="1156"/>
                  </a:cubicBezTo>
                  <a:cubicBezTo>
                    <a:pt x="6948" y="1145"/>
                    <a:pt x="7100" y="1135"/>
                    <a:pt x="7234" y="1074"/>
                  </a:cubicBezTo>
                  <a:cubicBezTo>
                    <a:pt x="7520" y="920"/>
                    <a:pt x="7622" y="563"/>
                    <a:pt x="7581" y="246"/>
                  </a:cubicBezTo>
                  <a:cubicBezTo>
                    <a:pt x="7570" y="164"/>
                    <a:pt x="7561" y="83"/>
                    <a:pt x="75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668;p49">
              <a:extLst>
                <a:ext uri="{FF2B5EF4-FFF2-40B4-BE49-F238E27FC236}">
                  <a16:creationId xmlns:a16="http://schemas.microsoft.com/office/drawing/2014/main" id="{A9E41704-26CD-22F1-4E63-26E7922A13B7}"/>
                </a:ext>
              </a:extLst>
            </p:cNvPr>
            <p:cNvSpPr/>
            <p:nvPr/>
          </p:nvSpPr>
          <p:spPr>
            <a:xfrm>
              <a:off x="3388350" y="3586100"/>
              <a:ext cx="66925" cy="74850"/>
            </a:xfrm>
            <a:custGeom>
              <a:avLst/>
              <a:gdLst/>
              <a:ahLst/>
              <a:cxnLst/>
              <a:rect l="l" t="t" r="r" b="b"/>
              <a:pathLst>
                <a:path w="2677" h="2994" extrusionOk="0">
                  <a:moveTo>
                    <a:pt x="388" y="0"/>
                  </a:moveTo>
                  <a:cubicBezTo>
                    <a:pt x="368" y="10"/>
                    <a:pt x="357" y="21"/>
                    <a:pt x="347" y="30"/>
                  </a:cubicBezTo>
                  <a:cubicBezTo>
                    <a:pt x="225" y="123"/>
                    <a:pt x="112" y="214"/>
                    <a:pt x="0" y="316"/>
                  </a:cubicBezTo>
                  <a:lnTo>
                    <a:pt x="0" y="327"/>
                  </a:lnTo>
                  <a:cubicBezTo>
                    <a:pt x="991" y="1022"/>
                    <a:pt x="1819" y="1931"/>
                    <a:pt x="2411" y="2983"/>
                  </a:cubicBezTo>
                  <a:lnTo>
                    <a:pt x="2432" y="2993"/>
                  </a:lnTo>
                  <a:cubicBezTo>
                    <a:pt x="2513" y="2911"/>
                    <a:pt x="2595" y="2820"/>
                    <a:pt x="2677" y="2738"/>
                  </a:cubicBezTo>
                  <a:cubicBezTo>
                    <a:pt x="2666" y="2625"/>
                    <a:pt x="2656" y="2523"/>
                    <a:pt x="2636" y="2411"/>
                  </a:cubicBezTo>
                  <a:lnTo>
                    <a:pt x="2605" y="2411"/>
                  </a:lnTo>
                  <a:cubicBezTo>
                    <a:pt x="2033" y="1481"/>
                    <a:pt x="1277" y="664"/>
                    <a:pt x="398" y="21"/>
                  </a:cubicBezTo>
                  <a:lnTo>
                    <a:pt x="38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669;p49">
              <a:extLst>
                <a:ext uri="{FF2B5EF4-FFF2-40B4-BE49-F238E27FC236}">
                  <a16:creationId xmlns:a16="http://schemas.microsoft.com/office/drawing/2014/main" id="{24026EC0-A188-84B6-CCAD-7831928F7893}"/>
                </a:ext>
              </a:extLst>
            </p:cNvPr>
            <p:cNvSpPr/>
            <p:nvPr/>
          </p:nvSpPr>
          <p:spPr>
            <a:xfrm>
              <a:off x="3388075" y="4489225"/>
              <a:ext cx="98375" cy="67700"/>
            </a:xfrm>
            <a:custGeom>
              <a:avLst/>
              <a:gdLst/>
              <a:ahLst/>
              <a:cxnLst/>
              <a:rect l="l" t="t" r="r" b="b"/>
              <a:pathLst>
                <a:path w="3935" h="2708" extrusionOk="0">
                  <a:moveTo>
                    <a:pt x="2116" y="0"/>
                  </a:moveTo>
                  <a:lnTo>
                    <a:pt x="2085" y="10"/>
                  </a:lnTo>
                  <a:cubicBezTo>
                    <a:pt x="2003" y="194"/>
                    <a:pt x="1870" y="347"/>
                    <a:pt x="1707" y="470"/>
                  </a:cubicBezTo>
                  <a:cubicBezTo>
                    <a:pt x="1451" y="664"/>
                    <a:pt x="1155" y="786"/>
                    <a:pt x="879" y="929"/>
                  </a:cubicBezTo>
                  <a:cubicBezTo>
                    <a:pt x="593" y="1072"/>
                    <a:pt x="327" y="1267"/>
                    <a:pt x="184" y="1542"/>
                  </a:cubicBezTo>
                  <a:cubicBezTo>
                    <a:pt x="0" y="1890"/>
                    <a:pt x="52" y="2309"/>
                    <a:pt x="144" y="2687"/>
                  </a:cubicBezTo>
                  <a:lnTo>
                    <a:pt x="144" y="2707"/>
                  </a:lnTo>
                  <a:cubicBezTo>
                    <a:pt x="287" y="2687"/>
                    <a:pt x="430" y="2656"/>
                    <a:pt x="573" y="2625"/>
                  </a:cubicBezTo>
                  <a:cubicBezTo>
                    <a:pt x="1696" y="2380"/>
                    <a:pt x="2790" y="1962"/>
                    <a:pt x="3934" y="1808"/>
                  </a:cubicBezTo>
                  <a:cubicBezTo>
                    <a:pt x="3873" y="1583"/>
                    <a:pt x="3791" y="1358"/>
                    <a:pt x="3740" y="1124"/>
                  </a:cubicBezTo>
                  <a:cubicBezTo>
                    <a:pt x="3678" y="848"/>
                    <a:pt x="3669" y="572"/>
                    <a:pt x="3607" y="296"/>
                  </a:cubicBezTo>
                  <a:cubicBezTo>
                    <a:pt x="3597" y="245"/>
                    <a:pt x="3576" y="184"/>
                    <a:pt x="3535" y="164"/>
                  </a:cubicBezTo>
                  <a:cubicBezTo>
                    <a:pt x="3535" y="153"/>
                    <a:pt x="3526" y="153"/>
                    <a:pt x="3526" y="153"/>
                  </a:cubicBezTo>
                  <a:cubicBezTo>
                    <a:pt x="3516" y="150"/>
                    <a:pt x="3506" y="149"/>
                    <a:pt x="3496" y="149"/>
                  </a:cubicBezTo>
                  <a:cubicBezTo>
                    <a:pt x="3432" y="149"/>
                    <a:pt x="3364" y="201"/>
                    <a:pt x="3311" y="245"/>
                  </a:cubicBezTo>
                  <a:cubicBezTo>
                    <a:pt x="3178" y="363"/>
                    <a:pt x="2999" y="421"/>
                    <a:pt x="2819" y="421"/>
                  </a:cubicBezTo>
                  <a:cubicBezTo>
                    <a:pt x="2639" y="421"/>
                    <a:pt x="2458" y="363"/>
                    <a:pt x="2320" y="245"/>
                  </a:cubicBezTo>
                  <a:cubicBezTo>
                    <a:pt x="2238" y="173"/>
                    <a:pt x="2166" y="92"/>
                    <a:pt x="21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670;p49">
              <a:extLst>
                <a:ext uri="{FF2B5EF4-FFF2-40B4-BE49-F238E27FC236}">
                  <a16:creationId xmlns:a16="http://schemas.microsoft.com/office/drawing/2014/main" id="{A159A649-05DA-242F-40E2-69C563DCB861}"/>
                </a:ext>
              </a:extLst>
            </p:cNvPr>
            <p:cNvSpPr/>
            <p:nvPr/>
          </p:nvSpPr>
          <p:spPr>
            <a:xfrm>
              <a:off x="3398050" y="3485975"/>
              <a:ext cx="378025" cy="401000"/>
            </a:xfrm>
            <a:custGeom>
              <a:avLst/>
              <a:gdLst/>
              <a:ahLst/>
              <a:cxnLst/>
              <a:rect l="l" t="t" r="r" b="b"/>
              <a:pathLst>
                <a:path w="15121" h="16040" extrusionOk="0">
                  <a:moveTo>
                    <a:pt x="10012" y="0"/>
                  </a:moveTo>
                  <a:cubicBezTo>
                    <a:pt x="9808" y="470"/>
                    <a:pt x="9511" y="899"/>
                    <a:pt x="9195" y="1297"/>
                  </a:cubicBezTo>
                  <a:cubicBezTo>
                    <a:pt x="8837" y="1747"/>
                    <a:pt x="8449" y="2176"/>
                    <a:pt x="7979" y="2514"/>
                  </a:cubicBezTo>
                  <a:cubicBezTo>
                    <a:pt x="7509" y="2850"/>
                    <a:pt x="6968" y="3086"/>
                    <a:pt x="6385" y="3127"/>
                  </a:cubicBezTo>
                  <a:cubicBezTo>
                    <a:pt x="6317" y="3133"/>
                    <a:pt x="6249" y="3136"/>
                    <a:pt x="6181" y="3136"/>
                  </a:cubicBezTo>
                  <a:cubicBezTo>
                    <a:pt x="5673" y="3136"/>
                    <a:pt x="5160" y="2969"/>
                    <a:pt x="4782" y="2636"/>
                  </a:cubicBezTo>
                  <a:cubicBezTo>
                    <a:pt x="4424" y="2319"/>
                    <a:pt x="4209" y="1880"/>
                    <a:pt x="4005" y="1451"/>
                  </a:cubicBezTo>
                  <a:lnTo>
                    <a:pt x="4005" y="1420"/>
                  </a:lnTo>
                  <a:cubicBezTo>
                    <a:pt x="3556" y="1420"/>
                    <a:pt x="3106" y="1431"/>
                    <a:pt x="2677" y="1563"/>
                  </a:cubicBezTo>
                  <a:cubicBezTo>
                    <a:pt x="1788" y="1849"/>
                    <a:pt x="1134" y="2605"/>
                    <a:pt x="613" y="3372"/>
                  </a:cubicBezTo>
                  <a:cubicBezTo>
                    <a:pt x="532" y="3494"/>
                    <a:pt x="450" y="3617"/>
                    <a:pt x="348" y="3719"/>
                  </a:cubicBezTo>
                  <a:cubicBezTo>
                    <a:pt x="246" y="3831"/>
                    <a:pt x="112" y="3913"/>
                    <a:pt x="0" y="4005"/>
                  </a:cubicBezTo>
                  <a:lnTo>
                    <a:pt x="10" y="4026"/>
                  </a:lnTo>
                  <a:cubicBezTo>
                    <a:pt x="889" y="4669"/>
                    <a:pt x="1645" y="5486"/>
                    <a:pt x="2217" y="6416"/>
                  </a:cubicBezTo>
                  <a:lnTo>
                    <a:pt x="2248" y="6416"/>
                  </a:lnTo>
                  <a:cubicBezTo>
                    <a:pt x="2268" y="6528"/>
                    <a:pt x="2278" y="6630"/>
                    <a:pt x="2289" y="6743"/>
                  </a:cubicBezTo>
                  <a:cubicBezTo>
                    <a:pt x="2411" y="7897"/>
                    <a:pt x="2360" y="9062"/>
                    <a:pt x="2064" y="10186"/>
                  </a:cubicBezTo>
                  <a:cubicBezTo>
                    <a:pt x="1931" y="10676"/>
                    <a:pt x="1747" y="11157"/>
                    <a:pt x="1665" y="11657"/>
                  </a:cubicBezTo>
                  <a:cubicBezTo>
                    <a:pt x="1604" y="12025"/>
                    <a:pt x="1594" y="12392"/>
                    <a:pt x="1563" y="12760"/>
                  </a:cubicBezTo>
                  <a:cubicBezTo>
                    <a:pt x="1481" y="13537"/>
                    <a:pt x="1267" y="14333"/>
                    <a:pt x="787" y="14957"/>
                  </a:cubicBezTo>
                  <a:cubicBezTo>
                    <a:pt x="736" y="15018"/>
                    <a:pt x="675" y="15110"/>
                    <a:pt x="695" y="15192"/>
                  </a:cubicBezTo>
                  <a:cubicBezTo>
                    <a:pt x="725" y="15273"/>
                    <a:pt x="827" y="15304"/>
                    <a:pt x="920" y="15314"/>
                  </a:cubicBezTo>
                  <a:lnTo>
                    <a:pt x="930" y="15325"/>
                  </a:lnTo>
                  <a:cubicBezTo>
                    <a:pt x="1081" y="15342"/>
                    <a:pt x="1233" y="15350"/>
                    <a:pt x="1384" y="15350"/>
                  </a:cubicBezTo>
                  <a:cubicBezTo>
                    <a:pt x="2372" y="15350"/>
                    <a:pt x="3349" y="15021"/>
                    <a:pt x="4342" y="14978"/>
                  </a:cubicBezTo>
                  <a:cubicBezTo>
                    <a:pt x="4438" y="14972"/>
                    <a:pt x="4535" y="14970"/>
                    <a:pt x="4631" y="14970"/>
                  </a:cubicBezTo>
                  <a:cubicBezTo>
                    <a:pt x="5696" y="14970"/>
                    <a:pt x="6744" y="15265"/>
                    <a:pt x="7775" y="15509"/>
                  </a:cubicBezTo>
                  <a:cubicBezTo>
                    <a:pt x="8541" y="15693"/>
                    <a:pt x="9307" y="15836"/>
                    <a:pt x="10083" y="15968"/>
                  </a:cubicBezTo>
                  <a:cubicBezTo>
                    <a:pt x="10135" y="15968"/>
                    <a:pt x="10176" y="15979"/>
                    <a:pt x="10226" y="15989"/>
                  </a:cubicBezTo>
                  <a:cubicBezTo>
                    <a:pt x="10431" y="16020"/>
                    <a:pt x="10646" y="16040"/>
                    <a:pt x="10860" y="16040"/>
                  </a:cubicBezTo>
                  <a:cubicBezTo>
                    <a:pt x="11034" y="16029"/>
                    <a:pt x="11218" y="16009"/>
                    <a:pt x="11391" y="15948"/>
                  </a:cubicBezTo>
                  <a:cubicBezTo>
                    <a:pt x="11422" y="15938"/>
                    <a:pt x="11463" y="15917"/>
                    <a:pt x="11493" y="15886"/>
                  </a:cubicBezTo>
                  <a:cubicBezTo>
                    <a:pt x="11534" y="15825"/>
                    <a:pt x="11493" y="15743"/>
                    <a:pt x="11463" y="15682"/>
                  </a:cubicBezTo>
                  <a:cubicBezTo>
                    <a:pt x="11279" y="15304"/>
                    <a:pt x="11085" y="14926"/>
                    <a:pt x="10901" y="14558"/>
                  </a:cubicBezTo>
                  <a:lnTo>
                    <a:pt x="10891" y="14528"/>
                  </a:lnTo>
                  <a:cubicBezTo>
                    <a:pt x="10523" y="14630"/>
                    <a:pt x="10155" y="14722"/>
                    <a:pt x="9788" y="14814"/>
                  </a:cubicBezTo>
                  <a:cubicBezTo>
                    <a:pt x="9522" y="14875"/>
                    <a:pt x="9266" y="14946"/>
                    <a:pt x="9011" y="15008"/>
                  </a:cubicBezTo>
                  <a:cubicBezTo>
                    <a:pt x="8972" y="15014"/>
                    <a:pt x="8929" y="15022"/>
                    <a:pt x="8891" y="15022"/>
                  </a:cubicBezTo>
                  <a:cubicBezTo>
                    <a:pt x="8859" y="15022"/>
                    <a:pt x="8830" y="15016"/>
                    <a:pt x="8807" y="14998"/>
                  </a:cubicBezTo>
                  <a:cubicBezTo>
                    <a:pt x="8725" y="14946"/>
                    <a:pt x="8735" y="14824"/>
                    <a:pt x="8796" y="14753"/>
                  </a:cubicBezTo>
                  <a:cubicBezTo>
                    <a:pt x="8848" y="14681"/>
                    <a:pt x="8939" y="14651"/>
                    <a:pt x="9032" y="14620"/>
                  </a:cubicBezTo>
                  <a:cubicBezTo>
                    <a:pt x="9532" y="14436"/>
                    <a:pt x="10033" y="14252"/>
                    <a:pt x="10533" y="14078"/>
                  </a:cubicBezTo>
                  <a:cubicBezTo>
                    <a:pt x="10368" y="14043"/>
                    <a:pt x="10201" y="14028"/>
                    <a:pt x="10034" y="14028"/>
                  </a:cubicBezTo>
                  <a:cubicBezTo>
                    <a:pt x="9485" y="14028"/>
                    <a:pt x="8923" y="14180"/>
                    <a:pt x="8367" y="14211"/>
                  </a:cubicBezTo>
                  <a:cubicBezTo>
                    <a:pt x="8352" y="14212"/>
                    <a:pt x="8335" y="14213"/>
                    <a:pt x="8319" y="14213"/>
                  </a:cubicBezTo>
                  <a:cubicBezTo>
                    <a:pt x="8227" y="14213"/>
                    <a:pt x="8128" y="14186"/>
                    <a:pt x="8101" y="14099"/>
                  </a:cubicBezTo>
                  <a:cubicBezTo>
                    <a:pt x="8071" y="13986"/>
                    <a:pt x="8204" y="13904"/>
                    <a:pt x="8306" y="13864"/>
                  </a:cubicBezTo>
                  <a:cubicBezTo>
                    <a:pt x="8878" y="13649"/>
                    <a:pt x="9461" y="13455"/>
                    <a:pt x="10043" y="13302"/>
                  </a:cubicBezTo>
                  <a:cubicBezTo>
                    <a:pt x="9960" y="13293"/>
                    <a:pt x="9877" y="13289"/>
                    <a:pt x="9795" y="13289"/>
                  </a:cubicBezTo>
                  <a:cubicBezTo>
                    <a:pt x="9146" y="13289"/>
                    <a:pt x="8509" y="13548"/>
                    <a:pt x="7856" y="13639"/>
                  </a:cubicBezTo>
                  <a:cubicBezTo>
                    <a:pt x="7829" y="13643"/>
                    <a:pt x="7800" y="13647"/>
                    <a:pt x="7769" y="13647"/>
                  </a:cubicBezTo>
                  <a:cubicBezTo>
                    <a:pt x="7720" y="13647"/>
                    <a:pt x="7670" y="13636"/>
                    <a:pt x="7631" y="13598"/>
                  </a:cubicBezTo>
                  <a:cubicBezTo>
                    <a:pt x="7529" y="13496"/>
                    <a:pt x="7652" y="13332"/>
                    <a:pt x="7775" y="13251"/>
                  </a:cubicBezTo>
                  <a:cubicBezTo>
                    <a:pt x="8367" y="12862"/>
                    <a:pt x="9072" y="12730"/>
                    <a:pt x="9767" y="12607"/>
                  </a:cubicBezTo>
                  <a:cubicBezTo>
                    <a:pt x="9497" y="12547"/>
                    <a:pt x="9219" y="12517"/>
                    <a:pt x="8940" y="12517"/>
                  </a:cubicBezTo>
                  <a:cubicBezTo>
                    <a:pt x="8651" y="12517"/>
                    <a:pt x="8362" y="12550"/>
                    <a:pt x="8081" y="12617"/>
                  </a:cubicBezTo>
                  <a:cubicBezTo>
                    <a:pt x="8012" y="12632"/>
                    <a:pt x="7932" y="12645"/>
                    <a:pt x="7856" y="12645"/>
                  </a:cubicBezTo>
                  <a:cubicBezTo>
                    <a:pt x="7729" y="12645"/>
                    <a:pt x="7613" y="12610"/>
                    <a:pt x="7581" y="12495"/>
                  </a:cubicBezTo>
                  <a:cubicBezTo>
                    <a:pt x="7529" y="12331"/>
                    <a:pt x="7693" y="12199"/>
                    <a:pt x="7846" y="12137"/>
                  </a:cubicBezTo>
                  <a:cubicBezTo>
                    <a:pt x="8122" y="12025"/>
                    <a:pt x="8419" y="11984"/>
                    <a:pt x="8714" y="11963"/>
                  </a:cubicBezTo>
                  <a:cubicBezTo>
                    <a:pt x="9117" y="11923"/>
                    <a:pt x="9526" y="11896"/>
                    <a:pt x="9931" y="11896"/>
                  </a:cubicBezTo>
                  <a:cubicBezTo>
                    <a:pt x="10040" y="11896"/>
                    <a:pt x="10149" y="11898"/>
                    <a:pt x="10257" y="11902"/>
                  </a:cubicBezTo>
                  <a:cubicBezTo>
                    <a:pt x="10278" y="10717"/>
                    <a:pt x="10584" y="9552"/>
                    <a:pt x="11023" y="8449"/>
                  </a:cubicBezTo>
                  <a:cubicBezTo>
                    <a:pt x="11452" y="7356"/>
                    <a:pt x="12035" y="6314"/>
                    <a:pt x="12628" y="5292"/>
                  </a:cubicBezTo>
                  <a:cubicBezTo>
                    <a:pt x="12628" y="5292"/>
                    <a:pt x="12628" y="5282"/>
                    <a:pt x="12617" y="5282"/>
                  </a:cubicBezTo>
                  <a:cubicBezTo>
                    <a:pt x="13250" y="4291"/>
                    <a:pt x="14037" y="3351"/>
                    <a:pt x="15120" y="2891"/>
                  </a:cubicBezTo>
                  <a:cubicBezTo>
                    <a:pt x="14905" y="2595"/>
                    <a:pt x="14712" y="2289"/>
                    <a:pt x="14487" y="2003"/>
                  </a:cubicBezTo>
                  <a:cubicBezTo>
                    <a:pt x="13608" y="879"/>
                    <a:pt x="12249" y="164"/>
                    <a:pt x="10830" y="71"/>
                  </a:cubicBezTo>
                  <a:cubicBezTo>
                    <a:pt x="10625" y="51"/>
                    <a:pt x="10421" y="51"/>
                    <a:pt x="10217" y="31"/>
                  </a:cubicBezTo>
                  <a:cubicBezTo>
                    <a:pt x="10145" y="21"/>
                    <a:pt x="10083" y="21"/>
                    <a:pt x="100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671;p49">
              <a:extLst>
                <a:ext uri="{FF2B5EF4-FFF2-40B4-BE49-F238E27FC236}">
                  <a16:creationId xmlns:a16="http://schemas.microsoft.com/office/drawing/2014/main" id="{F370BD94-1DB3-C65B-8330-381B9E204BB4}"/>
                </a:ext>
              </a:extLst>
            </p:cNvPr>
            <p:cNvSpPr/>
            <p:nvPr/>
          </p:nvSpPr>
          <p:spPr>
            <a:xfrm>
              <a:off x="3402900" y="3860225"/>
              <a:ext cx="313400" cy="595550"/>
            </a:xfrm>
            <a:custGeom>
              <a:avLst/>
              <a:gdLst/>
              <a:ahLst/>
              <a:cxnLst/>
              <a:rect l="l" t="t" r="r" b="b"/>
              <a:pathLst>
                <a:path w="12536" h="23822" extrusionOk="0">
                  <a:moveTo>
                    <a:pt x="4437" y="0"/>
                  </a:moveTo>
                  <a:cubicBezTo>
                    <a:pt x="4341" y="0"/>
                    <a:pt x="4244" y="2"/>
                    <a:pt x="4148" y="8"/>
                  </a:cubicBezTo>
                  <a:cubicBezTo>
                    <a:pt x="3155" y="51"/>
                    <a:pt x="2178" y="380"/>
                    <a:pt x="1190" y="380"/>
                  </a:cubicBezTo>
                  <a:cubicBezTo>
                    <a:pt x="1039" y="380"/>
                    <a:pt x="887" y="372"/>
                    <a:pt x="736" y="355"/>
                  </a:cubicBezTo>
                  <a:lnTo>
                    <a:pt x="726" y="344"/>
                  </a:lnTo>
                  <a:lnTo>
                    <a:pt x="726" y="365"/>
                  </a:lnTo>
                  <a:cubicBezTo>
                    <a:pt x="133" y="3236"/>
                    <a:pt x="0" y="6178"/>
                    <a:pt x="72" y="9110"/>
                  </a:cubicBezTo>
                  <a:cubicBezTo>
                    <a:pt x="92" y="9938"/>
                    <a:pt x="123" y="10765"/>
                    <a:pt x="215" y="11582"/>
                  </a:cubicBezTo>
                  <a:cubicBezTo>
                    <a:pt x="307" y="12410"/>
                    <a:pt x="440" y="13227"/>
                    <a:pt x="521" y="14055"/>
                  </a:cubicBezTo>
                  <a:cubicBezTo>
                    <a:pt x="603" y="14974"/>
                    <a:pt x="613" y="15893"/>
                    <a:pt x="613" y="16813"/>
                  </a:cubicBezTo>
                  <a:cubicBezTo>
                    <a:pt x="624" y="18846"/>
                    <a:pt x="633" y="20869"/>
                    <a:pt x="644" y="22892"/>
                  </a:cubicBezTo>
                  <a:lnTo>
                    <a:pt x="685" y="22892"/>
                  </a:lnTo>
                  <a:cubicBezTo>
                    <a:pt x="1185" y="22892"/>
                    <a:pt x="1686" y="22922"/>
                    <a:pt x="2186" y="22994"/>
                  </a:cubicBezTo>
                  <a:lnTo>
                    <a:pt x="2186" y="22943"/>
                  </a:lnTo>
                  <a:cubicBezTo>
                    <a:pt x="2401" y="21043"/>
                    <a:pt x="2615" y="19142"/>
                    <a:pt x="2861" y="17253"/>
                  </a:cubicBezTo>
                  <a:cubicBezTo>
                    <a:pt x="2983" y="16211"/>
                    <a:pt x="3116" y="15178"/>
                    <a:pt x="3371" y="14167"/>
                  </a:cubicBezTo>
                  <a:cubicBezTo>
                    <a:pt x="3627" y="13176"/>
                    <a:pt x="3984" y="12206"/>
                    <a:pt x="4189" y="11194"/>
                  </a:cubicBezTo>
                  <a:cubicBezTo>
                    <a:pt x="4577" y="9294"/>
                    <a:pt x="4373" y="7241"/>
                    <a:pt x="5139" y="5452"/>
                  </a:cubicBezTo>
                  <a:lnTo>
                    <a:pt x="5190" y="5422"/>
                  </a:lnTo>
                  <a:cubicBezTo>
                    <a:pt x="5262" y="5524"/>
                    <a:pt x="5344" y="5636"/>
                    <a:pt x="5405" y="5759"/>
                  </a:cubicBezTo>
                  <a:cubicBezTo>
                    <a:pt x="5435" y="5810"/>
                    <a:pt x="5466" y="5861"/>
                    <a:pt x="5487" y="5913"/>
                  </a:cubicBezTo>
                  <a:cubicBezTo>
                    <a:pt x="5813" y="6535"/>
                    <a:pt x="5936" y="7250"/>
                    <a:pt x="6100" y="7945"/>
                  </a:cubicBezTo>
                  <a:cubicBezTo>
                    <a:pt x="6488" y="9662"/>
                    <a:pt x="7080" y="11327"/>
                    <a:pt x="7857" y="12910"/>
                  </a:cubicBezTo>
                  <a:cubicBezTo>
                    <a:pt x="8214" y="13616"/>
                    <a:pt x="8602" y="14320"/>
                    <a:pt x="8858" y="15066"/>
                  </a:cubicBezTo>
                  <a:cubicBezTo>
                    <a:pt x="9093" y="15771"/>
                    <a:pt x="9195" y="16506"/>
                    <a:pt x="9358" y="17232"/>
                  </a:cubicBezTo>
                  <a:cubicBezTo>
                    <a:pt x="9828" y="19398"/>
                    <a:pt x="10819" y="21533"/>
                    <a:pt x="11074" y="23699"/>
                  </a:cubicBezTo>
                  <a:lnTo>
                    <a:pt x="11106" y="23699"/>
                  </a:lnTo>
                  <a:cubicBezTo>
                    <a:pt x="11565" y="23709"/>
                    <a:pt x="12035" y="23740"/>
                    <a:pt x="12484" y="23821"/>
                  </a:cubicBezTo>
                  <a:cubicBezTo>
                    <a:pt x="12536" y="21186"/>
                    <a:pt x="12341" y="18529"/>
                    <a:pt x="11719" y="15955"/>
                  </a:cubicBezTo>
                  <a:cubicBezTo>
                    <a:pt x="11340" y="14361"/>
                    <a:pt x="10799" y="12819"/>
                    <a:pt x="10502" y="11205"/>
                  </a:cubicBezTo>
                  <a:cubicBezTo>
                    <a:pt x="9880" y="7863"/>
                    <a:pt x="10329" y="4421"/>
                    <a:pt x="10032" y="1029"/>
                  </a:cubicBezTo>
                  <a:lnTo>
                    <a:pt x="10032" y="1019"/>
                  </a:lnTo>
                  <a:cubicBezTo>
                    <a:pt x="9982" y="1009"/>
                    <a:pt x="9941" y="998"/>
                    <a:pt x="9889" y="998"/>
                  </a:cubicBezTo>
                  <a:cubicBezTo>
                    <a:pt x="9113" y="866"/>
                    <a:pt x="8347" y="723"/>
                    <a:pt x="7581" y="539"/>
                  </a:cubicBezTo>
                  <a:cubicBezTo>
                    <a:pt x="6550" y="295"/>
                    <a:pt x="5502" y="0"/>
                    <a:pt x="44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672;p49">
              <a:extLst>
                <a:ext uri="{FF2B5EF4-FFF2-40B4-BE49-F238E27FC236}">
                  <a16:creationId xmlns:a16="http://schemas.microsoft.com/office/drawing/2014/main" id="{713E6EB2-BE70-92E0-1EAD-5B5ECBD18523}"/>
                </a:ext>
              </a:extLst>
            </p:cNvPr>
            <p:cNvSpPr/>
            <p:nvPr/>
          </p:nvSpPr>
          <p:spPr>
            <a:xfrm>
              <a:off x="3419000" y="4432525"/>
              <a:ext cx="57225" cy="67250"/>
            </a:xfrm>
            <a:custGeom>
              <a:avLst/>
              <a:gdLst/>
              <a:ahLst/>
              <a:cxnLst/>
              <a:rect l="l" t="t" r="r" b="b"/>
              <a:pathLst>
                <a:path w="2289" h="2690" extrusionOk="0">
                  <a:moveTo>
                    <a:pt x="0" y="0"/>
                  </a:moveTo>
                  <a:cubicBezTo>
                    <a:pt x="0" y="450"/>
                    <a:pt x="0" y="899"/>
                    <a:pt x="10" y="1349"/>
                  </a:cubicBezTo>
                  <a:cubicBezTo>
                    <a:pt x="214" y="1420"/>
                    <a:pt x="409" y="1553"/>
                    <a:pt x="552" y="1726"/>
                  </a:cubicBezTo>
                  <a:cubicBezTo>
                    <a:pt x="684" y="1890"/>
                    <a:pt x="766" y="2094"/>
                    <a:pt x="879" y="2268"/>
                  </a:cubicBezTo>
                  <a:cubicBezTo>
                    <a:pt x="929" y="2360"/>
                    <a:pt x="1001" y="2441"/>
                    <a:pt x="1083" y="2513"/>
                  </a:cubicBezTo>
                  <a:cubicBezTo>
                    <a:pt x="1221" y="2631"/>
                    <a:pt x="1402" y="2689"/>
                    <a:pt x="1582" y="2689"/>
                  </a:cubicBezTo>
                  <a:cubicBezTo>
                    <a:pt x="1762" y="2689"/>
                    <a:pt x="1941" y="2631"/>
                    <a:pt x="2074" y="2513"/>
                  </a:cubicBezTo>
                  <a:cubicBezTo>
                    <a:pt x="2127" y="2469"/>
                    <a:pt x="2195" y="2417"/>
                    <a:pt x="2259" y="2417"/>
                  </a:cubicBezTo>
                  <a:cubicBezTo>
                    <a:pt x="2269" y="2417"/>
                    <a:pt x="2279" y="2418"/>
                    <a:pt x="2289" y="2421"/>
                  </a:cubicBezTo>
                  <a:cubicBezTo>
                    <a:pt x="2166" y="1696"/>
                    <a:pt x="2176" y="960"/>
                    <a:pt x="2248" y="235"/>
                  </a:cubicBezTo>
                  <a:lnTo>
                    <a:pt x="2207" y="225"/>
                  </a:lnTo>
                  <a:cubicBezTo>
                    <a:pt x="1982" y="173"/>
                    <a:pt x="1767" y="132"/>
                    <a:pt x="1542" y="102"/>
                  </a:cubicBezTo>
                  <a:cubicBezTo>
                    <a:pt x="1042" y="30"/>
                    <a:pt x="541" y="0"/>
                    <a:pt x="41" y="0"/>
                  </a:cubicBezTo>
                  <a:close/>
                </a:path>
              </a:pathLst>
            </a:custGeom>
            <a:solidFill>
              <a:srgbClr val="FFC6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673;p49">
              <a:extLst>
                <a:ext uri="{FF2B5EF4-FFF2-40B4-BE49-F238E27FC236}">
                  <a16:creationId xmlns:a16="http://schemas.microsoft.com/office/drawing/2014/main" id="{AC64F57C-1B0C-00AA-3C35-E5FAFCF44B00}"/>
                </a:ext>
              </a:extLst>
            </p:cNvPr>
            <p:cNvSpPr/>
            <p:nvPr/>
          </p:nvSpPr>
          <p:spPr>
            <a:xfrm>
              <a:off x="3443000" y="3274475"/>
              <a:ext cx="162700" cy="115575"/>
            </a:xfrm>
            <a:custGeom>
              <a:avLst/>
              <a:gdLst/>
              <a:ahLst/>
              <a:cxnLst/>
              <a:rect l="l" t="t" r="r" b="b"/>
              <a:pathLst>
                <a:path w="6508" h="4623" extrusionOk="0">
                  <a:moveTo>
                    <a:pt x="761" y="0"/>
                  </a:moveTo>
                  <a:cubicBezTo>
                    <a:pt x="742" y="0"/>
                    <a:pt x="724" y="1"/>
                    <a:pt x="705" y="1"/>
                  </a:cubicBezTo>
                  <a:cubicBezTo>
                    <a:pt x="460" y="11"/>
                    <a:pt x="184" y="103"/>
                    <a:pt x="71" y="318"/>
                  </a:cubicBezTo>
                  <a:cubicBezTo>
                    <a:pt x="0" y="471"/>
                    <a:pt x="10" y="644"/>
                    <a:pt x="41" y="819"/>
                  </a:cubicBezTo>
                  <a:cubicBezTo>
                    <a:pt x="184" y="1472"/>
                    <a:pt x="695" y="2024"/>
                    <a:pt x="1338" y="2228"/>
                  </a:cubicBezTo>
                  <a:cubicBezTo>
                    <a:pt x="1390" y="2238"/>
                    <a:pt x="1440" y="2259"/>
                    <a:pt x="1492" y="2269"/>
                  </a:cubicBezTo>
                  <a:cubicBezTo>
                    <a:pt x="1697" y="2311"/>
                    <a:pt x="1906" y="2325"/>
                    <a:pt x="2116" y="2325"/>
                  </a:cubicBezTo>
                  <a:cubicBezTo>
                    <a:pt x="2262" y="2325"/>
                    <a:pt x="2408" y="2318"/>
                    <a:pt x="2554" y="2310"/>
                  </a:cubicBezTo>
                  <a:cubicBezTo>
                    <a:pt x="3147" y="2279"/>
                    <a:pt x="3740" y="2208"/>
                    <a:pt x="4291" y="1973"/>
                  </a:cubicBezTo>
                  <a:cubicBezTo>
                    <a:pt x="4362" y="2095"/>
                    <a:pt x="4353" y="2249"/>
                    <a:pt x="4321" y="2392"/>
                  </a:cubicBezTo>
                  <a:cubicBezTo>
                    <a:pt x="4291" y="2524"/>
                    <a:pt x="4230" y="2657"/>
                    <a:pt x="4189" y="2790"/>
                  </a:cubicBezTo>
                  <a:cubicBezTo>
                    <a:pt x="4169" y="2862"/>
                    <a:pt x="4158" y="2933"/>
                    <a:pt x="4158" y="3005"/>
                  </a:cubicBezTo>
                  <a:cubicBezTo>
                    <a:pt x="4178" y="3107"/>
                    <a:pt x="4240" y="3199"/>
                    <a:pt x="4301" y="3280"/>
                  </a:cubicBezTo>
                  <a:cubicBezTo>
                    <a:pt x="4526" y="3597"/>
                    <a:pt x="4822" y="3873"/>
                    <a:pt x="4996" y="4231"/>
                  </a:cubicBezTo>
                  <a:cubicBezTo>
                    <a:pt x="5037" y="4322"/>
                    <a:pt x="5068" y="4415"/>
                    <a:pt x="5139" y="4496"/>
                  </a:cubicBezTo>
                  <a:cubicBezTo>
                    <a:pt x="5192" y="4567"/>
                    <a:pt x="5269" y="4623"/>
                    <a:pt x="5355" y="4623"/>
                  </a:cubicBezTo>
                  <a:cubicBezTo>
                    <a:pt x="5368" y="4623"/>
                    <a:pt x="5381" y="4622"/>
                    <a:pt x="5395" y="4619"/>
                  </a:cubicBezTo>
                  <a:cubicBezTo>
                    <a:pt x="5425" y="4619"/>
                    <a:pt x="5456" y="4608"/>
                    <a:pt x="5476" y="4588"/>
                  </a:cubicBezTo>
                  <a:cubicBezTo>
                    <a:pt x="5507" y="4353"/>
                    <a:pt x="5588" y="4129"/>
                    <a:pt x="5722" y="3934"/>
                  </a:cubicBezTo>
                  <a:cubicBezTo>
                    <a:pt x="5813" y="3802"/>
                    <a:pt x="5946" y="3679"/>
                    <a:pt x="6099" y="3679"/>
                  </a:cubicBezTo>
                  <a:cubicBezTo>
                    <a:pt x="6201" y="3679"/>
                    <a:pt x="6273" y="3720"/>
                    <a:pt x="6344" y="3771"/>
                  </a:cubicBezTo>
                  <a:lnTo>
                    <a:pt x="6375" y="3771"/>
                  </a:lnTo>
                  <a:cubicBezTo>
                    <a:pt x="6508" y="3516"/>
                    <a:pt x="6508" y="3199"/>
                    <a:pt x="6437" y="2923"/>
                  </a:cubicBezTo>
                  <a:cubicBezTo>
                    <a:pt x="6334" y="2535"/>
                    <a:pt x="6110" y="2177"/>
                    <a:pt x="5803" y="1911"/>
                  </a:cubicBezTo>
                  <a:cubicBezTo>
                    <a:pt x="5752" y="1870"/>
                    <a:pt x="5701" y="1830"/>
                    <a:pt x="5681" y="1779"/>
                  </a:cubicBezTo>
                  <a:cubicBezTo>
                    <a:pt x="5660" y="1727"/>
                    <a:pt x="5650" y="1677"/>
                    <a:pt x="5650" y="1625"/>
                  </a:cubicBezTo>
                  <a:cubicBezTo>
                    <a:pt x="5609" y="1155"/>
                    <a:pt x="5343" y="676"/>
                    <a:pt x="4904" y="492"/>
                  </a:cubicBezTo>
                  <a:cubicBezTo>
                    <a:pt x="4700" y="399"/>
                    <a:pt x="4464" y="379"/>
                    <a:pt x="4240" y="379"/>
                  </a:cubicBezTo>
                  <a:cubicBezTo>
                    <a:pt x="3815" y="379"/>
                    <a:pt x="3389" y="440"/>
                    <a:pt x="2967" y="440"/>
                  </a:cubicBezTo>
                  <a:cubicBezTo>
                    <a:pt x="2791" y="440"/>
                    <a:pt x="2616" y="429"/>
                    <a:pt x="2442" y="399"/>
                  </a:cubicBezTo>
                  <a:cubicBezTo>
                    <a:pt x="1878" y="300"/>
                    <a:pt x="1342" y="0"/>
                    <a:pt x="761" y="0"/>
                  </a:cubicBezTo>
                  <a:close/>
                </a:path>
              </a:pathLst>
            </a:custGeom>
            <a:solidFill>
              <a:srgbClr val="994B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674;p49">
              <a:extLst>
                <a:ext uri="{FF2B5EF4-FFF2-40B4-BE49-F238E27FC236}">
                  <a16:creationId xmlns:a16="http://schemas.microsoft.com/office/drawing/2014/main" id="{D63F55E0-D09B-18AB-2B7F-C6C5ECAD7598}"/>
                </a:ext>
              </a:extLst>
            </p:cNvPr>
            <p:cNvSpPr/>
            <p:nvPr/>
          </p:nvSpPr>
          <p:spPr>
            <a:xfrm>
              <a:off x="3457550" y="3995775"/>
              <a:ext cx="82525" cy="442625"/>
            </a:xfrm>
            <a:custGeom>
              <a:avLst/>
              <a:gdLst/>
              <a:ahLst/>
              <a:cxnLst/>
              <a:rect l="l" t="t" r="r" b="b"/>
              <a:pathLst>
                <a:path w="3301" h="17705" extrusionOk="0">
                  <a:moveTo>
                    <a:pt x="3004" y="0"/>
                  </a:moveTo>
                  <a:lnTo>
                    <a:pt x="2953" y="30"/>
                  </a:lnTo>
                  <a:cubicBezTo>
                    <a:pt x="2187" y="1819"/>
                    <a:pt x="2391" y="3872"/>
                    <a:pt x="2003" y="5772"/>
                  </a:cubicBezTo>
                  <a:cubicBezTo>
                    <a:pt x="1798" y="6784"/>
                    <a:pt x="1441" y="7754"/>
                    <a:pt x="1185" y="8745"/>
                  </a:cubicBezTo>
                  <a:cubicBezTo>
                    <a:pt x="930" y="9756"/>
                    <a:pt x="797" y="10789"/>
                    <a:pt x="675" y="11831"/>
                  </a:cubicBezTo>
                  <a:cubicBezTo>
                    <a:pt x="429" y="13720"/>
                    <a:pt x="215" y="15621"/>
                    <a:pt x="0" y="17521"/>
                  </a:cubicBezTo>
                  <a:lnTo>
                    <a:pt x="0" y="17572"/>
                  </a:lnTo>
                  <a:cubicBezTo>
                    <a:pt x="225" y="17602"/>
                    <a:pt x="440" y="17643"/>
                    <a:pt x="665" y="17695"/>
                  </a:cubicBezTo>
                  <a:lnTo>
                    <a:pt x="706" y="17705"/>
                  </a:lnTo>
                  <a:cubicBezTo>
                    <a:pt x="910" y="15621"/>
                    <a:pt x="1676" y="13547"/>
                    <a:pt x="1768" y="11442"/>
                  </a:cubicBezTo>
                  <a:cubicBezTo>
                    <a:pt x="1798" y="10696"/>
                    <a:pt x="1748" y="9940"/>
                    <a:pt x="1932" y="9215"/>
                  </a:cubicBezTo>
                  <a:cubicBezTo>
                    <a:pt x="2105" y="8510"/>
                    <a:pt x="2493" y="7877"/>
                    <a:pt x="2697" y="7172"/>
                  </a:cubicBezTo>
                  <a:cubicBezTo>
                    <a:pt x="2840" y="6702"/>
                    <a:pt x="2902" y="6212"/>
                    <a:pt x="2953" y="5721"/>
                  </a:cubicBezTo>
                  <a:cubicBezTo>
                    <a:pt x="3147" y="3985"/>
                    <a:pt x="3260" y="2237"/>
                    <a:pt x="3301" y="491"/>
                  </a:cubicBezTo>
                  <a:cubicBezTo>
                    <a:pt x="3280" y="439"/>
                    <a:pt x="3249" y="388"/>
                    <a:pt x="3219" y="337"/>
                  </a:cubicBezTo>
                  <a:cubicBezTo>
                    <a:pt x="3158" y="214"/>
                    <a:pt x="3076" y="102"/>
                    <a:pt x="30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675;p49">
              <a:extLst>
                <a:ext uri="{FF2B5EF4-FFF2-40B4-BE49-F238E27FC236}">
                  <a16:creationId xmlns:a16="http://schemas.microsoft.com/office/drawing/2014/main" id="{526A1D13-818A-E2C9-E16A-FD501B1CA9A3}"/>
                </a:ext>
              </a:extLst>
            </p:cNvPr>
            <p:cNvSpPr/>
            <p:nvPr/>
          </p:nvSpPr>
          <p:spPr>
            <a:xfrm>
              <a:off x="3472875" y="3323775"/>
              <a:ext cx="161200" cy="221675"/>
            </a:xfrm>
            <a:custGeom>
              <a:avLst/>
              <a:gdLst/>
              <a:ahLst/>
              <a:cxnLst/>
              <a:rect l="l" t="t" r="r" b="b"/>
              <a:pathLst>
                <a:path w="6448" h="8867" extrusionOk="0">
                  <a:moveTo>
                    <a:pt x="3096" y="1"/>
                  </a:moveTo>
                  <a:cubicBezTo>
                    <a:pt x="2545" y="236"/>
                    <a:pt x="1952" y="307"/>
                    <a:pt x="1359" y="338"/>
                  </a:cubicBezTo>
                  <a:cubicBezTo>
                    <a:pt x="1213" y="346"/>
                    <a:pt x="1067" y="353"/>
                    <a:pt x="921" y="353"/>
                  </a:cubicBezTo>
                  <a:cubicBezTo>
                    <a:pt x="711" y="353"/>
                    <a:pt x="502" y="339"/>
                    <a:pt x="297" y="297"/>
                  </a:cubicBezTo>
                  <a:lnTo>
                    <a:pt x="256" y="491"/>
                  </a:lnTo>
                  <a:cubicBezTo>
                    <a:pt x="82" y="869"/>
                    <a:pt x="0" y="1298"/>
                    <a:pt x="21" y="1717"/>
                  </a:cubicBezTo>
                  <a:cubicBezTo>
                    <a:pt x="31" y="1962"/>
                    <a:pt x="82" y="2207"/>
                    <a:pt x="93" y="2463"/>
                  </a:cubicBezTo>
                  <a:cubicBezTo>
                    <a:pt x="113" y="2729"/>
                    <a:pt x="113" y="3004"/>
                    <a:pt x="123" y="3280"/>
                  </a:cubicBezTo>
                  <a:cubicBezTo>
                    <a:pt x="164" y="4108"/>
                    <a:pt x="440" y="4925"/>
                    <a:pt x="920" y="5610"/>
                  </a:cubicBezTo>
                  <a:cubicBezTo>
                    <a:pt x="1042" y="5783"/>
                    <a:pt x="1196" y="5957"/>
                    <a:pt x="1390" y="6049"/>
                  </a:cubicBezTo>
                  <a:cubicBezTo>
                    <a:pt x="1518" y="6109"/>
                    <a:pt x="1661" y="6133"/>
                    <a:pt x="1800" y="6133"/>
                  </a:cubicBezTo>
                  <a:cubicBezTo>
                    <a:pt x="1827" y="6133"/>
                    <a:pt x="1854" y="6132"/>
                    <a:pt x="1880" y="6130"/>
                  </a:cubicBezTo>
                  <a:lnTo>
                    <a:pt x="1891" y="6130"/>
                  </a:lnTo>
                  <a:cubicBezTo>
                    <a:pt x="2728" y="6100"/>
                    <a:pt x="3444" y="5528"/>
                    <a:pt x="3975" y="4874"/>
                  </a:cubicBezTo>
                  <a:lnTo>
                    <a:pt x="3985" y="4884"/>
                  </a:lnTo>
                  <a:cubicBezTo>
                    <a:pt x="3832" y="5446"/>
                    <a:pt x="3627" y="6008"/>
                    <a:pt x="3269" y="6457"/>
                  </a:cubicBezTo>
                  <a:cubicBezTo>
                    <a:pt x="2917" y="6911"/>
                    <a:pt x="2386" y="7245"/>
                    <a:pt x="1823" y="7245"/>
                  </a:cubicBezTo>
                  <a:cubicBezTo>
                    <a:pt x="1815" y="7245"/>
                    <a:pt x="1806" y="7245"/>
                    <a:pt x="1798" y="7244"/>
                  </a:cubicBezTo>
                  <a:cubicBezTo>
                    <a:pt x="1757" y="7387"/>
                    <a:pt x="1707" y="7510"/>
                    <a:pt x="1635" y="7642"/>
                  </a:cubicBezTo>
                  <a:cubicBezTo>
                    <a:pt x="1594" y="7735"/>
                    <a:pt x="1533" y="7837"/>
                    <a:pt x="1431" y="7878"/>
                  </a:cubicBezTo>
                  <a:lnTo>
                    <a:pt x="1441" y="7908"/>
                  </a:lnTo>
                  <a:cubicBezTo>
                    <a:pt x="1880" y="8505"/>
                    <a:pt x="2616" y="8867"/>
                    <a:pt x="3359" y="8867"/>
                  </a:cubicBezTo>
                  <a:cubicBezTo>
                    <a:pt x="3531" y="8867"/>
                    <a:pt x="3703" y="8848"/>
                    <a:pt x="3873" y="8807"/>
                  </a:cubicBezTo>
                  <a:cubicBezTo>
                    <a:pt x="4618" y="8634"/>
                    <a:pt x="5231" y="8103"/>
                    <a:pt x="5721" y="7520"/>
                  </a:cubicBezTo>
                  <a:cubicBezTo>
                    <a:pt x="6018" y="7163"/>
                    <a:pt x="6294" y="6774"/>
                    <a:pt x="6447" y="6335"/>
                  </a:cubicBezTo>
                  <a:lnTo>
                    <a:pt x="6447" y="6325"/>
                  </a:lnTo>
                  <a:cubicBezTo>
                    <a:pt x="6059" y="6161"/>
                    <a:pt x="5701" y="5916"/>
                    <a:pt x="5415" y="5599"/>
                  </a:cubicBezTo>
                  <a:cubicBezTo>
                    <a:pt x="4945" y="5088"/>
                    <a:pt x="4679" y="4394"/>
                    <a:pt x="4670" y="3710"/>
                  </a:cubicBezTo>
                  <a:lnTo>
                    <a:pt x="4670" y="3710"/>
                  </a:lnTo>
                  <a:cubicBezTo>
                    <a:pt x="4686" y="3715"/>
                    <a:pt x="4721" y="3723"/>
                    <a:pt x="4761" y="3723"/>
                  </a:cubicBezTo>
                  <a:cubicBezTo>
                    <a:pt x="4794" y="3723"/>
                    <a:pt x="4831" y="3717"/>
                    <a:pt x="4863" y="3699"/>
                  </a:cubicBezTo>
                  <a:cubicBezTo>
                    <a:pt x="4996" y="3648"/>
                    <a:pt x="5037" y="3485"/>
                    <a:pt x="5027" y="3342"/>
                  </a:cubicBezTo>
                  <a:cubicBezTo>
                    <a:pt x="5017" y="3209"/>
                    <a:pt x="4986" y="3065"/>
                    <a:pt x="5017" y="2933"/>
                  </a:cubicBezTo>
                  <a:cubicBezTo>
                    <a:pt x="5078" y="2729"/>
                    <a:pt x="5292" y="2586"/>
                    <a:pt x="5344" y="2381"/>
                  </a:cubicBezTo>
                  <a:cubicBezTo>
                    <a:pt x="5364" y="2300"/>
                    <a:pt x="5354" y="2207"/>
                    <a:pt x="5323" y="2116"/>
                  </a:cubicBezTo>
                  <a:cubicBezTo>
                    <a:pt x="5292" y="2003"/>
                    <a:pt x="5231" y="1880"/>
                    <a:pt x="5149" y="1799"/>
                  </a:cubicBezTo>
                  <a:cubicBezTo>
                    <a:pt x="5078" y="1748"/>
                    <a:pt x="5006" y="1707"/>
                    <a:pt x="4904" y="1707"/>
                  </a:cubicBezTo>
                  <a:cubicBezTo>
                    <a:pt x="4751" y="1707"/>
                    <a:pt x="4618" y="1830"/>
                    <a:pt x="4527" y="1962"/>
                  </a:cubicBezTo>
                  <a:cubicBezTo>
                    <a:pt x="4393" y="2157"/>
                    <a:pt x="4312" y="2381"/>
                    <a:pt x="4281" y="2616"/>
                  </a:cubicBezTo>
                  <a:cubicBezTo>
                    <a:pt x="4261" y="2636"/>
                    <a:pt x="4230" y="2647"/>
                    <a:pt x="4200" y="2647"/>
                  </a:cubicBezTo>
                  <a:cubicBezTo>
                    <a:pt x="4186" y="2650"/>
                    <a:pt x="4173" y="2651"/>
                    <a:pt x="4160" y="2651"/>
                  </a:cubicBezTo>
                  <a:cubicBezTo>
                    <a:pt x="4074" y="2651"/>
                    <a:pt x="3997" y="2595"/>
                    <a:pt x="3944" y="2524"/>
                  </a:cubicBezTo>
                  <a:cubicBezTo>
                    <a:pt x="3873" y="2443"/>
                    <a:pt x="3842" y="2350"/>
                    <a:pt x="3801" y="2259"/>
                  </a:cubicBezTo>
                  <a:cubicBezTo>
                    <a:pt x="3627" y="1901"/>
                    <a:pt x="3331" y="1625"/>
                    <a:pt x="3106" y="1308"/>
                  </a:cubicBezTo>
                  <a:cubicBezTo>
                    <a:pt x="3045" y="1227"/>
                    <a:pt x="2983" y="1135"/>
                    <a:pt x="2963" y="1033"/>
                  </a:cubicBezTo>
                  <a:cubicBezTo>
                    <a:pt x="2963" y="961"/>
                    <a:pt x="2974" y="890"/>
                    <a:pt x="2994" y="818"/>
                  </a:cubicBezTo>
                  <a:cubicBezTo>
                    <a:pt x="3035" y="685"/>
                    <a:pt x="3096" y="552"/>
                    <a:pt x="3126" y="420"/>
                  </a:cubicBezTo>
                  <a:cubicBezTo>
                    <a:pt x="3158" y="277"/>
                    <a:pt x="3167" y="123"/>
                    <a:pt x="3096" y="1"/>
                  </a:cubicBezTo>
                  <a:close/>
                </a:path>
              </a:pathLst>
            </a:custGeom>
            <a:solidFill>
              <a:srgbClr val="FFC6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676;p49">
              <a:extLst>
                <a:ext uri="{FF2B5EF4-FFF2-40B4-BE49-F238E27FC236}">
                  <a16:creationId xmlns:a16="http://schemas.microsoft.com/office/drawing/2014/main" id="{4C98FCF7-FB10-822E-E8FE-65F40C90657D}"/>
                </a:ext>
              </a:extLst>
            </p:cNvPr>
            <p:cNvSpPr/>
            <p:nvPr/>
          </p:nvSpPr>
          <p:spPr>
            <a:xfrm>
              <a:off x="3498175" y="3481875"/>
              <a:ext cx="150200" cy="82500"/>
            </a:xfrm>
            <a:custGeom>
              <a:avLst/>
              <a:gdLst/>
              <a:ahLst/>
              <a:cxnLst/>
              <a:rect l="l" t="t" r="r" b="b"/>
              <a:pathLst>
                <a:path w="6008" h="3300" extrusionOk="0">
                  <a:moveTo>
                    <a:pt x="5435" y="1"/>
                  </a:moveTo>
                  <a:lnTo>
                    <a:pt x="5435" y="11"/>
                  </a:lnTo>
                  <a:cubicBezTo>
                    <a:pt x="5282" y="450"/>
                    <a:pt x="5006" y="839"/>
                    <a:pt x="4709" y="1196"/>
                  </a:cubicBezTo>
                  <a:cubicBezTo>
                    <a:pt x="4219" y="1779"/>
                    <a:pt x="3606" y="2310"/>
                    <a:pt x="2861" y="2483"/>
                  </a:cubicBezTo>
                  <a:cubicBezTo>
                    <a:pt x="2691" y="2524"/>
                    <a:pt x="2519" y="2543"/>
                    <a:pt x="2347" y="2543"/>
                  </a:cubicBezTo>
                  <a:cubicBezTo>
                    <a:pt x="1604" y="2543"/>
                    <a:pt x="868" y="2181"/>
                    <a:pt x="429" y="1584"/>
                  </a:cubicBezTo>
                  <a:lnTo>
                    <a:pt x="419" y="1554"/>
                  </a:lnTo>
                  <a:cubicBezTo>
                    <a:pt x="357" y="1584"/>
                    <a:pt x="286" y="1584"/>
                    <a:pt x="225" y="1584"/>
                  </a:cubicBezTo>
                  <a:lnTo>
                    <a:pt x="0" y="1584"/>
                  </a:lnTo>
                  <a:lnTo>
                    <a:pt x="0" y="1615"/>
                  </a:lnTo>
                  <a:cubicBezTo>
                    <a:pt x="204" y="2044"/>
                    <a:pt x="419" y="2483"/>
                    <a:pt x="777" y="2800"/>
                  </a:cubicBezTo>
                  <a:cubicBezTo>
                    <a:pt x="1155" y="3133"/>
                    <a:pt x="1668" y="3300"/>
                    <a:pt x="2176" y="3300"/>
                  </a:cubicBezTo>
                  <a:cubicBezTo>
                    <a:pt x="2244" y="3300"/>
                    <a:pt x="2312" y="3297"/>
                    <a:pt x="2380" y="3291"/>
                  </a:cubicBezTo>
                  <a:cubicBezTo>
                    <a:pt x="2963" y="3250"/>
                    <a:pt x="3504" y="3014"/>
                    <a:pt x="3974" y="2678"/>
                  </a:cubicBezTo>
                  <a:cubicBezTo>
                    <a:pt x="4444" y="2340"/>
                    <a:pt x="4832" y="1911"/>
                    <a:pt x="5190" y="1461"/>
                  </a:cubicBezTo>
                  <a:cubicBezTo>
                    <a:pt x="5506" y="1063"/>
                    <a:pt x="5803" y="634"/>
                    <a:pt x="6007" y="164"/>
                  </a:cubicBezTo>
                  <a:cubicBezTo>
                    <a:pt x="5813" y="133"/>
                    <a:pt x="5619" y="72"/>
                    <a:pt x="54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677;p49">
              <a:extLst>
                <a:ext uri="{FF2B5EF4-FFF2-40B4-BE49-F238E27FC236}">
                  <a16:creationId xmlns:a16="http://schemas.microsoft.com/office/drawing/2014/main" id="{80598A89-73E6-84CC-B058-FE3D097836C1}"/>
                </a:ext>
              </a:extLst>
            </p:cNvPr>
            <p:cNvSpPr/>
            <p:nvPr/>
          </p:nvSpPr>
          <p:spPr>
            <a:xfrm>
              <a:off x="3517825" y="3445625"/>
              <a:ext cx="54675" cy="59275"/>
            </a:xfrm>
            <a:custGeom>
              <a:avLst/>
              <a:gdLst/>
              <a:ahLst/>
              <a:cxnLst/>
              <a:rect l="l" t="t" r="r" b="b"/>
              <a:pathLst>
                <a:path w="2187" h="2371" extrusionOk="0">
                  <a:moveTo>
                    <a:pt x="2177" y="0"/>
                  </a:moveTo>
                  <a:cubicBezTo>
                    <a:pt x="1646" y="654"/>
                    <a:pt x="930" y="1226"/>
                    <a:pt x="93" y="1256"/>
                  </a:cubicBezTo>
                  <a:lnTo>
                    <a:pt x="93" y="1308"/>
                  </a:lnTo>
                  <a:cubicBezTo>
                    <a:pt x="134" y="1665"/>
                    <a:pt x="103" y="2033"/>
                    <a:pt x="0" y="2370"/>
                  </a:cubicBezTo>
                  <a:cubicBezTo>
                    <a:pt x="8" y="2371"/>
                    <a:pt x="17" y="2371"/>
                    <a:pt x="25" y="2371"/>
                  </a:cubicBezTo>
                  <a:cubicBezTo>
                    <a:pt x="588" y="2371"/>
                    <a:pt x="1119" y="2037"/>
                    <a:pt x="1471" y="1583"/>
                  </a:cubicBezTo>
                  <a:cubicBezTo>
                    <a:pt x="1829" y="1134"/>
                    <a:pt x="2034" y="572"/>
                    <a:pt x="2187" y="10"/>
                  </a:cubicBezTo>
                  <a:lnTo>
                    <a:pt x="2177" y="0"/>
                  </a:lnTo>
                  <a:close/>
                </a:path>
              </a:pathLst>
            </a:custGeom>
            <a:solidFill>
              <a:srgbClr val="BF7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678;p49">
              <a:extLst>
                <a:ext uri="{FF2B5EF4-FFF2-40B4-BE49-F238E27FC236}">
                  <a16:creationId xmlns:a16="http://schemas.microsoft.com/office/drawing/2014/main" id="{8B1977A7-F814-4538-D4EF-8F374F943CE6}"/>
                </a:ext>
              </a:extLst>
            </p:cNvPr>
            <p:cNvSpPr/>
            <p:nvPr/>
          </p:nvSpPr>
          <p:spPr>
            <a:xfrm>
              <a:off x="3586275" y="3568450"/>
              <a:ext cx="262575" cy="293100"/>
            </a:xfrm>
            <a:custGeom>
              <a:avLst/>
              <a:gdLst/>
              <a:ahLst/>
              <a:cxnLst/>
              <a:rect l="l" t="t" r="r" b="b"/>
              <a:pathLst>
                <a:path w="10503" h="11724" extrusionOk="0">
                  <a:moveTo>
                    <a:pt x="7918" y="1"/>
                  </a:moveTo>
                  <a:cubicBezTo>
                    <a:pt x="6897" y="512"/>
                    <a:pt x="6100" y="1401"/>
                    <a:pt x="5446" y="2341"/>
                  </a:cubicBezTo>
                  <a:lnTo>
                    <a:pt x="5435" y="2351"/>
                  </a:lnTo>
                  <a:cubicBezTo>
                    <a:pt x="6018" y="2913"/>
                    <a:pt x="6713" y="3352"/>
                    <a:pt x="7397" y="3791"/>
                  </a:cubicBezTo>
                  <a:lnTo>
                    <a:pt x="7469" y="3832"/>
                  </a:lnTo>
                  <a:cubicBezTo>
                    <a:pt x="6631" y="5272"/>
                    <a:pt x="6079" y="6918"/>
                    <a:pt x="4925" y="8123"/>
                  </a:cubicBezTo>
                  <a:cubicBezTo>
                    <a:pt x="4772" y="8276"/>
                    <a:pt x="4618" y="8419"/>
                    <a:pt x="4424" y="8511"/>
                  </a:cubicBezTo>
                  <a:cubicBezTo>
                    <a:pt x="4208" y="8616"/>
                    <a:pt x="3965" y="8643"/>
                    <a:pt x="3719" y="8643"/>
                  </a:cubicBezTo>
                  <a:cubicBezTo>
                    <a:pt x="3558" y="8643"/>
                    <a:pt x="3396" y="8631"/>
                    <a:pt x="3239" y="8623"/>
                  </a:cubicBezTo>
                  <a:cubicBezTo>
                    <a:pt x="3065" y="8614"/>
                    <a:pt x="2902" y="8603"/>
                    <a:pt x="2728" y="8603"/>
                  </a:cubicBezTo>
                  <a:cubicBezTo>
                    <a:pt x="2620" y="8599"/>
                    <a:pt x="2511" y="8597"/>
                    <a:pt x="2402" y="8597"/>
                  </a:cubicBezTo>
                  <a:cubicBezTo>
                    <a:pt x="1997" y="8597"/>
                    <a:pt x="1588" y="8624"/>
                    <a:pt x="1185" y="8664"/>
                  </a:cubicBezTo>
                  <a:cubicBezTo>
                    <a:pt x="890" y="8685"/>
                    <a:pt x="593" y="8726"/>
                    <a:pt x="317" y="8838"/>
                  </a:cubicBezTo>
                  <a:cubicBezTo>
                    <a:pt x="164" y="8900"/>
                    <a:pt x="0" y="9032"/>
                    <a:pt x="52" y="9196"/>
                  </a:cubicBezTo>
                  <a:cubicBezTo>
                    <a:pt x="84" y="9311"/>
                    <a:pt x="200" y="9346"/>
                    <a:pt x="327" y="9346"/>
                  </a:cubicBezTo>
                  <a:cubicBezTo>
                    <a:pt x="403" y="9346"/>
                    <a:pt x="483" y="9333"/>
                    <a:pt x="552" y="9318"/>
                  </a:cubicBezTo>
                  <a:cubicBezTo>
                    <a:pt x="833" y="9251"/>
                    <a:pt x="1122" y="9218"/>
                    <a:pt x="1411" y="9218"/>
                  </a:cubicBezTo>
                  <a:cubicBezTo>
                    <a:pt x="1690" y="9218"/>
                    <a:pt x="1968" y="9248"/>
                    <a:pt x="2238" y="9308"/>
                  </a:cubicBezTo>
                  <a:cubicBezTo>
                    <a:pt x="1543" y="9431"/>
                    <a:pt x="838" y="9563"/>
                    <a:pt x="246" y="9952"/>
                  </a:cubicBezTo>
                  <a:cubicBezTo>
                    <a:pt x="123" y="10033"/>
                    <a:pt x="0" y="10197"/>
                    <a:pt x="102" y="10299"/>
                  </a:cubicBezTo>
                  <a:cubicBezTo>
                    <a:pt x="141" y="10337"/>
                    <a:pt x="191" y="10348"/>
                    <a:pt x="240" y="10348"/>
                  </a:cubicBezTo>
                  <a:cubicBezTo>
                    <a:pt x="271" y="10348"/>
                    <a:pt x="300" y="10344"/>
                    <a:pt x="327" y="10340"/>
                  </a:cubicBezTo>
                  <a:cubicBezTo>
                    <a:pt x="980" y="10249"/>
                    <a:pt x="1617" y="9990"/>
                    <a:pt x="2266" y="9990"/>
                  </a:cubicBezTo>
                  <a:cubicBezTo>
                    <a:pt x="2348" y="9990"/>
                    <a:pt x="2431" y="9994"/>
                    <a:pt x="2514" y="10003"/>
                  </a:cubicBezTo>
                  <a:cubicBezTo>
                    <a:pt x="1932" y="10156"/>
                    <a:pt x="1349" y="10350"/>
                    <a:pt x="777" y="10565"/>
                  </a:cubicBezTo>
                  <a:cubicBezTo>
                    <a:pt x="675" y="10605"/>
                    <a:pt x="542" y="10687"/>
                    <a:pt x="572" y="10800"/>
                  </a:cubicBezTo>
                  <a:cubicBezTo>
                    <a:pt x="599" y="10887"/>
                    <a:pt x="698" y="10914"/>
                    <a:pt x="790" y="10914"/>
                  </a:cubicBezTo>
                  <a:cubicBezTo>
                    <a:pt x="806" y="10914"/>
                    <a:pt x="823" y="10913"/>
                    <a:pt x="838" y="10912"/>
                  </a:cubicBezTo>
                  <a:cubicBezTo>
                    <a:pt x="1394" y="10881"/>
                    <a:pt x="1956" y="10729"/>
                    <a:pt x="2505" y="10729"/>
                  </a:cubicBezTo>
                  <a:cubicBezTo>
                    <a:pt x="2672" y="10729"/>
                    <a:pt x="2839" y="10744"/>
                    <a:pt x="3004" y="10779"/>
                  </a:cubicBezTo>
                  <a:cubicBezTo>
                    <a:pt x="2504" y="10953"/>
                    <a:pt x="2003" y="11137"/>
                    <a:pt x="1503" y="11321"/>
                  </a:cubicBezTo>
                  <a:cubicBezTo>
                    <a:pt x="1410" y="11352"/>
                    <a:pt x="1319" y="11382"/>
                    <a:pt x="1267" y="11454"/>
                  </a:cubicBezTo>
                  <a:cubicBezTo>
                    <a:pt x="1206" y="11525"/>
                    <a:pt x="1196" y="11647"/>
                    <a:pt x="1278" y="11699"/>
                  </a:cubicBezTo>
                  <a:cubicBezTo>
                    <a:pt x="1301" y="11717"/>
                    <a:pt x="1330" y="11723"/>
                    <a:pt x="1362" y="11723"/>
                  </a:cubicBezTo>
                  <a:cubicBezTo>
                    <a:pt x="1400" y="11723"/>
                    <a:pt x="1443" y="11715"/>
                    <a:pt x="1482" y="11709"/>
                  </a:cubicBezTo>
                  <a:cubicBezTo>
                    <a:pt x="1737" y="11647"/>
                    <a:pt x="1993" y="11576"/>
                    <a:pt x="2259" y="11515"/>
                  </a:cubicBezTo>
                  <a:cubicBezTo>
                    <a:pt x="2626" y="11423"/>
                    <a:pt x="2994" y="11331"/>
                    <a:pt x="3362" y="11229"/>
                  </a:cubicBezTo>
                  <a:cubicBezTo>
                    <a:pt x="3914" y="11075"/>
                    <a:pt x="4445" y="10891"/>
                    <a:pt x="4956" y="10636"/>
                  </a:cubicBezTo>
                  <a:cubicBezTo>
                    <a:pt x="5221" y="10299"/>
                    <a:pt x="5497" y="9849"/>
                    <a:pt x="5885" y="9492"/>
                  </a:cubicBezTo>
                  <a:cubicBezTo>
                    <a:pt x="6069" y="9329"/>
                    <a:pt x="6284" y="9175"/>
                    <a:pt x="6488" y="9032"/>
                  </a:cubicBezTo>
                  <a:cubicBezTo>
                    <a:pt x="6804" y="8807"/>
                    <a:pt x="7111" y="8573"/>
                    <a:pt x="7408" y="8337"/>
                  </a:cubicBezTo>
                  <a:cubicBezTo>
                    <a:pt x="7867" y="7990"/>
                    <a:pt x="8327" y="7643"/>
                    <a:pt x="8715" y="7224"/>
                  </a:cubicBezTo>
                  <a:cubicBezTo>
                    <a:pt x="9195" y="6713"/>
                    <a:pt x="9553" y="6110"/>
                    <a:pt x="9921" y="5508"/>
                  </a:cubicBezTo>
                  <a:lnTo>
                    <a:pt x="10411" y="4711"/>
                  </a:lnTo>
                  <a:cubicBezTo>
                    <a:pt x="10452" y="4629"/>
                    <a:pt x="10503" y="4548"/>
                    <a:pt x="10503" y="4455"/>
                  </a:cubicBezTo>
                  <a:cubicBezTo>
                    <a:pt x="10503" y="4373"/>
                    <a:pt x="10462" y="4292"/>
                    <a:pt x="10421" y="4221"/>
                  </a:cubicBezTo>
                  <a:cubicBezTo>
                    <a:pt x="10125" y="3689"/>
                    <a:pt x="9839" y="3147"/>
                    <a:pt x="9542" y="2616"/>
                  </a:cubicBezTo>
                  <a:cubicBezTo>
                    <a:pt x="9246" y="1962"/>
                    <a:pt x="8909" y="1247"/>
                    <a:pt x="8429" y="624"/>
                  </a:cubicBezTo>
                  <a:cubicBezTo>
                    <a:pt x="8266" y="409"/>
                    <a:pt x="8092" y="216"/>
                    <a:pt x="7918" y="1"/>
                  </a:cubicBezTo>
                  <a:close/>
                </a:path>
              </a:pathLst>
            </a:custGeom>
            <a:solidFill>
              <a:srgbClr val="FFC6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679;p49">
              <a:extLst>
                <a:ext uri="{FF2B5EF4-FFF2-40B4-BE49-F238E27FC236}">
                  <a16:creationId xmlns:a16="http://schemas.microsoft.com/office/drawing/2014/main" id="{350F8BC7-0C25-1E0D-921F-0B164DAD4EF7}"/>
                </a:ext>
              </a:extLst>
            </p:cNvPr>
            <p:cNvSpPr/>
            <p:nvPr/>
          </p:nvSpPr>
          <p:spPr>
            <a:xfrm>
              <a:off x="3649875" y="3885675"/>
              <a:ext cx="81750" cy="574700"/>
            </a:xfrm>
            <a:custGeom>
              <a:avLst/>
              <a:gdLst/>
              <a:ahLst/>
              <a:cxnLst/>
              <a:rect l="l" t="t" r="r" b="b"/>
              <a:pathLst>
                <a:path w="3270" h="22988" extrusionOk="0">
                  <a:moveTo>
                    <a:pt x="153" y="1"/>
                  </a:moveTo>
                  <a:lnTo>
                    <a:pt x="153" y="11"/>
                  </a:lnTo>
                  <a:cubicBezTo>
                    <a:pt x="450" y="3403"/>
                    <a:pt x="1" y="6845"/>
                    <a:pt x="623" y="10187"/>
                  </a:cubicBezTo>
                  <a:cubicBezTo>
                    <a:pt x="920" y="11801"/>
                    <a:pt x="1461" y="13343"/>
                    <a:pt x="1840" y="14937"/>
                  </a:cubicBezTo>
                  <a:cubicBezTo>
                    <a:pt x="2462" y="17511"/>
                    <a:pt x="2657" y="20168"/>
                    <a:pt x="2605" y="22803"/>
                  </a:cubicBezTo>
                  <a:cubicBezTo>
                    <a:pt x="2820" y="22855"/>
                    <a:pt x="3025" y="22906"/>
                    <a:pt x="3229" y="22987"/>
                  </a:cubicBezTo>
                  <a:lnTo>
                    <a:pt x="3270" y="22987"/>
                  </a:lnTo>
                  <a:cubicBezTo>
                    <a:pt x="3218" y="21976"/>
                    <a:pt x="3270" y="20944"/>
                    <a:pt x="3259" y="19933"/>
                  </a:cubicBezTo>
                  <a:cubicBezTo>
                    <a:pt x="3249" y="17961"/>
                    <a:pt x="3014" y="15999"/>
                    <a:pt x="2555" y="14089"/>
                  </a:cubicBezTo>
                  <a:cubicBezTo>
                    <a:pt x="2350" y="13261"/>
                    <a:pt x="2115" y="12444"/>
                    <a:pt x="2003" y="11596"/>
                  </a:cubicBezTo>
                  <a:cubicBezTo>
                    <a:pt x="1880" y="10697"/>
                    <a:pt x="1911" y="9788"/>
                    <a:pt x="1911" y="8879"/>
                  </a:cubicBezTo>
                  <a:cubicBezTo>
                    <a:pt x="1901" y="5906"/>
                    <a:pt x="1513" y="2943"/>
                    <a:pt x="787" y="62"/>
                  </a:cubicBezTo>
                  <a:lnTo>
                    <a:pt x="787" y="52"/>
                  </a:lnTo>
                  <a:cubicBezTo>
                    <a:pt x="573" y="52"/>
                    <a:pt x="358" y="32"/>
                    <a:pt x="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680;p49">
              <a:extLst>
                <a:ext uri="{FF2B5EF4-FFF2-40B4-BE49-F238E27FC236}">
                  <a16:creationId xmlns:a16="http://schemas.microsoft.com/office/drawing/2014/main" id="{B750F923-FAD7-6534-E710-D2E1E526F5A9}"/>
                </a:ext>
              </a:extLst>
            </p:cNvPr>
            <p:cNvSpPr/>
            <p:nvPr/>
          </p:nvSpPr>
          <p:spPr>
            <a:xfrm>
              <a:off x="3673875" y="4500200"/>
              <a:ext cx="20200" cy="57500"/>
            </a:xfrm>
            <a:custGeom>
              <a:avLst/>
              <a:gdLst/>
              <a:ahLst/>
              <a:cxnLst/>
              <a:rect l="l" t="t" r="r" b="b"/>
              <a:pathLst>
                <a:path w="808" h="2300" extrusionOk="0">
                  <a:moveTo>
                    <a:pt x="378" y="0"/>
                  </a:moveTo>
                  <a:lnTo>
                    <a:pt x="287" y="154"/>
                  </a:lnTo>
                  <a:cubicBezTo>
                    <a:pt x="287" y="163"/>
                    <a:pt x="276" y="174"/>
                    <a:pt x="276" y="184"/>
                  </a:cubicBezTo>
                  <a:cubicBezTo>
                    <a:pt x="205" y="297"/>
                    <a:pt x="144" y="399"/>
                    <a:pt x="113" y="521"/>
                  </a:cubicBezTo>
                  <a:cubicBezTo>
                    <a:pt x="1" y="889"/>
                    <a:pt x="113" y="1287"/>
                    <a:pt x="185" y="1666"/>
                  </a:cubicBezTo>
                  <a:cubicBezTo>
                    <a:pt x="226" y="1880"/>
                    <a:pt x="256" y="2084"/>
                    <a:pt x="267" y="2299"/>
                  </a:cubicBezTo>
                  <a:cubicBezTo>
                    <a:pt x="583" y="2207"/>
                    <a:pt x="767" y="1859"/>
                    <a:pt x="787" y="1532"/>
                  </a:cubicBezTo>
                  <a:cubicBezTo>
                    <a:pt x="808" y="1196"/>
                    <a:pt x="696" y="879"/>
                    <a:pt x="583" y="562"/>
                  </a:cubicBezTo>
                  <a:cubicBezTo>
                    <a:pt x="522" y="378"/>
                    <a:pt x="450" y="184"/>
                    <a:pt x="3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681;p49">
              <a:extLst>
                <a:ext uri="{FF2B5EF4-FFF2-40B4-BE49-F238E27FC236}">
                  <a16:creationId xmlns:a16="http://schemas.microsoft.com/office/drawing/2014/main" id="{794F7C50-C3E9-8ADC-9C39-54C7534A0612}"/>
                </a:ext>
              </a:extLst>
            </p:cNvPr>
            <p:cNvSpPr/>
            <p:nvPr/>
          </p:nvSpPr>
          <p:spPr>
            <a:xfrm>
              <a:off x="3679750" y="4452675"/>
              <a:ext cx="58775" cy="56725"/>
            </a:xfrm>
            <a:custGeom>
              <a:avLst/>
              <a:gdLst/>
              <a:ahLst/>
              <a:cxnLst/>
              <a:rect l="l" t="t" r="r" b="b"/>
              <a:pathLst>
                <a:path w="2351" h="2269" extrusionOk="0">
                  <a:moveTo>
                    <a:pt x="0" y="1"/>
                  </a:moveTo>
                  <a:cubicBezTo>
                    <a:pt x="93" y="686"/>
                    <a:pt x="93" y="1370"/>
                    <a:pt x="0" y="2055"/>
                  </a:cubicBezTo>
                  <a:lnTo>
                    <a:pt x="41" y="2085"/>
                  </a:lnTo>
                  <a:cubicBezTo>
                    <a:pt x="41" y="2075"/>
                    <a:pt x="52" y="2064"/>
                    <a:pt x="52" y="2055"/>
                  </a:cubicBezTo>
                  <a:lnTo>
                    <a:pt x="143" y="1901"/>
                  </a:lnTo>
                  <a:cubicBezTo>
                    <a:pt x="215" y="1778"/>
                    <a:pt x="297" y="1656"/>
                    <a:pt x="399" y="1554"/>
                  </a:cubicBezTo>
                  <a:cubicBezTo>
                    <a:pt x="526" y="1427"/>
                    <a:pt x="694" y="1324"/>
                    <a:pt x="901" y="1324"/>
                  </a:cubicBezTo>
                  <a:cubicBezTo>
                    <a:pt x="927" y="1324"/>
                    <a:pt x="954" y="1326"/>
                    <a:pt x="981" y="1329"/>
                  </a:cubicBezTo>
                  <a:cubicBezTo>
                    <a:pt x="1014" y="1322"/>
                    <a:pt x="1047" y="1319"/>
                    <a:pt x="1080" y="1319"/>
                  </a:cubicBezTo>
                  <a:cubicBezTo>
                    <a:pt x="1248" y="1319"/>
                    <a:pt x="1405" y="1402"/>
                    <a:pt x="1533" y="1513"/>
                  </a:cubicBezTo>
                  <a:cubicBezTo>
                    <a:pt x="1687" y="1646"/>
                    <a:pt x="1809" y="1809"/>
                    <a:pt x="1952" y="1952"/>
                  </a:cubicBezTo>
                  <a:cubicBezTo>
                    <a:pt x="1982" y="1983"/>
                    <a:pt x="2023" y="2014"/>
                    <a:pt x="2054" y="2044"/>
                  </a:cubicBezTo>
                  <a:cubicBezTo>
                    <a:pt x="2146" y="2116"/>
                    <a:pt x="2228" y="2187"/>
                    <a:pt x="2300" y="2269"/>
                  </a:cubicBezTo>
                  <a:lnTo>
                    <a:pt x="2350" y="2218"/>
                  </a:lnTo>
                  <a:cubicBezTo>
                    <a:pt x="2187" y="1595"/>
                    <a:pt x="2116" y="951"/>
                    <a:pt x="2075" y="307"/>
                  </a:cubicBezTo>
                  <a:lnTo>
                    <a:pt x="2034" y="307"/>
                  </a:lnTo>
                  <a:cubicBezTo>
                    <a:pt x="1830" y="226"/>
                    <a:pt x="1625" y="175"/>
                    <a:pt x="1410" y="123"/>
                  </a:cubicBezTo>
                  <a:cubicBezTo>
                    <a:pt x="961" y="42"/>
                    <a:pt x="491" y="11"/>
                    <a:pt x="32" y="1"/>
                  </a:cubicBezTo>
                  <a:close/>
                </a:path>
              </a:pathLst>
            </a:custGeom>
            <a:solidFill>
              <a:srgbClr val="FFC6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682;p49">
              <a:extLst>
                <a:ext uri="{FF2B5EF4-FFF2-40B4-BE49-F238E27FC236}">
                  <a16:creationId xmlns:a16="http://schemas.microsoft.com/office/drawing/2014/main" id="{9532DE55-E91B-5A5A-E9A4-9B7AB4AFB960}"/>
                </a:ext>
              </a:extLst>
            </p:cNvPr>
            <p:cNvSpPr/>
            <p:nvPr/>
          </p:nvSpPr>
          <p:spPr>
            <a:xfrm>
              <a:off x="3684100" y="4574775"/>
              <a:ext cx="77675" cy="29225"/>
            </a:xfrm>
            <a:custGeom>
              <a:avLst/>
              <a:gdLst/>
              <a:ahLst/>
              <a:cxnLst/>
              <a:rect l="l" t="t" r="r" b="b"/>
              <a:pathLst>
                <a:path w="3107" h="1169" extrusionOk="0">
                  <a:moveTo>
                    <a:pt x="3055" y="0"/>
                  </a:moveTo>
                  <a:lnTo>
                    <a:pt x="3014" y="11"/>
                  </a:lnTo>
                  <a:cubicBezTo>
                    <a:pt x="2922" y="276"/>
                    <a:pt x="2667" y="491"/>
                    <a:pt x="2381" y="522"/>
                  </a:cubicBezTo>
                  <a:cubicBezTo>
                    <a:pt x="2353" y="524"/>
                    <a:pt x="2326" y="526"/>
                    <a:pt x="2299" y="526"/>
                  </a:cubicBezTo>
                  <a:cubicBezTo>
                    <a:pt x="2032" y="526"/>
                    <a:pt x="1773" y="398"/>
                    <a:pt x="1522" y="297"/>
                  </a:cubicBezTo>
                  <a:cubicBezTo>
                    <a:pt x="1362" y="239"/>
                    <a:pt x="1185" y="192"/>
                    <a:pt x="1017" y="192"/>
                  </a:cubicBezTo>
                  <a:cubicBezTo>
                    <a:pt x="887" y="192"/>
                    <a:pt x="762" y="221"/>
                    <a:pt x="654" y="297"/>
                  </a:cubicBezTo>
                  <a:cubicBezTo>
                    <a:pt x="582" y="348"/>
                    <a:pt x="532" y="419"/>
                    <a:pt x="450" y="460"/>
                  </a:cubicBezTo>
                  <a:cubicBezTo>
                    <a:pt x="317" y="542"/>
                    <a:pt x="153" y="542"/>
                    <a:pt x="1" y="542"/>
                  </a:cubicBezTo>
                  <a:cubicBezTo>
                    <a:pt x="51" y="624"/>
                    <a:pt x="133" y="695"/>
                    <a:pt x="205" y="756"/>
                  </a:cubicBezTo>
                  <a:cubicBezTo>
                    <a:pt x="599" y="1054"/>
                    <a:pt x="1100" y="1168"/>
                    <a:pt x="1605" y="1168"/>
                  </a:cubicBezTo>
                  <a:cubicBezTo>
                    <a:pt x="1741" y="1168"/>
                    <a:pt x="1878" y="1160"/>
                    <a:pt x="2013" y="1144"/>
                  </a:cubicBezTo>
                  <a:cubicBezTo>
                    <a:pt x="2401" y="1104"/>
                    <a:pt x="2841" y="961"/>
                    <a:pt x="3014" y="613"/>
                  </a:cubicBezTo>
                  <a:cubicBezTo>
                    <a:pt x="3106" y="419"/>
                    <a:pt x="3106" y="204"/>
                    <a:pt x="30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683;p49">
              <a:extLst>
                <a:ext uri="{FF2B5EF4-FFF2-40B4-BE49-F238E27FC236}">
                  <a16:creationId xmlns:a16="http://schemas.microsoft.com/office/drawing/2014/main" id="{A3F387A8-C613-7E96-6F26-0E100B7289B3}"/>
                </a:ext>
              </a:extLst>
            </p:cNvPr>
            <p:cNvSpPr/>
            <p:nvPr/>
          </p:nvSpPr>
          <p:spPr>
            <a:xfrm>
              <a:off x="3713475" y="3558250"/>
              <a:ext cx="70775" cy="68975"/>
            </a:xfrm>
            <a:custGeom>
              <a:avLst/>
              <a:gdLst/>
              <a:ahLst/>
              <a:cxnLst/>
              <a:rect l="l" t="t" r="r" b="b"/>
              <a:pathLst>
                <a:path w="2831" h="2759" extrusionOk="0">
                  <a:moveTo>
                    <a:pt x="2503" y="0"/>
                  </a:moveTo>
                  <a:cubicBezTo>
                    <a:pt x="1420" y="460"/>
                    <a:pt x="633" y="1400"/>
                    <a:pt x="0" y="2391"/>
                  </a:cubicBezTo>
                  <a:cubicBezTo>
                    <a:pt x="11" y="2391"/>
                    <a:pt x="11" y="2401"/>
                    <a:pt x="11" y="2401"/>
                  </a:cubicBezTo>
                  <a:cubicBezTo>
                    <a:pt x="113" y="2524"/>
                    <a:pt x="235" y="2647"/>
                    <a:pt x="347" y="2759"/>
                  </a:cubicBezTo>
                  <a:lnTo>
                    <a:pt x="358" y="2749"/>
                  </a:lnTo>
                  <a:cubicBezTo>
                    <a:pt x="1012" y="1809"/>
                    <a:pt x="1809" y="920"/>
                    <a:pt x="2830" y="409"/>
                  </a:cubicBezTo>
                  <a:cubicBezTo>
                    <a:pt x="2738" y="307"/>
                    <a:pt x="2646" y="195"/>
                    <a:pt x="2565" y="93"/>
                  </a:cubicBezTo>
                  <a:lnTo>
                    <a:pt x="250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684;p49">
              <a:extLst>
                <a:ext uri="{FF2B5EF4-FFF2-40B4-BE49-F238E27FC236}">
                  <a16:creationId xmlns:a16="http://schemas.microsoft.com/office/drawing/2014/main" id="{3AD896AC-6F6F-21DA-A7CF-FE8DF7939948}"/>
                </a:ext>
              </a:extLst>
            </p:cNvPr>
            <p:cNvSpPr/>
            <p:nvPr/>
          </p:nvSpPr>
          <p:spPr>
            <a:xfrm>
              <a:off x="3725475" y="4503775"/>
              <a:ext cx="28375" cy="53400"/>
            </a:xfrm>
            <a:custGeom>
              <a:avLst/>
              <a:gdLst/>
              <a:ahLst/>
              <a:cxnLst/>
              <a:rect l="l" t="t" r="r" b="b"/>
              <a:pathLst>
                <a:path w="1135" h="2136" extrusionOk="0">
                  <a:moveTo>
                    <a:pt x="225" y="0"/>
                  </a:moveTo>
                  <a:cubicBezTo>
                    <a:pt x="21" y="388"/>
                    <a:pt x="1" y="869"/>
                    <a:pt x="164" y="1277"/>
                  </a:cubicBezTo>
                  <a:cubicBezTo>
                    <a:pt x="337" y="1686"/>
                    <a:pt x="695" y="2002"/>
                    <a:pt x="1124" y="2136"/>
                  </a:cubicBezTo>
                  <a:lnTo>
                    <a:pt x="1134" y="2136"/>
                  </a:lnTo>
                  <a:cubicBezTo>
                    <a:pt x="950" y="1707"/>
                    <a:pt x="807" y="1267"/>
                    <a:pt x="716" y="817"/>
                  </a:cubicBezTo>
                  <a:cubicBezTo>
                    <a:pt x="675" y="654"/>
                    <a:pt x="644" y="490"/>
                    <a:pt x="562" y="347"/>
                  </a:cubicBezTo>
                  <a:lnTo>
                    <a:pt x="471" y="225"/>
                  </a:lnTo>
                  <a:cubicBezTo>
                    <a:pt x="399" y="143"/>
                    <a:pt x="317" y="72"/>
                    <a:pt x="2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685;p49">
              <a:extLst>
                <a:ext uri="{FF2B5EF4-FFF2-40B4-BE49-F238E27FC236}">
                  <a16:creationId xmlns:a16="http://schemas.microsoft.com/office/drawing/2014/main" id="{FE29E199-EE6E-4DEF-780E-0C88167222A8}"/>
                </a:ext>
              </a:extLst>
            </p:cNvPr>
            <p:cNvSpPr/>
            <p:nvPr/>
          </p:nvSpPr>
          <p:spPr>
            <a:xfrm>
              <a:off x="3742575" y="3645850"/>
              <a:ext cx="42175" cy="77175"/>
            </a:xfrm>
            <a:custGeom>
              <a:avLst/>
              <a:gdLst/>
              <a:ahLst/>
              <a:cxnLst/>
              <a:rect l="l" t="t" r="r" b="b"/>
              <a:pathLst>
                <a:path w="1687" h="3087" extrusionOk="0">
                  <a:moveTo>
                    <a:pt x="1687" y="1"/>
                  </a:moveTo>
                  <a:lnTo>
                    <a:pt x="1687" y="1"/>
                  </a:lnTo>
                  <a:cubicBezTo>
                    <a:pt x="1503" y="226"/>
                    <a:pt x="1329" y="471"/>
                    <a:pt x="1156" y="705"/>
                  </a:cubicBezTo>
                  <a:cubicBezTo>
                    <a:pt x="992" y="950"/>
                    <a:pt x="849" y="1216"/>
                    <a:pt x="716" y="1472"/>
                  </a:cubicBezTo>
                  <a:cubicBezTo>
                    <a:pt x="583" y="1738"/>
                    <a:pt x="450" y="2003"/>
                    <a:pt x="338" y="2279"/>
                  </a:cubicBezTo>
                  <a:cubicBezTo>
                    <a:pt x="216" y="2544"/>
                    <a:pt x="103" y="2810"/>
                    <a:pt x="1" y="3086"/>
                  </a:cubicBezTo>
                  <a:cubicBezTo>
                    <a:pt x="164" y="2851"/>
                    <a:pt x="318" y="2596"/>
                    <a:pt x="461" y="2330"/>
                  </a:cubicBezTo>
                  <a:cubicBezTo>
                    <a:pt x="604" y="2074"/>
                    <a:pt x="736" y="1819"/>
                    <a:pt x="869" y="1554"/>
                  </a:cubicBezTo>
                  <a:lnTo>
                    <a:pt x="1267" y="777"/>
                  </a:lnTo>
                  <a:cubicBezTo>
                    <a:pt x="1421" y="521"/>
                    <a:pt x="1564" y="266"/>
                    <a:pt x="1687" y="1"/>
                  </a:cubicBezTo>
                  <a:close/>
                </a:path>
              </a:pathLst>
            </a:custGeom>
            <a:solidFill>
              <a:srgbClr val="9756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686;p49">
              <a:extLst>
                <a:ext uri="{FF2B5EF4-FFF2-40B4-BE49-F238E27FC236}">
                  <a16:creationId xmlns:a16="http://schemas.microsoft.com/office/drawing/2014/main" id="{41E03CD9-3656-DCDA-F83B-E7824F81F812}"/>
                </a:ext>
              </a:extLst>
            </p:cNvPr>
            <p:cNvSpPr/>
            <p:nvPr/>
          </p:nvSpPr>
          <p:spPr>
            <a:xfrm>
              <a:off x="3695075" y="3590925"/>
              <a:ext cx="44475" cy="51125"/>
            </a:xfrm>
            <a:custGeom>
              <a:avLst/>
              <a:gdLst/>
              <a:ahLst/>
              <a:cxnLst/>
              <a:rect l="l" t="t" r="r" b="b"/>
              <a:pathLst>
                <a:path w="1779" h="2045" extrusionOk="0">
                  <a:moveTo>
                    <a:pt x="668" y="1138"/>
                  </a:moveTo>
                  <a:cubicBezTo>
                    <a:pt x="671" y="1140"/>
                    <a:pt x="673" y="1143"/>
                    <a:pt x="675" y="1145"/>
                  </a:cubicBezTo>
                  <a:cubicBezTo>
                    <a:pt x="673" y="1143"/>
                    <a:pt x="671" y="1140"/>
                    <a:pt x="668" y="1138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82" y="205"/>
                    <a:pt x="175" y="410"/>
                    <a:pt x="287" y="593"/>
                  </a:cubicBezTo>
                  <a:cubicBezTo>
                    <a:pt x="398" y="785"/>
                    <a:pt x="528" y="966"/>
                    <a:pt x="668" y="1138"/>
                  </a:cubicBezTo>
                  <a:lnTo>
                    <a:pt x="668" y="1138"/>
                  </a:lnTo>
                  <a:cubicBezTo>
                    <a:pt x="661" y="1127"/>
                    <a:pt x="654" y="1111"/>
                    <a:pt x="654" y="1094"/>
                  </a:cubicBezTo>
                  <a:lnTo>
                    <a:pt x="654" y="1094"/>
                  </a:lnTo>
                  <a:lnTo>
                    <a:pt x="675" y="1145"/>
                  </a:lnTo>
                  <a:lnTo>
                    <a:pt x="920" y="1411"/>
                  </a:lnTo>
                  <a:cubicBezTo>
                    <a:pt x="1002" y="1492"/>
                    <a:pt x="1104" y="1574"/>
                    <a:pt x="1196" y="1635"/>
                  </a:cubicBezTo>
                  <a:cubicBezTo>
                    <a:pt x="1380" y="1779"/>
                    <a:pt x="1584" y="1922"/>
                    <a:pt x="1778" y="2044"/>
                  </a:cubicBezTo>
                  <a:cubicBezTo>
                    <a:pt x="1625" y="1860"/>
                    <a:pt x="1462" y="1697"/>
                    <a:pt x="1288" y="1533"/>
                  </a:cubicBezTo>
                  <a:cubicBezTo>
                    <a:pt x="1206" y="1462"/>
                    <a:pt x="1114" y="1380"/>
                    <a:pt x="1043" y="1288"/>
                  </a:cubicBezTo>
                  <a:lnTo>
                    <a:pt x="808" y="1033"/>
                  </a:lnTo>
                  <a:lnTo>
                    <a:pt x="808" y="1033"/>
                  </a:lnTo>
                  <a:lnTo>
                    <a:pt x="809" y="1037"/>
                  </a:lnTo>
                  <a:lnTo>
                    <a:pt x="809" y="1037"/>
                  </a:lnTo>
                  <a:cubicBezTo>
                    <a:pt x="806" y="1032"/>
                    <a:pt x="802" y="1027"/>
                    <a:pt x="797" y="1023"/>
                  </a:cubicBezTo>
                  <a:lnTo>
                    <a:pt x="797" y="1023"/>
                  </a:lnTo>
                  <a:lnTo>
                    <a:pt x="808" y="1033"/>
                  </a:lnTo>
                  <a:cubicBezTo>
                    <a:pt x="665" y="870"/>
                    <a:pt x="532" y="696"/>
                    <a:pt x="399" y="522"/>
                  </a:cubicBezTo>
                  <a:cubicBezTo>
                    <a:pt x="266" y="348"/>
                    <a:pt x="143" y="175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687;p49">
              <a:extLst>
                <a:ext uri="{FF2B5EF4-FFF2-40B4-BE49-F238E27FC236}">
                  <a16:creationId xmlns:a16="http://schemas.microsoft.com/office/drawing/2014/main" id="{798C23FB-C10A-CECA-FE4A-7EFE97F4B136}"/>
                </a:ext>
              </a:extLst>
            </p:cNvPr>
            <p:cNvSpPr/>
            <p:nvPr/>
          </p:nvSpPr>
          <p:spPr>
            <a:xfrm>
              <a:off x="3443000" y="3592475"/>
              <a:ext cx="16875" cy="148150"/>
            </a:xfrm>
            <a:custGeom>
              <a:avLst/>
              <a:gdLst/>
              <a:ahLst/>
              <a:cxnLst/>
              <a:rect l="l" t="t" r="r" b="b"/>
              <a:pathLst>
                <a:path w="675" h="5926" extrusionOk="0">
                  <a:moveTo>
                    <a:pt x="0" y="0"/>
                  </a:moveTo>
                  <a:lnTo>
                    <a:pt x="0" y="0"/>
                  </a:lnTo>
                  <a:cubicBezTo>
                    <a:pt x="41" y="256"/>
                    <a:pt x="92" y="491"/>
                    <a:pt x="133" y="746"/>
                  </a:cubicBezTo>
                  <a:cubicBezTo>
                    <a:pt x="184" y="992"/>
                    <a:pt x="225" y="1237"/>
                    <a:pt x="255" y="1482"/>
                  </a:cubicBezTo>
                  <a:cubicBezTo>
                    <a:pt x="327" y="1972"/>
                    <a:pt x="389" y="2463"/>
                    <a:pt x="419" y="2953"/>
                  </a:cubicBezTo>
                  <a:cubicBezTo>
                    <a:pt x="450" y="3453"/>
                    <a:pt x="450" y="3944"/>
                    <a:pt x="429" y="4445"/>
                  </a:cubicBezTo>
                  <a:cubicBezTo>
                    <a:pt x="419" y="4690"/>
                    <a:pt x="398" y="4935"/>
                    <a:pt x="368" y="5180"/>
                  </a:cubicBezTo>
                  <a:cubicBezTo>
                    <a:pt x="348" y="5435"/>
                    <a:pt x="307" y="5680"/>
                    <a:pt x="266" y="5926"/>
                  </a:cubicBezTo>
                  <a:cubicBezTo>
                    <a:pt x="439" y="5456"/>
                    <a:pt x="552" y="4955"/>
                    <a:pt x="613" y="4454"/>
                  </a:cubicBezTo>
                  <a:cubicBezTo>
                    <a:pt x="675" y="3954"/>
                    <a:pt x="675" y="3443"/>
                    <a:pt x="644" y="2942"/>
                  </a:cubicBezTo>
                  <a:cubicBezTo>
                    <a:pt x="613" y="2442"/>
                    <a:pt x="541" y="1941"/>
                    <a:pt x="429" y="1451"/>
                  </a:cubicBezTo>
                  <a:cubicBezTo>
                    <a:pt x="378" y="1206"/>
                    <a:pt x="317" y="961"/>
                    <a:pt x="246" y="715"/>
                  </a:cubicBezTo>
                  <a:cubicBezTo>
                    <a:pt x="174" y="481"/>
                    <a:pt x="92" y="236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688;p49">
              <a:extLst>
                <a:ext uri="{FF2B5EF4-FFF2-40B4-BE49-F238E27FC236}">
                  <a16:creationId xmlns:a16="http://schemas.microsoft.com/office/drawing/2014/main" id="{A0495DC0-BDF5-21DE-6191-617D12244B61}"/>
                </a:ext>
              </a:extLst>
            </p:cNvPr>
            <p:cNvSpPr/>
            <p:nvPr/>
          </p:nvSpPr>
          <p:spPr>
            <a:xfrm>
              <a:off x="3626125" y="3621075"/>
              <a:ext cx="45475" cy="134625"/>
            </a:xfrm>
            <a:custGeom>
              <a:avLst/>
              <a:gdLst/>
              <a:ahLst/>
              <a:cxnLst/>
              <a:rect l="l" t="t" r="r" b="b"/>
              <a:pathLst>
                <a:path w="1819" h="5385" extrusionOk="0">
                  <a:moveTo>
                    <a:pt x="1819" y="0"/>
                  </a:moveTo>
                  <a:cubicBezTo>
                    <a:pt x="1441" y="307"/>
                    <a:pt x="1114" y="695"/>
                    <a:pt x="889" y="1124"/>
                  </a:cubicBezTo>
                  <a:cubicBezTo>
                    <a:pt x="665" y="1564"/>
                    <a:pt x="521" y="2044"/>
                    <a:pt x="399" y="2504"/>
                  </a:cubicBezTo>
                  <a:cubicBezTo>
                    <a:pt x="164" y="3454"/>
                    <a:pt x="11" y="4414"/>
                    <a:pt x="0" y="5385"/>
                  </a:cubicBezTo>
                  <a:cubicBezTo>
                    <a:pt x="195" y="4434"/>
                    <a:pt x="388" y="3494"/>
                    <a:pt x="624" y="2565"/>
                  </a:cubicBezTo>
                  <a:cubicBezTo>
                    <a:pt x="746" y="2105"/>
                    <a:pt x="869" y="1646"/>
                    <a:pt x="1053" y="1206"/>
                  </a:cubicBezTo>
                  <a:cubicBezTo>
                    <a:pt x="1246" y="777"/>
                    <a:pt x="1502" y="368"/>
                    <a:pt x="1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9689;p49">
              <a:extLst>
                <a:ext uri="{FF2B5EF4-FFF2-40B4-BE49-F238E27FC236}">
                  <a16:creationId xmlns:a16="http://schemas.microsoft.com/office/drawing/2014/main" id="{5F3619E6-2115-8471-93E1-1E6B9C53E639}"/>
                </a:ext>
              </a:extLst>
            </p:cNvPr>
            <p:cNvSpPr/>
            <p:nvPr/>
          </p:nvSpPr>
          <p:spPr>
            <a:xfrm>
              <a:off x="3495850" y="3445100"/>
              <a:ext cx="76925" cy="33975"/>
            </a:xfrm>
            <a:custGeom>
              <a:avLst/>
              <a:gdLst/>
              <a:ahLst/>
              <a:cxnLst/>
              <a:rect l="l" t="t" r="r" b="b"/>
              <a:pathLst>
                <a:path w="3077" h="1359" extrusionOk="0">
                  <a:moveTo>
                    <a:pt x="3076" y="1"/>
                  </a:moveTo>
                  <a:lnTo>
                    <a:pt x="3056" y="21"/>
                  </a:lnTo>
                  <a:cubicBezTo>
                    <a:pt x="2831" y="235"/>
                    <a:pt x="2606" y="440"/>
                    <a:pt x="2371" y="624"/>
                  </a:cubicBezTo>
                  <a:cubicBezTo>
                    <a:pt x="2126" y="798"/>
                    <a:pt x="1871" y="961"/>
                    <a:pt x="1594" y="1063"/>
                  </a:cubicBezTo>
                  <a:cubicBezTo>
                    <a:pt x="1342" y="1157"/>
                    <a:pt x="1071" y="1207"/>
                    <a:pt x="807" y="1207"/>
                  </a:cubicBezTo>
                  <a:cubicBezTo>
                    <a:pt x="783" y="1207"/>
                    <a:pt x="760" y="1207"/>
                    <a:pt x="736" y="1206"/>
                  </a:cubicBezTo>
                  <a:cubicBezTo>
                    <a:pt x="440" y="1196"/>
                    <a:pt x="205" y="982"/>
                    <a:pt x="1" y="757"/>
                  </a:cubicBezTo>
                  <a:lnTo>
                    <a:pt x="1" y="757"/>
                  </a:lnTo>
                  <a:cubicBezTo>
                    <a:pt x="73" y="889"/>
                    <a:pt x="164" y="1012"/>
                    <a:pt x="277" y="1125"/>
                  </a:cubicBezTo>
                  <a:cubicBezTo>
                    <a:pt x="400" y="1237"/>
                    <a:pt x="552" y="1308"/>
                    <a:pt x="716" y="1339"/>
                  </a:cubicBezTo>
                  <a:cubicBezTo>
                    <a:pt x="800" y="1352"/>
                    <a:pt x="884" y="1359"/>
                    <a:pt x="969" y="1359"/>
                  </a:cubicBezTo>
                  <a:cubicBezTo>
                    <a:pt x="1204" y="1359"/>
                    <a:pt x="1438" y="1309"/>
                    <a:pt x="1656" y="1227"/>
                  </a:cubicBezTo>
                  <a:cubicBezTo>
                    <a:pt x="1952" y="1114"/>
                    <a:pt x="2218" y="941"/>
                    <a:pt x="2453" y="726"/>
                  </a:cubicBezTo>
                  <a:cubicBezTo>
                    <a:pt x="2688" y="521"/>
                    <a:pt x="2892" y="287"/>
                    <a:pt x="3056" y="31"/>
                  </a:cubicBezTo>
                  <a:lnTo>
                    <a:pt x="3076" y="1"/>
                  </a:lnTo>
                  <a:close/>
                </a:path>
              </a:pathLst>
            </a:custGeom>
            <a:solidFill>
              <a:srgbClr val="9756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690;p49">
              <a:extLst>
                <a:ext uri="{FF2B5EF4-FFF2-40B4-BE49-F238E27FC236}">
                  <a16:creationId xmlns:a16="http://schemas.microsoft.com/office/drawing/2014/main" id="{D7E3D95F-DA66-DA2F-A285-014CAB90DA40}"/>
                </a:ext>
              </a:extLst>
            </p:cNvPr>
            <p:cNvSpPr/>
            <p:nvPr/>
          </p:nvSpPr>
          <p:spPr>
            <a:xfrm>
              <a:off x="3314275" y="3586600"/>
              <a:ext cx="43675" cy="71775"/>
            </a:xfrm>
            <a:custGeom>
              <a:avLst/>
              <a:gdLst/>
              <a:ahLst/>
              <a:cxnLst/>
              <a:rect l="l" t="t" r="r" b="b"/>
              <a:pathLst>
                <a:path w="1747" h="2871" extrusionOk="0">
                  <a:moveTo>
                    <a:pt x="0" y="1"/>
                  </a:moveTo>
                  <a:lnTo>
                    <a:pt x="0" y="1"/>
                  </a:lnTo>
                  <a:cubicBezTo>
                    <a:pt x="143" y="246"/>
                    <a:pt x="286" y="480"/>
                    <a:pt x="450" y="716"/>
                  </a:cubicBezTo>
                  <a:cubicBezTo>
                    <a:pt x="603" y="950"/>
                    <a:pt x="766" y="1175"/>
                    <a:pt x="909" y="1410"/>
                  </a:cubicBezTo>
                  <a:cubicBezTo>
                    <a:pt x="1063" y="1645"/>
                    <a:pt x="1206" y="1890"/>
                    <a:pt x="1338" y="2126"/>
                  </a:cubicBezTo>
                  <a:cubicBezTo>
                    <a:pt x="1472" y="2381"/>
                    <a:pt x="1594" y="2626"/>
                    <a:pt x="1747" y="2871"/>
                  </a:cubicBezTo>
                  <a:cubicBezTo>
                    <a:pt x="1655" y="2605"/>
                    <a:pt x="1574" y="2330"/>
                    <a:pt x="1461" y="2064"/>
                  </a:cubicBezTo>
                  <a:cubicBezTo>
                    <a:pt x="1349" y="1808"/>
                    <a:pt x="1216" y="1563"/>
                    <a:pt x="1063" y="1318"/>
                  </a:cubicBezTo>
                  <a:cubicBezTo>
                    <a:pt x="909" y="1073"/>
                    <a:pt x="736" y="859"/>
                    <a:pt x="562" y="634"/>
                  </a:cubicBezTo>
                  <a:cubicBezTo>
                    <a:pt x="389" y="419"/>
                    <a:pt x="194" y="205"/>
                    <a:pt x="0" y="1"/>
                  </a:cubicBezTo>
                  <a:close/>
                </a:path>
              </a:pathLst>
            </a:custGeom>
            <a:solidFill>
              <a:srgbClr val="9756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691;p49">
              <a:extLst>
                <a:ext uri="{FF2B5EF4-FFF2-40B4-BE49-F238E27FC236}">
                  <a16:creationId xmlns:a16="http://schemas.microsoft.com/office/drawing/2014/main" id="{62CD0537-630C-1B30-2DBB-434825CA06DC}"/>
                </a:ext>
              </a:extLst>
            </p:cNvPr>
            <p:cNvSpPr/>
            <p:nvPr/>
          </p:nvSpPr>
          <p:spPr>
            <a:xfrm>
              <a:off x="3494825" y="3421850"/>
              <a:ext cx="42175" cy="18425"/>
            </a:xfrm>
            <a:custGeom>
              <a:avLst/>
              <a:gdLst/>
              <a:ahLst/>
              <a:cxnLst/>
              <a:rect l="l" t="t" r="r" b="b"/>
              <a:pathLst>
                <a:path w="1687" h="737" extrusionOk="0">
                  <a:moveTo>
                    <a:pt x="1676" y="1"/>
                  </a:moveTo>
                  <a:cubicBezTo>
                    <a:pt x="1635" y="164"/>
                    <a:pt x="1503" y="266"/>
                    <a:pt x="1370" y="359"/>
                  </a:cubicBezTo>
                  <a:cubicBezTo>
                    <a:pt x="1237" y="450"/>
                    <a:pt x="1084" y="522"/>
                    <a:pt x="931" y="573"/>
                  </a:cubicBezTo>
                  <a:cubicBezTo>
                    <a:pt x="777" y="614"/>
                    <a:pt x="624" y="634"/>
                    <a:pt x="461" y="634"/>
                  </a:cubicBezTo>
                  <a:cubicBezTo>
                    <a:pt x="298" y="634"/>
                    <a:pt x="134" y="614"/>
                    <a:pt x="1" y="502"/>
                  </a:cubicBezTo>
                  <a:lnTo>
                    <a:pt x="1" y="502"/>
                  </a:lnTo>
                  <a:cubicBezTo>
                    <a:pt x="93" y="655"/>
                    <a:pt x="287" y="716"/>
                    <a:pt x="450" y="726"/>
                  </a:cubicBezTo>
                  <a:cubicBezTo>
                    <a:pt x="505" y="733"/>
                    <a:pt x="560" y="736"/>
                    <a:pt x="615" y="736"/>
                  </a:cubicBezTo>
                  <a:cubicBezTo>
                    <a:pt x="734" y="736"/>
                    <a:pt x="853" y="720"/>
                    <a:pt x="972" y="686"/>
                  </a:cubicBezTo>
                  <a:cubicBezTo>
                    <a:pt x="1135" y="634"/>
                    <a:pt x="1288" y="552"/>
                    <a:pt x="1421" y="430"/>
                  </a:cubicBezTo>
                  <a:cubicBezTo>
                    <a:pt x="1554" y="328"/>
                    <a:pt x="1687" y="175"/>
                    <a:pt x="1676" y="1"/>
                  </a:cubicBezTo>
                  <a:close/>
                </a:path>
              </a:pathLst>
            </a:custGeom>
            <a:solidFill>
              <a:srgbClr val="9756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692;p49">
              <a:extLst>
                <a:ext uri="{FF2B5EF4-FFF2-40B4-BE49-F238E27FC236}">
                  <a16:creationId xmlns:a16="http://schemas.microsoft.com/office/drawing/2014/main" id="{85DCAACF-2BE9-DF0E-BC22-7B4FA7EFD484}"/>
                </a:ext>
              </a:extLst>
            </p:cNvPr>
            <p:cNvSpPr/>
            <p:nvPr/>
          </p:nvSpPr>
          <p:spPr>
            <a:xfrm>
              <a:off x="3508125" y="3368975"/>
              <a:ext cx="37575" cy="5400"/>
            </a:xfrm>
            <a:custGeom>
              <a:avLst/>
              <a:gdLst/>
              <a:ahLst/>
              <a:cxnLst/>
              <a:rect l="l" t="t" r="r" b="b"/>
              <a:pathLst>
                <a:path w="1503" h="216" extrusionOk="0">
                  <a:moveTo>
                    <a:pt x="812" y="0"/>
                  </a:moveTo>
                  <a:cubicBezTo>
                    <a:pt x="794" y="0"/>
                    <a:pt x="775" y="1"/>
                    <a:pt x="756" y="1"/>
                  </a:cubicBezTo>
                  <a:cubicBezTo>
                    <a:pt x="491" y="22"/>
                    <a:pt x="236" y="93"/>
                    <a:pt x="0" y="215"/>
                  </a:cubicBezTo>
                  <a:cubicBezTo>
                    <a:pt x="256" y="185"/>
                    <a:pt x="511" y="134"/>
                    <a:pt x="756" y="124"/>
                  </a:cubicBezTo>
                  <a:cubicBezTo>
                    <a:pt x="797" y="122"/>
                    <a:pt x="837" y="121"/>
                    <a:pt x="877" y="121"/>
                  </a:cubicBezTo>
                  <a:cubicBezTo>
                    <a:pt x="1090" y="121"/>
                    <a:pt x="1296" y="147"/>
                    <a:pt x="1502" y="215"/>
                  </a:cubicBezTo>
                  <a:cubicBezTo>
                    <a:pt x="1313" y="64"/>
                    <a:pt x="1053" y="0"/>
                    <a:pt x="812" y="0"/>
                  </a:cubicBezTo>
                  <a:close/>
                </a:path>
              </a:pathLst>
            </a:custGeom>
            <a:solidFill>
              <a:srgbClr val="994B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693;p49">
              <a:extLst>
                <a:ext uri="{FF2B5EF4-FFF2-40B4-BE49-F238E27FC236}">
                  <a16:creationId xmlns:a16="http://schemas.microsoft.com/office/drawing/2014/main" id="{6F47FE98-DE64-88EF-18AB-C10F5F509DBC}"/>
                </a:ext>
              </a:extLst>
            </p:cNvPr>
            <p:cNvSpPr/>
            <p:nvPr/>
          </p:nvSpPr>
          <p:spPr>
            <a:xfrm>
              <a:off x="3474675" y="3374275"/>
              <a:ext cx="17375" cy="3675"/>
            </a:xfrm>
            <a:custGeom>
              <a:avLst/>
              <a:gdLst/>
              <a:ahLst/>
              <a:cxnLst/>
              <a:rect l="l" t="t" r="r" b="b"/>
              <a:pathLst>
                <a:path w="695" h="147" extrusionOk="0">
                  <a:moveTo>
                    <a:pt x="280" y="0"/>
                  </a:moveTo>
                  <a:cubicBezTo>
                    <a:pt x="187" y="0"/>
                    <a:pt x="87" y="15"/>
                    <a:pt x="0" y="55"/>
                  </a:cubicBezTo>
                  <a:cubicBezTo>
                    <a:pt x="123" y="85"/>
                    <a:pt x="235" y="106"/>
                    <a:pt x="348" y="116"/>
                  </a:cubicBezTo>
                  <a:cubicBezTo>
                    <a:pt x="460" y="137"/>
                    <a:pt x="572" y="146"/>
                    <a:pt x="695" y="146"/>
                  </a:cubicBezTo>
                  <a:cubicBezTo>
                    <a:pt x="603" y="65"/>
                    <a:pt x="480" y="24"/>
                    <a:pt x="357" y="3"/>
                  </a:cubicBezTo>
                  <a:cubicBezTo>
                    <a:pt x="332" y="1"/>
                    <a:pt x="307" y="0"/>
                    <a:pt x="280" y="0"/>
                  </a:cubicBezTo>
                  <a:close/>
                </a:path>
              </a:pathLst>
            </a:custGeom>
            <a:solidFill>
              <a:srgbClr val="994B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694;p49">
              <a:extLst>
                <a:ext uri="{FF2B5EF4-FFF2-40B4-BE49-F238E27FC236}">
                  <a16:creationId xmlns:a16="http://schemas.microsoft.com/office/drawing/2014/main" id="{BE7050D1-DEF4-D3E9-EF28-3835D6F93E19}"/>
                </a:ext>
              </a:extLst>
            </p:cNvPr>
            <p:cNvSpPr/>
            <p:nvPr/>
          </p:nvSpPr>
          <p:spPr>
            <a:xfrm>
              <a:off x="3499425" y="3383800"/>
              <a:ext cx="9725" cy="38600"/>
            </a:xfrm>
            <a:custGeom>
              <a:avLst/>
              <a:gdLst/>
              <a:ahLst/>
              <a:cxnLst/>
              <a:rect l="l" t="t" r="r" b="b"/>
              <a:pathLst>
                <a:path w="389" h="1544" extrusionOk="0">
                  <a:moveTo>
                    <a:pt x="103" y="1"/>
                  </a:moveTo>
                  <a:cubicBezTo>
                    <a:pt x="42" y="287"/>
                    <a:pt x="21" y="573"/>
                    <a:pt x="11" y="859"/>
                  </a:cubicBezTo>
                  <a:cubicBezTo>
                    <a:pt x="11" y="1002"/>
                    <a:pt x="1" y="1134"/>
                    <a:pt x="11" y="1288"/>
                  </a:cubicBezTo>
                  <a:cubicBezTo>
                    <a:pt x="21" y="1329"/>
                    <a:pt x="42" y="1380"/>
                    <a:pt x="83" y="1400"/>
                  </a:cubicBezTo>
                  <a:cubicBezTo>
                    <a:pt x="123" y="1431"/>
                    <a:pt x="154" y="1441"/>
                    <a:pt x="185" y="1461"/>
                  </a:cubicBezTo>
                  <a:cubicBezTo>
                    <a:pt x="246" y="1482"/>
                    <a:pt x="318" y="1513"/>
                    <a:pt x="389" y="1543"/>
                  </a:cubicBezTo>
                  <a:cubicBezTo>
                    <a:pt x="328" y="1492"/>
                    <a:pt x="266" y="1452"/>
                    <a:pt x="216" y="1411"/>
                  </a:cubicBezTo>
                  <a:cubicBezTo>
                    <a:pt x="144" y="1370"/>
                    <a:pt x="103" y="1339"/>
                    <a:pt x="103" y="1277"/>
                  </a:cubicBezTo>
                  <a:lnTo>
                    <a:pt x="134" y="859"/>
                  </a:lnTo>
                  <a:cubicBezTo>
                    <a:pt x="134" y="573"/>
                    <a:pt x="134" y="287"/>
                    <a:pt x="103" y="1"/>
                  </a:cubicBezTo>
                  <a:close/>
                </a:path>
              </a:pathLst>
            </a:custGeom>
            <a:solidFill>
              <a:srgbClr val="9756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695;p49">
              <a:extLst>
                <a:ext uri="{FF2B5EF4-FFF2-40B4-BE49-F238E27FC236}">
                  <a16:creationId xmlns:a16="http://schemas.microsoft.com/office/drawing/2014/main" id="{25218CBD-0CA1-906E-FB22-A79CF3789D23}"/>
                </a:ext>
              </a:extLst>
            </p:cNvPr>
            <p:cNvSpPr/>
            <p:nvPr/>
          </p:nvSpPr>
          <p:spPr>
            <a:xfrm>
              <a:off x="3507875" y="3904325"/>
              <a:ext cx="50825" cy="168850"/>
            </a:xfrm>
            <a:custGeom>
              <a:avLst/>
              <a:gdLst/>
              <a:ahLst/>
              <a:cxnLst/>
              <a:rect l="l" t="t" r="r" b="b"/>
              <a:pathLst>
                <a:path w="2033" h="6754" extrusionOk="0">
                  <a:moveTo>
                    <a:pt x="266" y="1"/>
                  </a:moveTo>
                  <a:lnTo>
                    <a:pt x="266" y="1"/>
                  </a:lnTo>
                  <a:cubicBezTo>
                    <a:pt x="143" y="276"/>
                    <a:pt x="82" y="573"/>
                    <a:pt x="41" y="879"/>
                  </a:cubicBezTo>
                  <a:cubicBezTo>
                    <a:pt x="0" y="1175"/>
                    <a:pt x="10" y="1482"/>
                    <a:pt x="41" y="1788"/>
                  </a:cubicBezTo>
                  <a:cubicBezTo>
                    <a:pt x="123" y="2391"/>
                    <a:pt x="368" y="2994"/>
                    <a:pt x="725" y="3474"/>
                  </a:cubicBezTo>
                  <a:lnTo>
                    <a:pt x="981" y="3842"/>
                  </a:lnTo>
                  <a:cubicBezTo>
                    <a:pt x="1063" y="3965"/>
                    <a:pt x="1134" y="4087"/>
                    <a:pt x="1206" y="4220"/>
                  </a:cubicBezTo>
                  <a:cubicBezTo>
                    <a:pt x="1338" y="4475"/>
                    <a:pt x="1440" y="4751"/>
                    <a:pt x="1533" y="5027"/>
                  </a:cubicBezTo>
                  <a:cubicBezTo>
                    <a:pt x="1624" y="5313"/>
                    <a:pt x="1696" y="5599"/>
                    <a:pt x="1778" y="5885"/>
                  </a:cubicBezTo>
                  <a:cubicBezTo>
                    <a:pt x="1849" y="6181"/>
                    <a:pt x="1941" y="6467"/>
                    <a:pt x="2033" y="6753"/>
                  </a:cubicBezTo>
                  <a:cubicBezTo>
                    <a:pt x="1931" y="6161"/>
                    <a:pt x="1849" y="5568"/>
                    <a:pt x="1706" y="4976"/>
                  </a:cubicBezTo>
                  <a:cubicBezTo>
                    <a:pt x="1635" y="4690"/>
                    <a:pt x="1533" y="4394"/>
                    <a:pt x="1400" y="4117"/>
                  </a:cubicBezTo>
                  <a:cubicBezTo>
                    <a:pt x="1338" y="3974"/>
                    <a:pt x="1257" y="3852"/>
                    <a:pt x="1175" y="3719"/>
                  </a:cubicBezTo>
                  <a:lnTo>
                    <a:pt x="920" y="3341"/>
                  </a:lnTo>
                  <a:cubicBezTo>
                    <a:pt x="572" y="2871"/>
                    <a:pt x="337" y="2330"/>
                    <a:pt x="225" y="1758"/>
                  </a:cubicBezTo>
                  <a:cubicBezTo>
                    <a:pt x="164" y="1472"/>
                    <a:pt x="143" y="1175"/>
                    <a:pt x="153" y="879"/>
                  </a:cubicBezTo>
                  <a:cubicBezTo>
                    <a:pt x="153" y="583"/>
                    <a:pt x="194" y="297"/>
                    <a:pt x="2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696;p49">
              <a:extLst>
                <a:ext uri="{FF2B5EF4-FFF2-40B4-BE49-F238E27FC236}">
                  <a16:creationId xmlns:a16="http://schemas.microsoft.com/office/drawing/2014/main" id="{BE1FC9C6-A5E3-5391-FCF1-1C36D53DEE7B}"/>
                </a:ext>
              </a:extLst>
            </p:cNvPr>
            <p:cNvSpPr/>
            <p:nvPr/>
          </p:nvSpPr>
          <p:spPr>
            <a:xfrm>
              <a:off x="3684100" y="4575025"/>
              <a:ext cx="75350" cy="14625"/>
            </a:xfrm>
            <a:custGeom>
              <a:avLst/>
              <a:gdLst/>
              <a:ahLst/>
              <a:cxnLst/>
              <a:rect l="l" t="t" r="r" b="b"/>
              <a:pathLst>
                <a:path w="3014" h="585" extrusionOk="0">
                  <a:moveTo>
                    <a:pt x="3014" y="1"/>
                  </a:moveTo>
                  <a:lnTo>
                    <a:pt x="3014" y="1"/>
                  </a:lnTo>
                  <a:cubicBezTo>
                    <a:pt x="2891" y="256"/>
                    <a:pt x="2636" y="419"/>
                    <a:pt x="2381" y="440"/>
                  </a:cubicBezTo>
                  <a:cubicBezTo>
                    <a:pt x="2362" y="441"/>
                    <a:pt x="2342" y="442"/>
                    <a:pt x="2323" y="442"/>
                  </a:cubicBezTo>
                  <a:cubicBezTo>
                    <a:pt x="2087" y="442"/>
                    <a:pt x="1851" y="330"/>
                    <a:pt x="1615" y="235"/>
                  </a:cubicBezTo>
                  <a:cubicBezTo>
                    <a:pt x="1444" y="170"/>
                    <a:pt x="1251" y="108"/>
                    <a:pt x="1057" y="108"/>
                  </a:cubicBezTo>
                  <a:cubicBezTo>
                    <a:pt x="949" y="108"/>
                    <a:pt x="841" y="127"/>
                    <a:pt x="736" y="174"/>
                  </a:cubicBezTo>
                  <a:cubicBezTo>
                    <a:pt x="582" y="235"/>
                    <a:pt x="501" y="378"/>
                    <a:pt x="399" y="430"/>
                  </a:cubicBezTo>
                  <a:cubicBezTo>
                    <a:pt x="287" y="501"/>
                    <a:pt x="133" y="512"/>
                    <a:pt x="1" y="532"/>
                  </a:cubicBezTo>
                  <a:cubicBezTo>
                    <a:pt x="62" y="541"/>
                    <a:pt x="127" y="549"/>
                    <a:pt x="194" y="549"/>
                  </a:cubicBezTo>
                  <a:cubicBezTo>
                    <a:pt x="273" y="549"/>
                    <a:pt x="353" y="539"/>
                    <a:pt x="430" y="512"/>
                  </a:cubicBezTo>
                  <a:cubicBezTo>
                    <a:pt x="582" y="450"/>
                    <a:pt x="664" y="328"/>
                    <a:pt x="787" y="297"/>
                  </a:cubicBezTo>
                  <a:cubicBezTo>
                    <a:pt x="854" y="273"/>
                    <a:pt x="925" y="263"/>
                    <a:pt x="997" y="263"/>
                  </a:cubicBezTo>
                  <a:cubicBezTo>
                    <a:pt x="1177" y="263"/>
                    <a:pt x="1368" y="326"/>
                    <a:pt x="1543" y="399"/>
                  </a:cubicBezTo>
                  <a:cubicBezTo>
                    <a:pt x="1760" y="477"/>
                    <a:pt x="1998" y="584"/>
                    <a:pt x="2258" y="584"/>
                  </a:cubicBezTo>
                  <a:cubicBezTo>
                    <a:pt x="2305" y="584"/>
                    <a:pt x="2353" y="581"/>
                    <a:pt x="2401" y="573"/>
                  </a:cubicBezTo>
                  <a:cubicBezTo>
                    <a:pt x="2707" y="521"/>
                    <a:pt x="2953" y="276"/>
                    <a:pt x="30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697;p49">
              <a:extLst>
                <a:ext uri="{FF2B5EF4-FFF2-40B4-BE49-F238E27FC236}">
                  <a16:creationId xmlns:a16="http://schemas.microsoft.com/office/drawing/2014/main" id="{C44D0F90-12B5-0B34-2018-5FE5A82B5338}"/>
                </a:ext>
              </a:extLst>
            </p:cNvPr>
            <p:cNvSpPr/>
            <p:nvPr/>
          </p:nvSpPr>
          <p:spPr>
            <a:xfrm>
              <a:off x="3307875" y="4534400"/>
              <a:ext cx="178575" cy="30725"/>
            </a:xfrm>
            <a:custGeom>
              <a:avLst/>
              <a:gdLst/>
              <a:ahLst/>
              <a:cxnLst/>
              <a:rect l="l" t="t" r="r" b="b"/>
              <a:pathLst>
                <a:path w="7143" h="1229" extrusionOk="0">
                  <a:moveTo>
                    <a:pt x="7142" y="1"/>
                  </a:moveTo>
                  <a:lnTo>
                    <a:pt x="7142" y="1"/>
                  </a:lnTo>
                  <a:cubicBezTo>
                    <a:pt x="6509" y="52"/>
                    <a:pt x="5896" y="196"/>
                    <a:pt x="5283" y="359"/>
                  </a:cubicBezTo>
                  <a:cubicBezTo>
                    <a:pt x="4680" y="512"/>
                    <a:pt x="4077" y="686"/>
                    <a:pt x="3454" y="788"/>
                  </a:cubicBezTo>
                  <a:cubicBezTo>
                    <a:pt x="2841" y="920"/>
                    <a:pt x="2218" y="982"/>
                    <a:pt x="1594" y="1063"/>
                  </a:cubicBezTo>
                  <a:lnTo>
                    <a:pt x="1135" y="1115"/>
                  </a:lnTo>
                  <a:cubicBezTo>
                    <a:pt x="1106" y="1117"/>
                    <a:pt x="1076" y="1118"/>
                    <a:pt x="1047" y="1118"/>
                  </a:cubicBezTo>
                  <a:cubicBezTo>
                    <a:pt x="925" y="1118"/>
                    <a:pt x="809" y="1097"/>
                    <a:pt x="726" y="1023"/>
                  </a:cubicBezTo>
                  <a:cubicBezTo>
                    <a:pt x="604" y="931"/>
                    <a:pt x="522" y="788"/>
                    <a:pt x="420" y="665"/>
                  </a:cubicBezTo>
                  <a:cubicBezTo>
                    <a:pt x="330" y="567"/>
                    <a:pt x="194" y="476"/>
                    <a:pt x="58" y="476"/>
                  </a:cubicBezTo>
                  <a:cubicBezTo>
                    <a:pt x="39" y="476"/>
                    <a:pt x="20" y="478"/>
                    <a:pt x="1" y="482"/>
                  </a:cubicBezTo>
                  <a:cubicBezTo>
                    <a:pt x="7" y="481"/>
                    <a:pt x="14" y="481"/>
                    <a:pt x="21" y="481"/>
                  </a:cubicBezTo>
                  <a:cubicBezTo>
                    <a:pt x="166" y="481"/>
                    <a:pt x="291" y="589"/>
                    <a:pt x="379" y="696"/>
                  </a:cubicBezTo>
                  <a:cubicBezTo>
                    <a:pt x="471" y="818"/>
                    <a:pt x="542" y="961"/>
                    <a:pt x="665" y="1084"/>
                  </a:cubicBezTo>
                  <a:cubicBezTo>
                    <a:pt x="773" y="1192"/>
                    <a:pt x="936" y="1229"/>
                    <a:pt x="1079" y="1229"/>
                  </a:cubicBezTo>
                  <a:cubicBezTo>
                    <a:pt x="1098" y="1229"/>
                    <a:pt x="1117" y="1228"/>
                    <a:pt x="1135" y="1227"/>
                  </a:cubicBezTo>
                  <a:lnTo>
                    <a:pt x="1615" y="1197"/>
                  </a:lnTo>
                  <a:cubicBezTo>
                    <a:pt x="2238" y="1145"/>
                    <a:pt x="2872" y="1074"/>
                    <a:pt x="3495" y="961"/>
                  </a:cubicBezTo>
                  <a:cubicBezTo>
                    <a:pt x="4118" y="849"/>
                    <a:pt x="4720" y="665"/>
                    <a:pt x="5324" y="491"/>
                  </a:cubicBezTo>
                  <a:cubicBezTo>
                    <a:pt x="5926" y="307"/>
                    <a:pt x="6519" y="124"/>
                    <a:pt x="71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698;p49">
              <a:extLst>
                <a:ext uri="{FF2B5EF4-FFF2-40B4-BE49-F238E27FC236}">
                  <a16:creationId xmlns:a16="http://schemas.microsoft.com/office/drawing/2014/main" id="{83F03796-5E80-0EB9-9D16-94025B3B8A48}"/>
                </a:ext>
              </a:extLst>
            </p:cNvPr>
            <p:cNvSpPr/>
            <p:nvPr/>
          </p:nvSpPr>
          <p:spPr>
            <a:xfrm>
              <a:off x="3197550" y="3420325"/>
              <a:ext cx="113175" cy="143325"/>
            </a:xfrm>
            <a:custGeom>
              <a:avLst/>
              <a:gdLst/>
              <a:ahLst/>
              <a:cxnLst/>
              <a:rect l="l" t="t" r="r" b="b"/>
              <a:pathLst>
                <a:path w="4527" h="5733" extrusionOk="0">
                  <a:moveTo>
                    <a:pt x="2320" y="0"/>
                  </a:moveTo>
                  <a:lnTo>
                    <a:pt x="2320" y="0"/>
                  </a:lnTo>
                  <a:cubicBezTo>
                    <a:pt x="1676" y="134"/>
                    <a:pt x="1053" y="491"/>
                    <a:pt x="644" y="1033"/>
                  </a:cubicBezTo>
                  <a:cubicBezTo>
                    <a:pt x="236" y="1584"/>
                    <a:pt x="0" y="2259"/>
                    <a:pt x="11" y="2953"/>
                  </a:cubicBezTo>
                  <a:cubicBezTo>
                    <a:pt x="21" y="3637"/>
                    <a:pt x="297" y="4332"/>
                    <a:pt x="787" y="4822"/>
                  </a:cubicBezTo>
                  <a:cubicBezTo>
                    <a:pt x="1022" y="5068"/>
                    <a:pt x="1328" y="5252"/>
                    <a:pt x="1645" y="5385"/>
                  </a:cubicBezTo>
                  <a:cubicBezTo>
                    <a:pt x="1952" y="5528"/>
                    <a:pt x="2268" y="5630"/>
                    <a:pt x="2606" y="5691"/>
                  </a:cubicBezTo>
                  <a:lnTo>
                    <a:pt x="2656" y="5701"/>
                  </a:lnTo>
                  <a:lnTo>
                    <a:pt x="2667" y="5701"/>
                  </a:lnTo>
                  <a:cubicBezTo>
                    <a:pt x="2820" y="5722"/>
                    <a:pt x="2994" y="5732"/>
                    <a:pt x="3157" y="5732"/>
                  </a:cubicBezTo>
                  <a:cubicBezTo>
                    <a:pt x="3321" y="5722"/>
                    <a:pt x="3484" y="5701"/>
                    <a:pt x="3648" y="5660"/>
                  </a:cubicBezTo>
                  <a:cubicBezTo>
                    <a:pt x="3964" y="5578"/>
                    <a:pt x="4271" y="5446"/>
                    <a:pt x="4526" y="5262"/>
                  </a:cubicBezTo>
                  <a:lnTo>
                    <a:pt x="4526" y="5262"/>
                  </a:lnTo>
                  <a:cubicBezTo>
                    <a:pt x="4250" y="5415"/>
                    <a:pt x="3944" y="5517"/>
                    <a:pt x="3627" y="5569"/>
                  </a:cubicBezTo>
                  <a:cubicBezTo>
                    <a:pt x="3474" y="5599"/>
                    <a:pt x="3310" y="5599"/>
                    <a:pt x="3157" y="5599"/>
                  </a:cubicBezTo>
                  <a:cubicBezTo>
                    <a:pt x="2994" y="5599"/>
                    <a:pt x="2840" y="5578"/>
                    <a:pt x="2687" y="5548"/>
                  </a:cubicBezTo>
                  <a:lnTo>
                    <a:pt x="2687" y="5548"/>
                  </a:lnTo>
                  <a:lnTo>
                    <a:pt x="2697" y="5558"/>
                  </a:lnTo>
                  <a:lnTo>
                    <a:pt x="2647" y="5538"/>
                  </a:lnTo>
                  <a:lnTo>
                    <a:pt x="2636" y="5538"/>
                  </a:lnTo>
                  <a:cubicBezTo>
                    <a:pt x="2320" y="5467"/>
                    <a:pt x="2013" y="5344"/>
                    <a:pt x="1727" y="5201"/>
                  </a:cubicBezTo>
                  <a:cubicBezTo>
                    <a:pt x="1430" y="5068"/>
                    <a:pt x="1165" y="4894"/>
                    <a:pt x="951" y="4670"/>
                  </a:cubicBezTo>
                  <a:cubicBezTo>
                    <a:pt x="511" y="4209"/>
                    <a:pt x="256" y="3576"/>
                    <a:pt x="236" y="2943"/>
                  </a:cubicBezTo>
                  <a:cubicBezTo>
                    <a:pt x="225" y="2309"/>
                    <a:pt x="409" y="1666"/>
                    <a:pt x="767" y="1124"/>
                  </a:cubicBezTo>
                  <a:cubicBezTo>
                    <a:pt x="1135" y="593"/>
                    <a:pt x="1696" y="205"/>
                    <a:pt x="2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699;p49">
              <a:extLst>
                <a:ext uri="{FF2B5EF4-FFF2-40B4-BE49-F238E27FC236}">
                  <a16:creationId xmlns:a16="http://schemas.microsoft.com/office/drawing/2014/main" id="{56E87C83-FF4C-7B9C-BBB4-6A8EE3C10648}"/>
                </a:ext>
              </a:extLst>
            </p:cNvPr>
            <p:cNvSpPr/>
            <p:nvPr/>
          </p:nvSpPr>
          <p:spPr>
            <a:xfrm>
              <a:off x="3526250" y="3379700"/>
              <a:ext cx="9750" cy="13600"/>
            </a:xfrm>
            <a:custGeom>
              <a:avLst/>
              <a:gdLst/>
              <a:ahLst/>
              <a:cxnLst/>
              <a:rect l="l" t="t" r="r" b="b"/>
              <a:pathLst>
                <a:path w="390" h="544" extrusionOk="0">
                  <a:moveTo>
                    <a:pt x="186" y="1"/>
                  </a:moveTo>
                  <a:cubicBezTo>
                    <a:pt x="182" y="1"/>
                    <a:pt x="178" y="1"/>
                    <a:pt x="174" y="1"/>
                  </a:cubicBezTo>
                  <a:cubicBezTo>
                    <a:pt x="72" y="11"/>
                    <a:pt x="1" y="144"/>
                    <a:pt x="21" y="287"/>
                  </a:cubicBezTo>
                  <a:cubicBezTo>
                    <a:pt x="41" y="434"/>
                    <a:pt x="125" y="543"/>
                    <a:pt x="214" y="543"/>
                  </a:cubicBezTo>
                  <a:cubicBezTo>
                    <a:pt x="218" y="543"/>
                    <a:pt x="222" y="543"/>
                    <a:pt x="226" y="542"/>
                  </a:cubicBezTo>
                  <a:cubicBezTo>
                    <a:pt x="328" y="533"/>
                    <a:pt x="389" y="399"/>
                    <a:pt x="378" y="256"/>
                  </a:cubicBezTo>
                  <a:cubicBezTo>
                    <a:pt x="359" y="110"/>
                    <a:pt x="274" y="1"/>
                    <a:pt x="18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700;p49">
              <a:extLst>
                <a:ext uri="{FF2B5EF4-FFF2-40B4-BE49-F238E27FC236}">
                  <a16:creationId xmlns:a16="http://schemas.microsoft.com/office/drawing/2014/main" id="{8B8AD718-0A04-CA34-CBCE-62DE69C3454A}"/>
                </a:ext>
              </a:extLst>
            </p:cNvPr>
            <p:cNvSpPr/>
            <p:nvPr/>
          </p:nvSpPr>
          <p:spPr>
            <a:xfrm>
              <a:off x="3486925" y="3384825"/>
              <a:ext cx="9725" cy="13575"/>
            </a:xfrm>
            <a:custGeom>
              <a:avLst/>
              <a:gdLst/>
              <a:ahLst/>
              <a:cxnLst/>
              <a:rect l="l" t="t" r="r" b="b"/>
              <a:pathLst>
                <a:path w="389" h="543" extrusionOk="0">
                  <a:moveTo>
                    <a:pt x="177" y="0"/>
                  </a:moveTo>
                  <a:cubicBezTo>
                    <a:pt x="173" y="0"/>
                    <a:pt x="169" y="0"/>
                    <a:pt x="164" y="1"/>
                  </a:cubicBezTo>
                  <a:cubicBezTo>
                    <a:pt x="62" y="21"/>
                    <a:pt x="1" y="144"/>
                    <a:pt x="10" y="297"/>
                  </a:cubicBezTo>
                  <a:cubicBezTo>
                    <a:pt x="30" y="433"/>
                    <a:pt x="115" y="542"/>
                    <a:pt x="212" y="542"/>
                  </a:cubicBezTo>
                  <a:cubicBezTo>
                    <a:pt x="216" y="542"/>
                    <a:pt x="221" y="542"/>
                    <a:pt x="225" y="542"/>
                  </a:cubicBezTo>
                  <a:cubicBezTo>
                    <a:pt x="317" y="532"/>
                    <a:pt x="389" y="399"/>
                    <a:pt x="368" y="256"/>
                  </a:cubicBezTo>
                  <a:cubicBezTo>
                    <a:pt x="358" y="110"/>
                    <a:pt x="274" y="0"/>
                    <a:pt x="17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9714;p49">
            <a:extLst>
              <a:ext uri="{FF2B5EF4-FFF2-40B4-BE49-F238E27FC236}">
                <a16:creationId xmlns:a16="http://schemas.microsoft.com/office/drawing/2014/main" id="{E3CD7A52-3B9D-66C7-9D80-C7BBF891B817}"/>
              </a:ext>
            </a:extLst>
          </p:cNvPr>
          <p:cNvGrpSpPr/>
          <p:nvPr/>
        </p:nvGrpSpPr>
        <p:grpSpPr>
          <a:xfrm rot="-628111">
            <a:off x="5303644" y="2945741"/>
            <a:ext cx="1460149" cy="1350488"/>
            <a:chOff x="2580025" y="2675000"/>
            <a:chExt cx="483775" cy="447425"/>
          </a:xfrm>
        </p:grpSpPr>
        <p:sp>
          <p:nvSpPr>
            <p:cNvPr id="53" name="Google Shape;9715;p49">
              <a:extLst>
                <a:ext uri="{FF2B5EF4-FFF2-40B4-BE49-F238E27FC236}">
                  <a16:creationId xmlns:a16="http://schemas.microsoft.com/office/drawing/2014/main" id="{D768697E-5E45-C227-BC0D-D2EE75E85340}"/>
                </a:ext>
              </a:extLst>
            </p:cNvPr>
            <p:cNvSpPr/>
            <p:nvPr/>
          </p:nvSpPr>
          <p:spPr>
            <a:xfrm>
              <a:off x="2580025" y="2675000"/>
              <a:ext cx="483775" cy="447425"/>
            </a:xfrm>
            <a:custGeom>
              <a:avLst/>
              <a:gdLst/>
              <a:ahLst/>
              <a:cxnLst/>
              <a:rect l="l" t="t" r="r" b="b"/>
              <a:pathLst>
                <a:path w="19351" h="17897" extrusionOk="0">
                  <a:moveTo>
                    <a:pt x="13466" y="0"/>
                  </a:moveTo>
                  <a:cubicBezTo>
                    <a:pt x="13218" y="0"/>
                    <a:pt x="12968" y="82"/>
                    <a:pt x="12760" y="250"/>
                  </a:cubicBezTo>
                  <a:lnTo>
                    <a:pt x="11800" y="1047"/>
                  </a:lnTo>
                  <a:cubicBezTo>
                    <a:pt x="11024" y="1680"/>
                    <a:pt x="10912" y="2815"/>
                    <a:pt x="11545" y="3580"/>
                  </a:cubicBezTo>
                  <a:cubicBezTo>
                    <a:pt x="12178" y="4347"/>
                    <a:pt x="12066" y="5481"/>
                    <a:pt x="11300" y="6114"/>
                  </a:cubicBezTo>
                  <a:lnTo>
                    <a:pt x="6580" y="9986"/>
                  </a:lnTo>
                  <a:cubicBezTo>
                    <a:pt x="6246" y="10262"/>
                    <a:pt x="5842" y="10396"/>
                    <a:pt x="5439" y="10396"/>
                  </a:cubicBezTo>
                  <a:cubicBezTo>
                    <a:pt x="4917" y="10396"/>
                    <a:pt x="4398" y="10169"/>
                    <a:pt x="4046" y="9731"/>
                  </a:cubicBezTo>
                  <a:cubicBezTo>
                    <a:pt x="3689" y="9299"/>
                    <a:pt x="3173" y="9075"/>
                    <a:pt x="2651" y="9075"/>
                  </a:cubicBezTo>
                  <a:cubicBezTo>
                    <a:pt x="2248" y="9075"/>
                    <a:pt x="1841" y="9209"/>
                    <a:pt x="1502" y="9485"/>
                  </a:cubicBezTo>
                  <a:lnTo>
                    <a:pt x="542" y="10272"/>
                  </a:lnTo>
                  <a:cubicBezTo>
                    <a:pt x="62" y="10661"/>
                    <a:pt x="1" y="11365"/>
                    <a:pt x="389" y="11846"/>
                  </a:cubicBezTo>
                  <a:lnTo>
                    <a:pt x="5016" y="17485"/>
                  </a:lnTo>
                  <a:cubicBezTo>
                    <a:pt x="5235" y="17756"/>
                    <a:pt x="5555" y="17896"/>
                    <a:pt x="5878" y="17896"/>
                  </a:cubicBezTo>
                  <a:cubicBezTo>
                    <a:pt x="6128" y="17896"/>
                    <a:pt x="6380" y="17812"/>
                    <a:pt x="6590" y="17638"/>
                  </a:cubicBezTo>
                  <a:lnTo>
                    <a:pt x="7550" y="16852"/>
                  </a:lnTo>
                  <a:cubicBezTo>
                    <a:pt x="8317" y="16218"/>
                    <a:pt x="8429" y="15084"/>
                    <a:pt x="7795" y="14318"/>
                  </a:cubicBezTo>
                  <a:cubicBezTo>
                    <a:pt x="7172" y="13542"/>
                    <a:pt x="7284" y="12407"/>
                    <a:pt x="8051" y="11784"/>
                  </a:cubicBezTo>
                  <a:lnTo>
                    <a:pt x="12771" y="7912"/>
                  </a:lnTo>
                  <a:cubicBezTo>
                    <a:pt x="13105" y="7636"/>
                    <a:pt x="13509" y="7501"/>
                    <a:pt x="13912" y="7501"/>
                  </a:cubicBezTo>
                  <a:cubicBezTo>
                    <a:pt x="14431" y="7501"/>
                    <a:pt x="14948" y="7726"/>
                    <a:pt x="15305" y="8157"/>
                  </a:cubicBezTo>
                  <a:cubicBezTo>
                    <a:pt x="15663" y="8596"/>
                    <a:pt x="16180" y="8823"/>
                    <a:pt x="16701" y="8823"/>
                  </a:cubicBezTo>
                  <a:cubicBezTo>
                    <a:pt x="17102" y="8823"/>
                    <a:pt x="17505" y="8689"/>
                    <a:pt x="17838" y="8413"/>
                  </a:cubicBezTo>
                  <a:lnTo>
                    <a:pt x="18799" y="7626"/>
                  </a:lnTo>
                  <a:cubicBezTo>
                    <a:pt x="19278" y="7228"/>
                    <a:pt x="19350" y="6523"/>
                    <a:pt x="18962" y="6053"/>
                  </a:cubicBezTo>
                  <a:lnTo>
                    <a:pt x="14334" y="413"/>
                  </a:lnTo>
                  <a:cubicBezTo>
                    <a:pt x="14113" y="141"/>
                    <a:pt x="13791" y="0"/>
                    <a:pt x="134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716;p49">
              <a:extLst>
                <a:ext uri="{FF2B5EF4-FFF2-40B4-BE49-F238E27FC236}">
                  <a16:creationId xmlns:a16="http://schemas.microsoft.com/office/drawing/2014/main" id="{482E295C-8ADD-AEB5-2C46-FEF0C81FE774}"/>
                </a:ext>
              </a:extLst>
            </p:cNvPr>
            <p:cNvSpPr/>
            <p:nvPr/>
          </p:nvSpPr>
          <p:spPr>
            <a:xfrm>
              <a:off x="2873475" y="2708825"/>
              <a:ext cx="147150" cy="169425"/>
            </a:xfrm>
            <a:custGeom>
              <a:avLst/>
              <a:gdLst/>
              <a:ahLst/>
              <a:cxnLst/>
              <a:rect l="l" t="t" r="r" b="b"/>
              <a:pathLst>
                <a:path w="5886" h="6777" extrusionOk="0">
                  <a:moveTo>
                    <a:pt x="583" y="0"/>
                  </a:moveTo>
                  <a:lnTo>
                    <a:pt x="583" y="0"/>
                  </a:lnTo>
                  <a:cubicBezTo>
                    <a:pt x="471" y="174"/>
                    <a:pt x="348" y="338"/>
                    <a:pt x="246" y="531"/>
                  </a:cubicBezTo>
                  <a:cubicBezTo>
                    <a:pt x="144" y="715"/>
                    <a:pt x="82" y="920"/>
                    <a:pt x="52" y="1135"/>
                  </a:cubicBezTo>
                  <a:cubicBezTo>
                    <a:pt x="1" y="1564"/>
                    <a:pt x="113" y="2003"/>
                    <a:pt x="338" y="2370"/>
                  </a:cubicBezTo>
                  <a:cubicBezTo>
                    <a:pt x="461" y="2565"/>
                    <a:pt x="593" y="2718"/>
                    <a:pt x="726" y="2881"/>
                  </a:cubicBezTo>
                  <a:lnTo>
                    <a:pt x="1115" y="3362"/>
                  </a:lnTo>
                  <a:lnTo>
                    <a:pt x="1901" y="4332"/>
                  </a:lnTo>
                  <a:lnTo>
                    <a:pt x="2698" y="5292"/>
                  </a:lnTo>
                  <a:lnTo>
                    <a:pt x="3097" y="5773"/>
                  </a:lnTo>
                  <a:cubicBezTo>
                    <a:pt x="3229" y="5936"/>
                    <a:pt x="3352" y="6100"/>
                    <a:pt x="3515" y="6253"/>
                  </a:cubicBezTo>
                  <a:cubicBezTo>
                    <a:pt x="3832" y="6549"/>
                    <a:pt x="4241" y="6733"/>
                    <a:pt x="4670" y="6774"/>
                  </a:cubicBezTo>
                  <a:cubicBezTo>
                    <a:pt x="4704" y="6776"/>
                    <a:pt x="4738" y="6776"/>
                    <a:pt x="4771" y="6776"/>
                  </a:cubicBezTo>
                  <a:cubicBezTo>
                    <a:pt x="4952" y="6776"/>
                    <a:pt x="5131" y="6754"/>
                    <a:pt x="5303" y="6702"/>
                  </a:cubicBezTo>
                  <a:cubicBezTo>
                    <a:pt x="5508" y="6641"/>
                    <a:pt x="5692" y="6549"/>
                    <a:pt x="5885" y="6477"/>
                  </a:cubicBezTo>
                  <a:lnTo>
                    <a:pt x="5885" y="6477"/>
                  </a:lnTo>
                  <a:cubicBezTo>
                    <a:pt x="5692" y="6529"/>
                    <a:pt x="5487" y="6600"/>
                    <a:pt x="5293" y="6651"/>
                  </a:cubicBezTo>
                  <a:cubicBezTo>
                    <a:pt x="5169" y="6676"/>
                    <a:pt x="5046" y="6690"/>
                    <a:pt x="4922" y="6690"/>
                  </a:cubicBezTo>
                  <a:cubicBezTo>
                    <a:pt x="4841" y="6690"/>
                    <a:pt x="4760" y="6684"/>
                    <a:pt x="4680" y="6672"/>
                  </a:cubicBezTo>
                  <a:cubicBezTo>
                    <a:pt x="4282" y="6620"/>
                    <a:pt x="3903" y="6416"/>
                    <a:pt x="3628" y="6130"/>
                  </a:cubicBezTo>
                  <a:cubicBezTo>
                    <a:pt x="3106" y="5507"/>
                    <a:pt x="2586" y="4843"/>
                    <a:pt x="2064" y="4200"/>
                  </a:cubicBezTo>
                  <a:cubicBezTo>
                    <a:pt x="1533" y="3566"/>
                    <a:pt x="981" y="2922"/>
                    <a:pt x="481" y="2279"/>
                  </a:cubicBezTo>
                  <a:cubicBezTo>
                    <a:pt x="257" y="1952"/>
                    <a:pt x="134" y="1553"/>
                    <a:pt x="164" y="1144"/>
                  </a:cubicBezTo>
                  <a:cubicBezTo>
                    <a:pt x="175" y="940"/>
                    <a:pt x="216" y="736"/>
                    <a:pt x="297" y="552"/>
                  </a:cubicBezTo>
                  <a:cubicBezTo>
                    <a:pt x="379" y="368"/>
                    <a:pt x="491" y="184"/>
                    <a:pt x="5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717;p49">
              <a:extLst>
                <a:ext uri="{FF2B5EF4-FFF2-40B4-BE49-F238E27FC236}">
                  <a16:creationId xmlns:a16="http://schemas.microsoft.com/office/drawing/2014/main" id="{78C874F5-F022-8CF7-8859-7D1A69CF373B}"/>
                </a:ext>
              </a:extLst>
            </p:cNvPr>
            <p:cNvSpPr/>
            <p:nvPr/>
          </p:nvSpPr>
          <p:spPr>
            <a:xfrm>
              <a:off x="2625225" y="2917325"/>
              <a:ext cx="147150" cy="169525"/>
            </a:xfrm>
            <a:custGeom>
              <a:avLst/>
              <a:gdLst/>
              <a:ahLst/>
              <a:cxnLst/>
              <a:rect l="l" t="t" r="r" b="b"/>
              <a:pathLst>
                <a:path w="5886" h="6781" extrusionOk="0">
                  <a:moveTo>
                    <a:pt x="1081" y="1"/>
                  </a:moveTo>
                  <a:cubicBezTo>
                    <a:pt x="912" y="1"/>
                    <a:pt x="745" y="30"/>
                    <a:pt x="583" y="78"/>
                  </a:cubicBezTo>
                  <a:cubicBezTo>
                    <a:pt x="379" y="140"/>
                    <a:pt x="195" y="232"/>
                    <a:pt x="0" y="303"/>
                  </a:cubicBezTo>
                  <a:cubicBezTo>
                    <a:pt x="205" y="253"/>
                    <a:pt x="399" y="181"/>
                    <a:pt x="593" y="130"/>
                  </a:cubicBezTo>
                  <a:cubicBezTo>
                    <a:pt x="717" y="105"/>
                    <a:pt x="841" y="92"/>
                    <a:pt x="965" y="92"/>
                  </a:cubicBezTo>
                  <a:cubicBezTo>
                    <a:pt x="1045" y="92"/>
                    <a:pt x="1126" y="97"/>
                    <a:pt x="1206" y="110"/>
                  </a:cubicBezTo>
                  <a:cubicBezTo>
                    <a:pt x="1605" y="160"/>
                    <a:pt x="1982" y="365"/>
                    <a:pt x="2259" y="651"/>
                  </a:cubicBezTo>
                  <a:cubicBezTo>
                    <a:pt x="2779" y="1274"/>
                    <a:pt x="3301" y="1938"/>
                    <a:pt x="3821" y="2582"/>
                  </a:cubicBezTo>
                  <a:cubicBezTo>
                    <a:pt x="4353" y="3215"/>
                    <a:pt x="4904" y="3858"/>
                    <a:pt x="5415" y="4492"/>
                  </a:cubicBezTo>
                  <a:cubicBezTo>
                    <a:pt x="5640" y="4819"/>
                    <a:pt x="5753" y="5227"/>
                    <a:pt x="5732" y="5636"/>
                  </a:cubicBezTo>
                  <a:cubicBezTo>
                    <a:pt x="5722" y="5840"/>
                    <a:pt x="5671" y="6035"/>
                    <a:pt x="5589" y="6229"/>
                  </a:cubicBezTo>
                  <a:cubicBezTo>
                    <a:pt x="5507" y="6413"/>
                    <a:pt x="5395" y="6596"/>
                    <a:pt x="5303" y="6780"/>
                  </a:cubicBezTo>
                  <a:cubicBezTo>
                    <a:pt x="5415" y="6596"/>
                    <a:pt x="5538" y="6433"/>
                    <a:pt x="5640" y="6249"/>
                  </a:cubicBezTo>
                  <a:cubicBezTo>
                    <a:pt x="5742" y="6065"/>
                    <a:pt x="5803" y="5861"/>
                    <a:pt x="5834" y="5647"/>
                  </a:cubicBezTo>
                  <a:cubicBezTo>
                    <a:pt x="5885" y="5218"/>
                    <a:pt x="5773" y="4778"/>
                    <a:pt x="5548" y="4410"/>
                  </a:cubicBezTo>
                  <a:cubicBezTo>
                    <a:pt x="5436" y="4216"/>
                    <a:pt x="5293" y="4063"/>
                    <a:pt x="5170" y="3899"/>
                  </a:cubicBezTo>
                  <a:lnTo>
                    <a:pt x="4772" y="3420"/>
                  </a:lnTo>
                  <a:lnTo>
                    <a:pt x="3995" y="2439"/>
                  </a:lnTo>
                  <a:lnTo>
                    <a:pt x="3188" y="1479"/>
                  </a:lnTo>
                  <a:lnTo>
                    <a:pt x="2790" y="1009"/>
                  </a:lnTo>
                  <a:cubicBezTo>
                    <a:pt x="2657" y="845"/>
                    <a:pt x="2534" y="682"/>
                    <a:pt x="2371" y="528"/>
                  </a:cubicBezTo>
                  <a:cubicBezTo>
                    <a:pt x="2054" y="232"/>
                    <a:pt x="1646" y="38"/>
                    <a:pt x="1217" y="7"/>
                  </a:cubicBezTo>
                  <a:cubicBezTo>
                    <a:pt x="1171" y="3"/>
                    <a:pt x="1126" y="1"/>
                    <a:pt x="10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Bodybuilding App Pitch Deck by Slidesgo">
  <a:themeElements>
    <a:clrScheme name="Simple Light">
      <a:dk1>
        <a:srgbClr val="FFFFFF"/>
      </a:dk1>
      <a:lt1>
        <a:srgbClr val="303030"/>
      </a:lt1>
      <a:dk2>
        <a:srgbClr val="1C1C1B"/>
      </a:dk2>
      <a:lt2>
        <a:srgbClr val="606060"/>
      </a:lt2>
      <a:accent1>
        <a:srgbClr val="B3B3B3"/>
      </a:accent1>
      <a:accent2>
        <a:srgbClr val="B9F755"/>
      </a:accent2>
      <a:accent3>
        <a:srgbClr val="9F9F00"/>
      </a:accent3>
      <a:accent4>
        <a:srgbClr val="D9EB50"/>
      </a:accent4>
      <a:accent5>
        <a:srgbClr val="5D8089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fef4234-041c-48ad-af06-8068f6fbaaa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FCCD1A7055E947A205368CC7C181CE" ma:contentTypeVersion="10" ma:contentTypeDescription="Create a new document." ma:contentTypeScope="" ma:versionID="54662d1a1b1facc7513320d56cd77815">
  <xsd:schema xmlns:xsd="http://www.w3.org/2001/XMLSchema" xmlns:xs="http://www.w3.org/2001/XMLSchema" xmlns:p="http://schemas.microsoft.com/office/2006/metadata/properties" xmlns:ns3="4fef4234-041c-48ad-af06-8068f6fbaaa3" targetNamespace="http://schemas.microsoft.com/office/2006/metadata/properties" ma:root="true" ma:fieldsID="3f27fe91e276b799077c698ebb5ffa6b" ns3:_="">
    <xsd:import namespace="4fef4234-041c-48ad-af06-8068f6fbaaa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ef4234-041c-48ad-af06-8068f6fbaaa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7179C7-52F3-4F7A-954B-9797770DFEE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62FE15-D94F-4F20-8148-F4655AE14556}">
  <ds:schemaRefs>
    <ds:schemaRef ds:uri="4fef4234-041c-48ad-af06-8068f6fbaaa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F2D49F7-4545-4A55-8554-9C87BF40DA15}">
  <ds:schemaRefs>
    <ds:schemaRef ds:uri="4fef4234-041c-48ad-af06-8068f6fbaaa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15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Bodybuilding App Pitch Deck by Slidesgo</vt:lpstr>
      <vt:lpstr>AI-Based Health and Fitness App</vt:lpstr>
      <vt:lpstr>Table of contents</vt:lpstr>
      <vt:lpstr>Problem Statement </vt:lpstr>
      <vt:lpstr>Problem &amp; Background</vt:lpstr>
      <vt:lpstr>Key ideas in market opportunity</vt:lpstr>
      <vt:lpstr>Vision of the Solution </vt:lpstr>
      <vt:lpstr>Vision Statement  </vt:lpstr>
      <vt:lpstr>Features </vt:lpstr>
      <vt:lpstr>Project Plan </vt:lpstr>
      <vt:lpstr>Statement of Work (SOW)</vt:lpstr>
      <vt:lpstr>Resource List </vt:lpstr>
      <vt:lpstr>Work Breakdown Structure</vt:lpstr>
      <vt:lpstr>Project Schedule </vt:lpstr>
      <vt:lpstr>Risk Plan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MaisuriaR23</dc:creator>
  <cp:revision>1</cp:revision>
  <dcterms:modified xsi:type="dcterms:W3CDTF">2026-02-10T22:40:52Z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0x0101007CFCCD1A7055E947A205368CC7C181CE</vt:lpwstr>
  </property>
  <property fmtid="{D5CDD505-2E9C-101B-9397-08002B2CF9AE}" pid="3" name="MSIP_Label_717fd314-d3e6-4b2b-9a1e-8046690df352_Enabled">
    <vt:lpwstr>true</vt:lpwstr>
  </property>
  <property fmtid="{D5CDD505-2E9C-101B-9397-08002B2CF9AE}" pid="4" name="MSIP_Label_717fd314-d3e6-4b2b-9a1e-8046690df352_SetDate">
    <vt:lpwstr>2026-02-10T04:17:00Z</vt:lpwstr>
  </property>
  <property fmtid="{D5CDD505-2E9C-101B-9397-08002B2CF9AE}" pid="5" name="MSIP_Label_717fd314-d3e6-4b2b-9a1e-8046690df352_Method">
    <vt:lpwstr>Standard</vt:lpwstr>
  </property>
  <property fmtid="{D5CDD505-2E9C-101B-9397-08002B2CF9AE}" pid="6" name="MSIP_Label_717fd314-d3e6-4b2b-9a1e-8046690df352_Name">
    <vt:lpwstr>Public</vt:lpwstr>
  </property>
  <property fmtid="{D5CDD505-2E9C-101B-9397-08002B2CF9AE}" pid="7" name="MSIP_Label_717fd314-d3e6-4b2b-9a1e-8046690df352_SiteId">
    <vt:lpwstr>593fa49a-b093-407c-9f67-1f50b77cb432</vt:lpwstr>
  </property>
  <property fmtid="{D5CDD505-2E9C-101B-9397-08002B2CF9AE}" pid="8" name="MSIP_Label_717fd314-d3e6-4b2b-9a1e-8046690df352_ActionId">
    <vt:lpwstr>ab1f9e32-513d-4bb2-a203-5b713e39ee97</vt:lpwstr>
  </property>
  <property fmtid="{D5CDD505-2E9C-101B-9397-08002B2CF9AE}" pid="9" name="MSIP_Label_717fd314-d3e6-4b2b-9a1e-8046690df352_ContentBits">
    <vt:lpwstr>0</vt:lpwstr>
  </property>
  <property fmtid="{D5CDD505-2E9C-101B-9397-08002B2CF9AE}" pid="10" name="MSIP_Label_717fd314-d3e6-4b2b-9a1e-8046690df352_Tag">
    <vt:lpwstr>50, 3, 0, 1</vt:lpwstr>
  </property>
</Properties>
</file>